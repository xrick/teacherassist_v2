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</p:sldMasterIdLst>
  <p:notesMasterIdLst>
    <p:notesMasterId r:id="rId14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15"/>
    <p:sldId id="263" r:id="rId23"/>
    <p:sldId id="264" r:id="rId24"/>
    <p:sldId id="265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7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presProps" Target="presProps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Calibri"/>
              </a:rPr>
              <a:t>請按這裡移動投影片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TW" sz="2000" spc="-1" strike="noStrike">
                <a:latin typeface="Arial"/>
              </a:rPr>
              <a:t>請按這裡編輯備註格式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&lt;頁首&gt;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&lt;日期/時間&gt;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59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&lt;頁尾&gt;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60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05CB78C-5FFF-4FE8-93D2-B5AC5B94E741}" type="slidenum">
              <a:rPr b="0" lang="en-US" sz="1400" spc="-1" strike="noStrike">
                <a:latin typeface="Times New Roman"/>
              </a:rPr>
              <a:t>&lt;編號&gt;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B2864C-6848-4939-A711-0C04EF98CD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6831CB-C426-4D25-882F-9362E66E7C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43AD0F-14CD-4185-A9BF-679C8C8FDE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73F181-EA1D-40A8-8070-86498856E4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62F5A-08DF-45F4-8F67-54E1D680A2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1B1DA1-9C61-4290-8FE5-AE54C80939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C047CA-CCAF-4E7E-8823-887FA67913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607E97-BA4A-4838-8C42-53A9D0DC7E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FF858C-BE78-485A-A584-7FE4706378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1C6C36-6105-4E06-ACFD-857515E965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3E30EF-81ED-421B-B016-F585D77C95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54DFA4-4328-4398-9527-393CF3DECD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22DB2D-EEC8-4146-AF23-88ACBB70C2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EECFBF-6BA1-43CA-B337-96076AB2B4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00CD16-3F72-4CF5-8771-060C1B98B9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5BBB3C-87BB-4C58-BAB5-1D6BC664B6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7D3E4A-2962-4A9C-9FE2-FA7EC19388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05F53F-F41B-4A4F-B81F-5A78CFE82E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6D3455-F9B7-477D-901B-8A877124AB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590919-6119-4C79-8F96-0BDAB46143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30A777-C8B4-4580-AB91-284F4AC136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D09483-1C45-47CD-A927-BE82098CBF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DFADA1-5880-444B-A159-F81E75B019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EDB996-078D-45F8-8F64-945E416093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3501471-409E-4990-BE87-1187E9AA41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8495EF2-A1AA-4053-8993-030522E9A0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31367FA-9ECA-4FFD-8DD9-BD0908255C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6BAD0EE-D77B-46B5-92F9-335D37CE59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BA59FF0-9F27-4620-8D2B-5E67F054EB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7CA8253-A223-4D39-B805-4A20EECFCF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A9BE6AC-2D50-40B6-900F-E2C284CC54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6372C18-2612-4C40-8E86-EE1F7A357D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1777A60-7776-431B-9D8D-4AA18226F9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33C124A-2226-4846-89DB-89E959C563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FA4B88E-68B8-4320-A659-2F191CD6A4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2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3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FFF62F8-FEAD-4E0B-99F7-52FFE1CEBC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F8C0A3A-E2BA-4E7E-B34F-E63F90AFD9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39CA8D2-2CBB-4B7D-9D62-E55D4ABEE8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C0E92C1-A34F-45FA-A610-192410EB32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90CB3E0-62D0-46BF-8EC8-4FACD4AA7F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2B23FD3-43BF-4CC7-9459-2F87FBBFB6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D9F377E-046D-4B7D-9B7C-C3990B5A8B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75CB21C-9BDE-4F05-ABEE-96C2102A29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7346E51-B493-4424-A2FF-3564EFAA32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19D536F-7204-4350-9BCA-E6D6CB508F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4BC19DB-47D5-405B-A2D3-8522980394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ED0F379-28B8-4D55-9571-462376414C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8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69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75FD399-A3C8-4471-A817-611D6DFEEE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60AC160-1569-49B2-8B08-E5C520A41B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CC9BFAA-8270-42AE-B7F1-01A07BD9D2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0650E39-71CE-4CE8-92F4-AC8B4230B6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408A602-A3E3-44B6-8923-4704BCE1CB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10231EA-C4C5-4822-AB8A-EA09CF99AD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6BE7A63-9142-4EB3-92B9-B7ED3DDE11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679C820-7640-4A81-A03C-1E6A09A8EA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46119F4-4929-4294-8219-B01DB3A040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166BF03-AE61-4DFD-9B32-39D1B9FF77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BA7A82A-30A3-4C5B-B065-12B05DE52A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6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7BE1F98-9907-4145-B732-F050576977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2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3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F8BC180-F878-4D6F-81ED-EA7DDAE3FE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1C1B7B2-9D7E-471C-98D8-AE67691AD4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77FC442-6ECD-4358-9B0D-9D0AE9626D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2DD63B-1B22-472F-B81F-AC6D91B337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6BDB376-218A-4E6E-9DA2-5F0B139C36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E37C4DE-7A5D-4F18-B444-EA2969B665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EA2F980-DF29-40AB-AB30-FD0CB75588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95FFA0A-ABE1-479F-B03C-54EA5D7A72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AE20862-5034-494F-905A-3AE04857EA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636A944-3600-40E2-A31D-2EC6615029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18DE67E-8B15-4DF0-A46B-74A71B408D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9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93EF1E0-701D-4046-99A7-E5D6D68594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4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5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6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11D791B-56EB-4C51-A8BB-9021041773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95FFB89-2A76-41A5-B369-389337A844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C7B789C-6F82-434F-8FA7-D3A4D81629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242CC7A-DA78-4E93-BBE9-7CFB3F3904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268DDFB-79D1-4231-B2EF-FD7CF1E4C3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2CA98AE-5BE0-4D8D-92AE-C090B04D93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4FB93A0-E10A-4B98-A8DA-331D343748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DAA41B3-86C6-4255-965A-5610C58C80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3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3928A62-5E3C-474A-AE7D-BB54F63723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F765514-C4F5-4CC2-A5C5-252005643D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6BF723F-FE8E-4639-BA74-E4313482CA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5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BB0D64F-8846-450F-B203-1B9A4F7FBA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1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2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AC50B85-0641-4D7A-8BDA-91F3BD5DFE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A60A47E-7798-4D29-8003-D2284D7722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0248596-0506-4A70-85BF-B185252EFF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7FFE5C9-8F9D-4A3D-8DE4-D3A60DB70C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E82F2ED-8104-4604-9C8A-EC4BF0C642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04FFCBD-96CC-4A71-87BB-018F1DB404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65D669E-4A9F-4942-80B2-C59480BBB2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E09A979-F052-40AA-932B-E6F29FEAC1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429754C-C73F-4EFE-AA49-000AFAC5CF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0FCAD6C-017B-49FA-A306-7F8CAB5D3A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BC9D12A-EE16-4DE6-A871-EB96E79A29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B724DAB-D5F1-48BE-AC38-1A8BB6E4F6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7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8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9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0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AC162CE-007A-4399-9BAE-49666FF144F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D95C668-5894-485B-BC05-93A5277E0E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299B116-FF17-46B2-91CE-B34D7EDAF7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511BAAD-4805-4422-848A-F076ED7BA3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C3E0F6B-3354-45A9-8389-DB0A94E2B2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214900C-0E5F-483A-B6B7-A57C1F1AFD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82ADB68-A819-4167-8BC4-2695FC5FFF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03F3D28-03A2-42F0-8D1E-DDAAD67A4C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B0D8B18-3601-4120-B02A-A0F4ECFBDB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F814460-D35C-4806-AA2B-6C6A0187A8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AED6260-D511-4383-8875-928E31001A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1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058E183-F883-4A87-A528-14F9D62E7A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5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6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7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8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693AAEB-B657-4CD6-AFF3-DD0CD3D36A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3CB2997-28A1-42A5-A6C2-D4CAF8FEA8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subTitle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703FB7B-F02D-4042-A097-BB068BFD15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D93FA3A-9454-4F39-8364-14E4D8B92E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0DDAD13-40AB-483E-87A8-AA2CFF991D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29BDE91-8422-4DC5-B528-C75AC93FD5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ubTitle"/>
          </p:nvPr>
        </p:nvSpPr>
        <p:spPr>
          <a:xfrm>
            <a:off x="948600" y="1419120"/>
            <a:ext cx="3153240" cy="629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7533AFC-F4C1-41B2-BA19-83CC77A0DC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1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CA8598A-40E8-4E04-BC87-83D75BA66C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244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519DA13-C0D2-4C66-9896-748CAA9A6D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C515359-1B85-441F-A96B-9775C8555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/>
          </p:nvPr>
        </p:nvSpPr>
        <p:spPr>
          <a:xfrm>
            <a:off x="948600" y="4255200"/>
            <a:ext cx="3153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6DF5F91-DA19-48D3-AFEA-B8048ECC61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/>
          </p:nvPr>
        </p:nvSpPr>
        <p:spPr>
          <a:xfrm>
            <a:off x="2564640" y="297828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6" name="PlaceHolder 4"/>
          <p:cNvSpPr>
            <a:spLocks noGrp="1"/>
          </p:cNvSpPr>
          <p:nvPr>
            <p:ph/>
          </p:nvPr>
        </p:nvSpPr>
        <p:spPr>
          <a:xfrm>
            <a:off x="94860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7" name="PlaceHolder 5"/>
          <p:cNvSpPr>
            <a:spLocks noGrp="1"/>
          </p:cNvSpPr>
          <p:nvPr>
            <p:ph/>
          </p:nvPr>
        </p:nvSpPr>
        <p:spPr>
          <a:xfrm>
            <a:off x="2564640" y="4255200"/>
            <a:ext cx="15386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5C8A286-E1E7-4C6D-873D-22A28F0692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94860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/>
          </p:nvPr>
        </p:nvSpPr>
        <p:spPr>
          <a:xfrm>
            <a:off x="201492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/>
          </p:nvPr>
        </p:nvSpPr>
        <p:spPr>
          <a:xfrm>
            <a:off x="3081240" y="297828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2" name="PlaceHolder 5"/>
          <p:cNvSpPr>
            <a:spLocks noGrp="1"/>
          </p:cNvSpPr>
          <p:nvPr>
            <p:ph/>
          </p:nvPr>
        </p:nvSpPr>
        <p:spPr>
          <a:xfrm>
            <a:off x="94860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3" name="PlaceHolder 6"/>
          <p:cNvSpPr>
            <a:spLocks noGrp="1"/>
          </p:cNvSpPr>
          <p:nvPr>
            <p:ph/>
          </p:nvPr>
        </p:nvSpPr>
        <p:spPr>
          <a:xfrm>
            <a:off x="201492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4" name="PlaceHolder 7"/>
          <p:cNvSpPr>
            <a:spLocks noGrp="1"/>
          </p:cNvSpPr>
          <p:nvPr>
            <p:ph/>
          </p:nvPr>
        </p:nvSpPr>
        <p:spPr>
          <a:xfrm>
            <a:off x="3081240" y="4255200"/>
            <a:ext cx="10152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1989CA0-FB4D-4F1D-ACDD-4659B060F2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1440" y="0"/>
            <a:ext cx="12188520" cy="6400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0" y="3119040"/>
            <a:ext cx="7537320" cy="2462400"/>
          </a:xfrm>
          <a:prstGeom prst="rect">
            <a:avLst/>
          </a:prstGeom>
          <a:solidFill>
            <a:srgbClr val="ffffff">
              <a:alpha val="93000"/>
            </a:srgbClr>
          </a:solidFill>
          <a:ln w="0">
            <a:noFill/>
          </a:ln>
        </p:spPr>
        <p:txBody>
          <a:bodyPr lIns="822960" tIns="731520" anchor="t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矩形 10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矩形 13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矩形 5"/>
          <p:cNvSpPr/>
          <p:nvPr/>
        </p:nvSpPr>
        <p:spPr>
          <a:xfrm>
            <a:off x="7848720" y="643320"/>
            <a:ext cx="3635640" cy="51134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直線接點​​(S) 10"/>
          <p:cNvSpPr/>
          <p:nvPr/>
        </p:nvSpPr>
        <p:spPr>
          <a:xfrm>
            <a:off x="8173440" y="2660400"/>
            <a:ext cx="2926080" cy="360"/>
          </a:xfrm>
          <a:prstGeom prst="line">
            <a:avLst/>
          </a:prstGeom>
          <a:ln w="19050">
            <a:solidFill>
              <a:srgbClr val="1cade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081280" y="1118160"/>
            <a:ext cx="337860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按一下</a:t>
            </a: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以新增</a:t>
            </a:r>
            <a:r>
              <a:rPr b="0" lang="zh-TW" sz="4800" spc="-52" strike="noStrike">
                <a:solidFill>
                  <a:srgbClr val="ffffff"/>
                </a:solidFill>
                <a:latin typeface="Microsoft JhengHei UI Light"/>
                <a:ea typeface="Microsoft JhengHei UI Light"/>
              </a:rPr>
              <a:t>標題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40080" y="64008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251960" y="64008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40080" y="336492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251960" y="3364920"/>
            <a:ext cx="3273120" cy="2395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body"/>
          </p:nvPr>
        </p:nvSpPr>
        <p:spPr>
          <a:xfrm>
            <a:off x="8086320" y="2788920"/>
            <a:ext cx="3176280" cy="270648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按一下以編輯母片文字樣</a:t>
            </a:r>
            <a:r>
              <a:rPr b="0" lang="zh-TW" sz="20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1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dt" idx="2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4" name="PlaceHolder 9"/>
          <p:cNvSpPr>
            <a:spLocks noGrp="1"/>
          </p:cNvSpPr>
          <p:nvPr>
            <p:ph type="sldNum" idx="3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B8E6ED61-B65D-4CC7-AA17-FB8D43AF9ECE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直線接點​​(S) 6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097280" y="2108160"/>
            <a:ext cx="3556800" cy="37605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輯大綱文字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四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五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974480" y="2112120"/>
            <a:ext cx="3035520" cy="1837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大綱層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五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4974480" y="4032360"/>
            <a:ext cx="3035520" cy="18374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8110800" y="2112120"/>
            <a:ext cx="3035520" cy="375768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ftr" idx="4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00" name="PlaceHolder 7"/>
          <p:cNvSpPr>
            <a:spLocks noGrp="1"/>
          </p:cNvSpPr>
          <p:nvPr>
            <p:ph type="dt" idx="5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01" name="PlaceHolder 8"/>
          <p:cNvSpPr>
            <a:spLocks noGrp="1"/>
          </p:cNvSpPr>
          <p:nvPr>
            <p:ph type="sldNum" idx="6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E6650D33-72BB-42A1-9DDF-76F50B41B4AB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" name="矩形 5"/>
          <p:cNvSpPr/>
          <p:nvPr/>
        </p:nvSpPr>
        <p:spPr>
          <a:xfrm>
            <a:off x="0" y="4952880"/>
            <a:ext cx="12191760" cy="19047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65240" y="5120640"/>
            <a:ext cx="10058040" cy="822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</a:t>
            </a:r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3504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34340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8028360" y="640080"/>
            <a:ext cx="3544560" cy="39315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1188720" y="2313360"/>
            <a:ext cx="9966600" cy="36705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ftr" idx="7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dt" idx="8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sldNum" idx="9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3C37DA00-1449-4C22-A180-AD43894A858B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5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6" name="矩形 13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729840" y="639000"/>
            <a:ext cx="4812840" cy="34945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直線接點​​(S) 10"/>
          <p:cNvSpPr/>
          <p:nvPr/>
        </p:nvSpPr>
        <p:spPr>
          <a:xfrm>
            <a:off x="6804720" y="4294440"/>
            <a:ext cx="438912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42960" y="640080"/>
            <a:ext cx="5449320" cy="27428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40080" y="3474720"/>
            <a:ext cx="5449320" cy="27428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ftr" idx="10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dt" idx="11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sldNum" idx="12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1CCEB684-5E04-4E65-9BB6-8172466A3167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1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ftr" idx="13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dt" idx="14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sldNum" idx="15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2F17129-1A16-4358-B287-551B82FB544D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body"/>
          </p:nvPr>
        </p:nvSpPr>
        <p:spPr>
          <a:xfrm>
            <a:off x="1188720" y="277416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7" name="PlaceHolder 6"/>
          <p:cNvSpPr>
            <a:spLocks noGrp="1"/>
          </p:cNvSpPr>
          <p:nvPr>
            <p:ph type="body"/>
          </p:nvPr>
        </p:nvSpPr>
        <p:spPr>
          <a:xfrm>
            <a:off x="3729600" y="276768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8" name="PlaceHolder 7"/>
          <p:cNvSpPr>
            <a:spLocks noGrp="1"/>
          </p:cNvSpPr>
          <p:nvPr>
            <p:ph type="body"/>
          </p:nvPr>
        </p:nvSpPr>
        <p:spPr>
          <a:xfrm>
            <a:off x="6270480" y="277632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9" name="PlaceHolder 8"/>
          <p:cNvSpPr>
            <a:spLocks noGrp="1"/>
          </p:cNvSpPr>
          <p:nvPr>
            <p:ph type="body"/>
          </p:nvPr>
        </p:nvSpPr>
        <p:spPr>
          <a:xfrm>
            <a:off x="8811720" y="2770920"/>
            <a:ext cx="23403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0" name="PlaceHolder 9"/>
          <p:cNvSpPr>
            <a:spLocks noGrp="1"/>
          </p:cNvSpPr>
          <p:nvPr>
            <p:ph type="body"/>
          </p:nvPr>
        </p:nvSpPr>
        <p:spPr>
          <a:xfrm>
            <a:off x="118872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1" name="PlaceHolder 10"/>
          <p:cNvSpPr>
            <a:spLocks noGrp="1"/>
          </p:cNvSpPr>
          <p:nvPr>
            <p:ph type="body"/>
          </p:nvPr>
        </p:nvSpPr>
        <p:spPr>
          <a:xfrm>
            <a:off x="118872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2" name="PlaceHolder 11"/>
          <p:cNvSpPr>
            <a:spLocks noGrp="1"/>
          </p:cNvSpPr>
          <p:nvPr>
            <p:ph type="body"/>
          </p:nvPr>
        </p:nvSpPr>
        <p:spPr>
          <a:xfrm>
            <a:off x="372924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3" name="PlaceHolder 12"/>
          <p:cNvSpPr>
            <a:spLocks noGrp="1"/>
          </p:cNvSpPr>
          <p:nvPr>
            <p:ph type="body"/>
          </p:nvPr>
        </p:nvSpPr>
        <p:spPr>
          <a:xfrm>
            <a:off x="372888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4" name="PlaceHolder 13"/>
          <p:cNvSpPr>
            <a:spLocks noGrp="1"/>
          </p:cNvSpPr>
          <p:nvPr>
            <p:ph type="body"/>
          </p:nvPr>
        </p:nvSpPr>
        <p:spPr>
          <a:xfrm>
            <a:off x="626976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5" name="PlaceHolder 14"/>
          <p:cNvSpPr>
            <a:spLocks noGrp="1"/>
          </p:cNvSpPr>
          <p:nvPr>
            <p:ph type="body"/>
          </p:nvPr>
        </p:nvSpPr>
        <p:spPr>
          <a:xfrm>
            <a:off x="626940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6" name="PlaceHolder 15"/>
          <p:cNvSpPr>
            <a:spLocks noGrp="1"/>
          </p:cNvSpPr>
          <p:nvPr>
            <p:ph type="body"/>
          </p:nvPr>
        </p:nvSpPr>
        <p:spPr>
          <a:xfrm>
            <a:off x="8810640" y="481104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1" lang="zh-TW" sz="20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姓名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7" name="PlaceHolder 16"/>
          <p:cNvSpPr>
            <a:spLocks noGrp="1"/>
          </p:cNvSpPr>
          <p:nvPr>
            <p:ph type="body"/>
          </p:nvPr>
        </p:nvSpPr>
        <p:spPr>
          <a:xfrm>
            <a:off x="8809560" y="5205600"/>
            <a:ext cx="2340360" cy="347400"/>
          </a:xfrm>
          <a:prstGeom prst="rect">
            <a:avLst/>
          </a:prstGeom>
          <a:noFill/>
          <a:ln w="0">
            <a:noFill/>
          </a:ln>
        </p:spPr>
        <p:txBody>
          <a:bodyPr lIns="54720" rIns="548640" tIns="0" bIns="0" anchor="t">
            <a:noAutofit/>
          </a:bodyPr>
          <a:p>
            <a:pPr marL="91440" indent="-91440">
              <a:lnSpc>
                <a:spcPct val="100000"/>
              </a:lnSpc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1600" spc="18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5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1188720" y="2463480"/>
            <a:ext cx="9966600" cy="336816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3841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56700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7498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9327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404040"/>
              </a:buClr>
              <a:buFont typeface="Calibri"/>
              <a:buChar char="◦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ftr" idx="16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29" name="PlaceHolder 4"/>
          <p:cNvSpPr>
            <a:spLocks noGrp="1"/>
          </p:cNvSpPr>
          <p:nvPr>
            <p:ph type="dt" idx="17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30" name="PlaceHolder 5"/>
          <p:cNvSpPr>
            <a:spLocks noGrp="1"/>
          </p:cNvSpPr>
          <p:nvPr>
            <p:ph type="sldNum" idx="18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F00BB83E-37F7-42F3-8B45-DCF13C6C813E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8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1188720" y="2057400"/>
            <a:ext cx="463932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body"/>
          </p:nvPr>
        </p:nvSpPr>
        <p:spPr>
          <a:xfrm>
            <a:off x="1188720" y="2958120"/>
            <a:ext cx="463932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343080" indent="-18288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2" name="PlaceHolder 4"/>
          <p:cNvSpPr>
            <a:spLocks noGrp="1"/>
          </p:cNvSpPr>
          <p:nvPr>
            <p:ph type="body"/>
          </p:nvPr>
        </p:nvSpPr>
        <p:spPr>
          <a:xfrm>
            <a:off x="6516000" y="2057400"/>
            <a:ext cx="463932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3" name="PlaceHolder 5"/>
          <p:cNvSpPr>
            <a:spLocks noGrp="1"/>
          </p:cNvSpPr>
          <p:nvPr>
            <p:ph type="body"/>
          </p:nvPr>
        </p:nvSpPr>
        <p:spPr>
          <a:xfrm>
            <a:off x="6516000" y="2958120"/>
            <a:ext cx="463932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343080" indent="-18288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18288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4" name="PlaceHolder 6"/>
          <p:cNvSpPr>
            <a:spLocks noGrp="1"/>
          </p:cNvSpPr>
          <p:nvPr>
            <p:ph type="ftr" idx="19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75" name="PlaceHolder 7"/>
          <p:cNvSpPr>
            <a:spLocks noGrp="1"/>
          </p:cNvSpPr>
          <p:nvPr>
            <p:ph type="dt" idx="20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376" name="PlaceHolder 8"/>
          <p:cNvSpPr>
            <a:spLocks noGrp="1"/>
          </p:cNvSpPr>
          <p:nvPr>
            <p:ph type="sldNum" idx="21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18EA95B-1F6D-4200-86BD-5A80D8F8ACC6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矩形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4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4800" spc="-52" strike="noStrike">
                <a:solidFill>
                  <a:srgbClr val="404040"/>
                </a:solidFill>
                <a:latin typeface="Microsoft JhengHei UI Light"/>
                <a:ea typeface="Microsoft JhengHei UI Light"/>
              </a:rPr>
              <a:t>按一下以編輯母片標題樣式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1188720" y="205740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body"/>
          </p:nvPr>
        </p:nvSpPr>
        <p:spPr>
          <a:xfrm>
            <a:off x="1188720" y="295812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body"/>
          </p:nvPr>
        </p:nvSpPr>
        <p:spPr>
          <a:xfrm>
            <a:off x="4572000" y="205128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9" name="PlaceHolder 5"/>
          <p:cNvSpPr>
            <a:spLocks noGrp="1"/>
          </p:cNvSpPr>
          <p:nvPr>
            <p:ph type="body"/>
          </p:nvPr>
        </p:nvSpPr>
        <p:spPr>
          <a:xfrm>
            <a:off x="4572000" y="295236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0" name="PlaceHolder 6"/>
          <p:cNvSpPr>
            <a:spLocks noGrp="1"/>
          </p:cNvSpPr>
          <p:nvPr>
            <p:ph type="body"/>
          </p:nvPr>
        </p:nvSpPr>
        <p:spPr>
          <a:xfrm>
            <a:off x="7955280" y="2057400"/>
            <a:ext cx="3200040" cy="735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zh-TW" sz="2400" spc="-1" strike="noStrike" cap="all">
                <a:solidFill>
                  <a:srgbClr val="00000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1" name="PlaceHolder 7"/>
          <p:cNvSpPr>
            <a:spLocks noGrp="1"/>
          </p:cNvSpPr>
          <p:nvPr>
            <p:ph type="body"/>
          </p:nvPr>
        </p:nvSpPr>
        <p:spPr>
          <a:xfrm>
            <a:off x="7955280" y="2958120"/>
            <a:ext cx="3200040" cy="29106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227160" indent="-22716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48708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66996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85284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035720" indent="-285840">
              <a:lnSpc>
                <a:spcPct val="10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2" name="PlaceHolder 8"/>
          <p:cNvSpPr>
            <a:spLocks noGrp="1"/>
          </p:cNvSpPr>
          <p:nvPr>
            <p:ph type="ftr" idx="22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23" name="PlaceHolder 9"/>
          <p:cNvSpPr>
            <a:spLocks noGrp="1"/>
          </p:cNvSpPr>
          <p:nvPr>
            <p:ph type="dt" idx="23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24" name="PlaceHolder 10"/>
          <p:cNvSpPr>
            <a:spLocks noGrp="1"/>
          </p:cNvSpPr>
          <p:nvPr>
            <p:ph type="sldNum" idx="24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BC147256-C685-4A47-9BEE-05D2DB45A729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2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3" name="矩形 1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4" name="矩形 5"/>
          <p:cNvSpPr/>
          <p:nvPr/>
        </p:nvSpPr>
        <p:spPr>
          <a:xfrm>
            <a:off x="707400" y="1238400"/>
            <a:ext cx="3635640" cy="43552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948600" y="1419120"/>
            <a:ext cx="3153240" cy="13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6" name="直線接點​​(S) 7"/>
          <p:cNvSpPr/>
          <p:nvPr/>
        </p:nvSpPr>
        <p:spPr>
          <a:xfrm>
            <a:off x="1091880" y="2864880"/>
            <a:ext cx="2926080" cy="360"/>
          </a:xfrm>
          <a:prstGeom prst="line">
            <a:avLst/>
          </a:prstGeom>
          <a:ln w="19050">
            <a:solidFill>
              <a:srgbClr val="1cade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948600" y="2978280"/>
            <a:ext cx="3153240" cy="2444040"/>
          </a:xfrm>
          <a:prstGeom prst="rect">
            <a:avLst/>
          </a:prstGeom>
          <a:noFill/>
          <a:ln w="0">
            <a:noFill/>
          </a:ln>
        </p:spPr>
        <p:txBody>
          <a:bodyPr rIns="0" anchor="t">
            <a:normAutofit fontScale="7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body"/>
          </p:nvPr>
        </p:nvSpPr>
        <p:spPr>
          <a:xfrm>
            <a:off x="4672440" y="1234440"/>
            <a:ext cx="3264120" cy="43520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 type="body"/>
          </p:nvPr>
        </p:nvSpPr>
        <p:spPr>
          <a:xfrm>
            <a:off x="8275320" y="1234440"/>
            <a:ext cx="3264120" cy="435204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0" name="PlaceHolder 5"/>
          <p:cNvSpPr>
            <a:spLocks noGrp="1"/>
          </p:cNvSpPr>
          <p:nvPr>
            <p:ph type="ftr" idx="25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71" name="PlaceHolder 6"/>
          <p:cNvSpPr>
            <a:spLocks noGrp="1"/>
          </p:cNvSpPr>
          <p:nvPr>
            <p:ph type="dt" idx="26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72" name="PlaceHolder 7"/>
          <p:cNvSpPr>
            <a:spLocks noGrp="1"/>
          </p:cNvSpPr>
          <p:nvPr>
            <p:ph type="sldNum" idx="27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8106127E-8233-4B11-96AF-0F3662F6AF58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矩形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0" name="直線接點​​(S) 9"/>
          <p:cNvSpPr/>
          <p:nvPr/>
        </p:nvSpPr>
        <p:spPr>
          <a:xfrm>
            <a:off x="1193400" y="1897200"/>
            <a:ext cx="996696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1" name="矩形 1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7859520" y="635040"/>
            <a:ext cx="369000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r>
              <a:rPr b="0" lang="zh-CN" sz="4800" spc="-1" strike="noStrike">
                <a:solidFill>
                  <a:srgbClr val="000000"/>
                </a:solidFill>
                <a:latin typeface="Calibri"/>
              </a:rPr>
              <a:t>請按這裡編輯題名文字格式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3" name="直線接點​​(S) 7"/>
          <p:cNvSpPr/>
          <p:nvPr/>
        </p:nvSpPr>
        <p:spPr>
          <a:xfrm>
            <a:off x="7942320" y="2250360"/>
            <a:ext cx="3474720" cy="360"/>
          </a:xfrm>
          <a:prstGeom prst="line">
            <a:avLst/>
          </a:prstGeom>
          <a:ln>
            <a:solidFill>
              <a:srgbClr val="000000">
                <a:lumMod val="75000"/>
                <a:lumOff val="2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31080" y="640080"/>
            <a:ext cx="6912360" cy="5312160"/>
          </a:xfrm>
          <a:prstGeom prst="rect">
            <a:avLst/>
          </a:prstGeom>
          <a:solidFill>
            <a:srgbClr val="62a39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body"/>
          </p:nvPr>
        </p:nvSpPr>
        <p:spPr>
          <a:xfrm>
            <a:off x="7859520" y="2407320"/>
            <a:ext cx="3690000" cy="34614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9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16" name="PlaceHolder 4"/>
          <p:cNvSpPr>
            <a:spLocks noGrp="1"/>
          </p:cNvSpPr>
          <p:nvPr>
            <p:ph type="ftr" idx="28"/>
          </p:nvPr>
        </p:nvSpPr>
        <p:spPr>
          <a:xfrm>
            <a:off x="1097280" y="6446880"/>
            <a:ext cx="6818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17" name="PlaceHolder 5"/>
          <p:cNvSpPr>
            <a:spLocks noGrp="1"/>
          </p:cNvSpPr>
          <p:nvPr>
            <p:ph type="dt" idx="29"/>
          </p:nvPr>
        </p:nvSpPr>
        <p:spPr>
          <a:xfrm>
            <a:off x="8218440" y="6446880"/>
            <a:ext cx="258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&lt;日期/時間&gt;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18" name="PlaceHolder 6"/>
          <p:cNvSpPr>
            <a:spLocks noGrp="1"/>
          </p:cNvSpPr>
          <p:nvPr>
            <p:ph type="sldNum" idx="30"/>
          </p:nvPr>
        </p:nvSpPr>
        <p:spPr>
          <a:xfrm>
            <a:off x="10993680" y="6446880"/>
            <a:ext cx="7797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fld id="{7D32957D-BE28-4B0F-8540-FC444F0AD287}" type="slidenum">
              <a:rPr b="0" lang="en-US" sz="105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05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5FCB62-95E4-4C92-B513-7B00BDB2A8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806859-B29F-4F92-B2F0-76FC253972D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7A2FD3F-46AE-4866-A9EA-54986E912C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_RetrospectVTI</Template>
  <TotalTime>2</TotalTime>
  <Application>LibreOffice/7.3.7.2$Linux_X86_64 LibreOffice_project/30$Build-2</Application>
  <AppVersion>15.0000</AppVersion>
  <Words>583</Words>
  <Paragraphs>116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2026-01-09T05:14:12Z</dcterms:created>
  <dc:creator/>
  <dc:description/>
  <dc:language>zh-TW</dc:language>
  <cp:lastModifiedBy/>
  <dcterms:modified xsi:type="dcterms:W3CDTF">2026-01-09T15:58:28Z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12</vt:i4>
  </property>
  <property fmtid="{D5CDD505-2E9C-101B-9397-08002B2CF9AE}" pid="4" name="PresentationFormat">
    <vt:lpwstr>寬螢幕</vt:lpwstr>
  </property>
  <property fmtid="{D5CDD505-2E9C-101B-9397-08002B2CF9AE}" pid="5" name="Slides">
    <vt:i4>12</vt:i4>
  </property>
</Properties>
</file>