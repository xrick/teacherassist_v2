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</p:sldMasterIdLst>
  <p:notesMasterIdLst>
    <p:notesMasterId r:id="rId14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15"/>
    <p:sldId id="263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7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presProps" Target="presProps.xml"/><Relationship Id="rId2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請按這裡移動投影片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TW" sz="2000" spc="-1" strike="noStrike">
                <a:latin typeface="Arial"/>
              </a:rPr>
              <a:t>請按這裡編輯備註格式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&lt;頁首&gt;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&lt;日期/時間&gt;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&lt;頁尾&gt;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05CB78C-5FFF-4FE8-93D2-B5AC5B94E741}" type="slidenum">
              <a:rPr b="0" lang="en-US" sz="1400" spc="-1" strike="noStrike">
                <a:latin typeface="Times New Roman"/>
              </a:rPr>
              <a:t>&lt;編號&gt;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B2864C-6848-4939-A711-0C04EF98C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831CB-C426-4D25-882F-9362E66E7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3AD0F-14CD-4185-A9BF-679C8C8FD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3F181-EA1D-40A8-8070-86498856E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62F5A-08DF-45F4-8F67-54E1D680A2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B1DA1-9C61-4290-8FE5-AE54C8093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047CA-CCAF-4E7E-8823-887FA6791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07E97-BA4A-4838-8C42-53A9D0DC7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F858C-BE78-485A-A584-7FE470637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C6C36-6105-4E06-ACFD-857515E96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E30EF-81ED-421B-B016-F585D77C95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4DFA4-4328-4398-9527-393CF3DECD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2DB2D-EEC8-4146-AF23-88ACBB70C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ECFBF-6BA1-43CA-B337-96076AB2B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0CD16-3F72-4CF5-8771-060C1B98B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BBB3C-87BB-4C58-BAB5-1D6BC664B6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D3E4A-2962-4A9C-9FE2-FA7EC19388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5F53F-F41B-4A4F-B81F-5A78CFE82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D3455-F9B7-477D-901B-8A877124A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90919-6119-4C79-8F96-0BDAB4614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0A777-C8B4-4580-AB91-284F4AC13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09483-1C45-47CD-A927-BE82098CBF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FADA1-5880-444B-A159-F81E75B019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DB996-078D-45F8-8F64-945E416093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501471-409E-4990-BE87-1187E9AA41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495EF2-A1AA-4053-8993-030522E9A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1367FA-9ECA-4FFD-8DD9-BD0908255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BAD0EE-D77B-46B5-92F9-335D37CE5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A59FF0-9F27-4620-8D2B-5E67F054E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CA8253-A223-4D39-B805-4A20EECFCF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9BE6AC-2D50-40B6-900F-E2C284CC5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372C18-2612-4C40-8E86-EE1F7A357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777A60-7776-431B-9D8D-4AA18226F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3C124A-2226-4846-89DB-89E959C56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A4B88E-68B8-4320-A659-2F191CD6A4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FF62F8-FEAD-4E0B-99F7-52FFE1CEBC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8C0A3A-E2BA-4E7E-B34F-E63F90AFD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9CA8D2-2CBB-4B7D-9D62-E55D4ABEE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0E92C1-A34F-45FA-A610-192410EB32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0CB3E0-62D0-46BF-8EC8-4FACD4AA7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B23FD3-43BF-4CC7-9459-2F87FBBFB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9F377E-046D-4B7D-9B7C-C3990B5A8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75CB21C-9BDE-4F05-ABEE-96C2102A2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346E51-B493-4424-A2FF-3564EFAA3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9D536F-7204-4350-9BCA-E6D6CB508F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BC19DB-47D5-405B-A2D3-852298039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D0F379-28B8-4D55-9571-462376414C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5FD399-A3C8-4471-A817-611D6DFEEE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60AC160-1569-49B2-8B08-E5C520A41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C9BFAA-8270-42AE-B7F1-01A07BD9D2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650E39-71CE-4CE8-92F4-AC8B4230B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408A602-A3E3-44B6-8923-4704BCE1CB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10231EA-C4C5-4822-AB8A-EA09CF99A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BE7A63-9142-4EB3-92B9-B7ED3DDE11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79C820-7640-4A81-A03C-1E6A09A8E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46119F4-4929-4294-8219-B01DB3A04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66BF03-AE61-4DFD-9B32-39D1B9FF7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A7A82A-30A3-4C5B-B065-12B05DE52A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BE1F98-9907-4145-B732-F050576977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8BC180-F878-4D6F-81ED-EA7DDAE3FE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C1B7B2-9D7E-471C-98D8-AE67691AD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7FC442-6ECD-4358-9B0D-9D0AE9626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2DD63B-1B22-472F-B81F-AC6D91B33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6BDB376-218A-4E6E-9DA2-5F0B139C3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37C4DE-7A5D-4F18-B444-EA2969B66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A2F980-DF29-40AB-AB30-FD0CB75588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95FFA0A-ABE1-479F-B03C-54EA5D7A7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AE20862-5034-494F-905A-3AE04857EA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636A944-3600-40E2-A31D-2EC6615029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8DE67E-8B15-4DF0-A46B-74A71B408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3EF1E0-701D-4046-99A7-E5D6D68594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1D791B-56EB-4C51-A8BB-9021041773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5FFB89-2A76-41A5-B369-389337A844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7B789C-6F82-434F-8FA7-D3A4D8162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42CC7A-DA78-4E93-BBE9-7CFB3F390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68DDFB-79D1-4231-B2EF-FD7CF1E4C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CA98AE-5BE0-4D8D-92AE-C090B04D9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FB93A0-E10A-4B98-A8DA-331D343748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DAA41B3-86C6-4255-965A-5610C58C8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3928A62-5E3C-474A-AE7D-BB54F6372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F765514-C4F5-4CC2-A5C5-252005643D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6BF723F-FE8E-4639-BA74-E4313482CA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BB0D64F-8846-450F-B203-1B9A4F7FB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C50B85-0641-4D7A-8BDA-91F3BD5DFE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A60A47E-7798-4D29-8003-D2284D7722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0248596-0506-4A70-85BF-B185252EFF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FFE5C9-8F9D-4A3D-8DE4-D3A60DB70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E82F2ED-8104-4604-9C8A-EC4BF0C642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4FFCBD-96CC-4A71-87BB-018F1DB404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5D669E-4A9F-4942-80B2-C59480BBB2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E09A979-F052-40AA-932B-E6F29FEAC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29754C-C73F-4EFE-AA49-000AFAC5C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FCAD6C-017B-49FA-A306-7F8CAB5D3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BC9D12A-EE16-4DE6-A871-EB96E79A2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724DAB-D5F1-48BE-AC38-1A8BB6E4F6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C162CE-007A-4399-9BAE-49666FF144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95C668-5894-485B-BC05-93A5277E0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299B116-FF17-46B2-91CE-B34D7EDAF7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11BAAD-4805-4422-848A-F076ED7BA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3E0F6B-3354-45A9-8389-DB0A94E2B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214900C-0E5F-483A-B6B7-A57C1F1AFD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2ADB68-A819-4167-8BC4-2695FC5FF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03F3D28-03A2-42F0-8D1E-DDAAD67A4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0D8B18-3601-4120-B02A-A0F4ECFBD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814460-D35C-4806-AA2B-6C6A0187A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AED6260-D511-4383-8875-928E31001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058E183-F883-4A87-A528-14F9D62E7A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93AAEB-B657-4CD6-AFF3-DD0CD3D36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CB2997-28A1-42A5-A6C2-D4CAF8FEA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703FB7B-F02D-4042-A097-BB068BFD1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D93FA3A-9454-4F39-8364-14E4D8B92E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0DDAD13-40AB-483E-87A8-AA2CFF991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9BDE91-8422-4DC5-B528-C75AC93FD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533AFC-F4C1-41B2-BA19-83CC77A0D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A8598A-40E8-4E04-BC87-83D75BA66C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19DA13-C0D2-4C66-9896-748CAA9A6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515359-1B85-441F-A96B-9775C8555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6DF5F91-DA19-48D3-AFEA-B8048ECC6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5C8A286-E1E7-4C6D-873D-22A28F0692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1989CA0-FB4D-4F1D-ACDD-4659B060F2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440" y="0"/>
            <a:ext cx="12188520" cy="6400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0" y="3119040"/>
            <a:ext cx="7537320" cy="2462400"/>
          </a:xfrm>
          <a:prstGeom prst="rect">
            <a:avLst/>
          </a:prstGeom>
          <a:solidFill>
            <a:srgbClr val="ffffff">
              <a:alpha val="93000"/>
            </a:srgbClr>
          </a:solidFill>
          <a:ln w="0">
            <a:noFill/>
          </a:ln>
        </p:spPr>
        <p:txBody>
          <a:bodyPr lIns="822960" tIns="731520" anchor="t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矩形 10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5"/>
          <p:cNvSpPr/>
          <p:nvPr/>
        </p:nvSpPr>
        <p:spPr>
          <a:xfrm>
            <a:off x="7848720" y="643320"/>
            <a:ext cx="3635640" cy="51134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直線接點​​(S) 10"/>
          <p:cNvSpPr/>
          <p:nvPr/>
        </p:nvSpPr>
        <p:spPr>
          <a:xfrm>
            <a:off x="8173440" y="266040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81280" y="1118160"/>
            <a:ext cx="33786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按一下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以新增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標題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4008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25196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4008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25196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8086320" y="2788920"/>
            <a:ext cx="3176280" cy="270648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按一下以編輯母片文字樣</a:t>
            </a: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1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dt" idx="2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sldNum" idx="3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8E6ED61-B65D-4CC7-AA17-FB8D43AF9EC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直線接點​​(S) 6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097280" y="2108160"/>
            <a:ext cx="3556800" cy="376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輯大綱文字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四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74480" y="211212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974480" y="403236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8110800" y="2112120"/>
            <a:ext cx="3035520" cy="375768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ftr" idx="4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dt" idx="5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6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E6650D33-72BB-42A1-9DDF-76F50B41B4A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矩形 5"/>
          <p:cNvSpPr/>
          <p:nvPr/>
        </p:nvSpPr>
        <p:spPr>
          <a:xfrm>
            <a:off x="0" y="4952880"/>
            <a:ext cx="12191760" cy="1904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65240" y="5120640"/>
            <a:ext cx="10058040" cy="82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3504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34340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802836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188720" y="2313360"/>
            <a:ext cx="9966600" cy="367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7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8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sldNum" idx="9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3C37DA00-1449-4C22-A180-AD43894A858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729840" y="639000"/>
            <a:ext cx="4812840" cy="3494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直線接點​​(S) 10"/>
          <p:cNvSpPr/>
          <p:nvPr/>
        </p:nvSpPr>
        <p:spPr>
          <a:xfrm>
            <a:off x="6804720" y="4294440"/>
            <a:ext cx="43891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42960" y="64008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40080" y="347472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10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dt" idx="11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sldNum" idx="12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1CCEB684-5E04-4E65-9BB6-8172466A316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ftr" idx="13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14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5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2F17129-1A16-4358-B287-551B82FB544D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188720" y="277416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3729600" y="276768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6270480" y="27763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8811720" y="27709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118872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18872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37292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body"/>
          </p:nvPr>
        </p:nvSpPr>
        <p:spPr>
          <a:xfrm>
            <a:off x="372888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4" name="PlaceHolder 13"/>
          <p:cNvSpPr>
            <a:spLocks noGrp="1"/>
          </p:cNvSpPr>
          <p:nvPr>
            <p:ph type="body"/>
          </p:nvPr>
        </p:nvSpPr>
        <p:spPr>
          <a:xfrm>
            <a:off x="626976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14"/>
          <p:cNvSpPr>
            <a:spLocks noGrp="1"/>
          </p:cNvSpPr>
          <p:nvPr>
            <p:ph type="body"/>
          </p:nvPr>
        </p:nvSpPr>
        <p:spPr>
          <a:xfrm>
            <a:off x="626940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15"/>
          <p:cNvSpPr>
            <a:spLocks noGrp="1"/>
          </p:cNvSpPr>
          <p:nvPr>
            <p:ph type="body"/>
          </p:nvPr>
        </p:nvSpPr>
        <p:spPr>
          <a:xfrm>
            <a:off x="88106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7" name="PlaceHolder 16"/>
          <p:cNvSpPr>
            <a:spLocks noGrp="1"/>
          </p:cNvSpPr>
          <p:nvPr>
            <p:ph type="body"/>
          </p:nvPr>
        </p:nvSpPr>
        <p:spPr>
          <a:xfrm>
            <a:off x="880956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1188720" y="2463480"/>
            <a:ext cx="9966600" cy="33681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ftr" idx="16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dt" idx="17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sldNum" idx="18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F00BB83E-37F7-42F3-8B45-DCF13C6C813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8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651600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body"/>
          </p:nvPr>
        </p:nvSpPr>
        <p:spPr>
          <a:xfrm>
            <a:off x="651600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ftr" idx="19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 type="dt" idx="20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6" name="PlaceHolder 8"/>
          <p:cNvSpPr>
            <a:spLocks noGrp="1"/>
          </p:cNvSpPr>
          <p:nvPr>
            <p:ph type="sldNum" idx="21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8EA95B-1F6D-4200-86BD-5A80D8F8ACC6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4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4572000" y="205128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body"/>
          </p:nvPr>
        </p:nvSpPr>
        <p:spPr>
          <a:xfrm>
            <a:off x="4572000" y="295236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0" name="PlaceHolder 6"/>
          <p:cNvSpPr>
            <a:spLocks noGrp="1"/>
          </p:cNvSpPr>
          <p:nvPr>
            <p:ph type="body"/>
          </p:nvPr>
        </p:nvSpPr>
        <p:spPr>
          <a:xfrm>
            <a:off x="795528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1" name="PlaceHolder 7"/>
          <p:cNvSpPr>
            <a:spLocks noGrp="1"/>
          </p:cNvSpPr>
          <p:nvPr>
            <p:ph type="body"/>
          </p:nvPr>
        </p:nvSpPr>
        <p:spPr>
          <a:xfrm>
            <a:off x="795528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8"/>
          <p:cNvSpPr>
            <a:spLocks noGrp="1"/>
          </p:cNvSpPr>
          <p:nvPr>
            <p:ph type="ftr" idx="22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3" name="PlaceHolder 9"/>
          <p:cNvSpPr>
            <a:spLocks noGrp="1"/>
          </p:cNvSpPr>
          <p:nvPr>
            <p:ph type="dt" idx="23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4" name="PlaceHolder 10"/>
          <p:cNvSpPr>
            <a:spLocks noGrp="1"/>
          </p:cNvSpPr>
          <p:nvPr>
            <p:ph type="sldNum" idx="24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C147256-C685-4A47-9BEE-05D2DB45A729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3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4" name="矩形 5"/>
          <p:cNvSpPr/>
          <p:nvPr/>
        </p:nvSpPr>
        <p:spPr>
          <a:xfrm>
            <a:off x="707400" y="1238400"/>
            <a:ext cx="3635640" cy="4355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6" name="直線接點​​(S) 7"/>
          <p:cNvSpPr/>
          <p:nvPr/>
        </p:nvSpPr>
        <p:spPr>
          <a:xfrm>
            <a:off x="1091880" y="286488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r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467244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827532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ftr" idx="25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dt" idx="26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2" name="PlaceHolder 7"/>
          <p:cNvSpPr>
            <a:spLocks noGrp="1"/>
          </p:cNvSpPr>
          <p:nvPr>
            <p:ph type="sldNum" idx="27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06127E-8233-4B11-96AF-0F3662F6AF58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直線接點​​(S) 7"/>
          <p:cNvSpPr/>
          <p:nvPr/>
        </p:nvSpPr>
        <p:spPr>
          <a:xfrm>
            <a:off x="7942320" y="2250360"/>
            <a:ext cx="34747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31080" y="640080"/>
            <a:ext cx="6912360" cy="53121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body"/>
          </p:nvPr>
        </p:nvSpPr>
        <p:spPr>
          <a:xfrm>
            <a:off x="7859520" y="2407320"/>
            <a:ext cx="3690000" cy="3461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ftr" idx="28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7" name="PlaceHolder 5"/>
          <p:cNvSpPr>
            <a:spLocks noGrp="1"/>
          </p:cNvSpPr>
          <p:nvPr>
            <p:ph type="dt" idx="29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8" name="PlaceHolder 6"/>
          <p:cNvSpPr>
            <a:spLocks noGrp="1"/>
          </p:cNvSpPr>
          <p:nvPr>
            <p:ph type="sldNum" idx="30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7D32957D-BE28-4B0F-8540-FC444F0AD28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電腦自動從資料中學習</a:t>
            </a:r>
          </a:p>
          <a:p>
            <a:pPr/>
            <a:r>
              <a:t>不需要明確的規則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/>
            <a:r>
              <a:t>電腦自動從資料中學習</a:t>
            </a:r>
          </a:p>
          <a:p>
            <a:pPr/>
            <a:r>
              <a:t>不需要明確的規則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監督式（有標籤）</a:t>
            </a:r>
          </a:p>
          <a:p>
            <a:pPr/>
            <a:r>
              <a:t>非監督式（無標籤）</a:t>
            </a:r>
          </a:p>
          <a:p>
            <a:pPr/>
            <a:r>
              <a:t>強化學習（獎懲系統）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/>
            <a:r>
              <a:t>監督式（有標籤）</a:t>
            </a:r>
          </a:p>
          <a:p>
            <a:pPr/>
            <a:r>
              <a:t>非監督式（無標籤）</a:t>
            </a:r>
          </a:p>
          <a:p>
            <a:pPr/>
            <a:r>
              <a:t>強化學習（獎懲系統）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Netflix推薦</a:t>
            </a:r>
          </a:p>
          <a:p>
            <a:pPr/>
            <a:r>
              <a:t>Google翻譯</a:t>
            </a:r>
          </a:p>
          <a:p>
            <a:pPr/>
            <a:r>
              <a:t>Tesla自動駕駛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/>
            <a:r>
              <a:t>Netflix推薦</a:t>
            </a:r>
          </a:p>
          <a:p>
            <a:pPr/>
            <a:r>
              <a:t>Google翻譯</a:t>
            </a:r>
          </a:p>
          <a:p>
            <a:pPr/>
            <a:r>
              <a:t>Tesla自動駕駛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FCB62-95E4-4C92-B513-7B00BDB2A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06859-B29F-4F92-B2F0-76FC253972D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7A2FD3F-46AE-4866-A9EA-54986E91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_RetrospectVTI</Template>
  <TotalTime>2</TotalTime>
  <Application>LibreOffice/7.3.7.2$Linux_X86_64 LibreOffice_project/30$Build-2</Application>
  <AppVersion>15.0000</AppVersion>
  <Words>583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2026-01-09T05:14:12Z</dcterms:created>
  <dc:creator/>
  <dc:description/>
  <dc:language>zh-TW</dc:language>
  <cp:lastModifiedBy/>
  <dcterms:modified xsi:type="dcterms:W3CDTF">2026-01-09T15:58:28Z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12</vt:i4>
  </property>
  <property fmtid="{D5CDD505-2E9C-101B-9397-08002B2CF9AE}" pid="4" name="PresentationFormat">
    <vt:lpwstr>寬螢幕</vt:lpwstr>
  </property>
  <property fmtid="{D5CDD505-2E9C-101B-9397-08002B2CF9AE}" pid="5" name="Slides">
    <vt:i4>12</vt:i4>
  </property>
</Properties>
</file>