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0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1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12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13.xml" ContentType="application/vnd.openxmlformats-officedocument.theme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14.xml" ContentType="application/vnd.openxmlformats-officedocument.theme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theme/theme15.xml" ContentType="application/vnd.openxmlformats-officedocument.theme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theme/theme16.xml" ContentType="application/vnd.openxmlformats-officedocument.theme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7.xml" ContentType="application/vnd.openxmlformats-officedocument.theme+xml"/>
  <Override PartName="/ppt/theme/theme1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  <p:sldMasterId id="2147483739" r:id="rId8"/>
    <p:sldMasterId id="2147483752" r:id="rId9"/>
    <p:sldMasterId id="2147483765" r:id="rId10"/>
    <p:sldMasterId id="2147483778" r:id="rId11"/>
    <p:sldMasterId id="2147483791" r:id="rId12"/>
    <p:sldMasterId id="2147483804" r:id="rId13"/>
    <p:sldMasterId id="2147483817" r:id="rId14"/>
    <p:sldMasterId id="2147483830" r:id="rId15"/>
    <p:sldMasterId id="2147483843" r:id="rId16"/>
    <p:sldMasterId id="2147483856" r:id="rId17"/>
  </p:sldMasterIdLst>
  <p:notesMasterIdLst>
    <p:notesMasterId r:id="rId22"/>
  </p:notesMasterIdLst>
  <p:sldIdLst>
    <p:sldId id="256" r:id="rId18"/>
    <p:sldId id="257" r:id="rId19"/>
    <p:sldId id="258" r:id="rId20"/>
    <p:sldId id="259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4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zh-TW" sz="1800" b="0" strike="noStrike" spc="-1">
                <a:solidFill>
                  <a:srgbClr val="000000"/>
                </a:solidFill>
                <a:latin typeface="Calibri Light"/>
              </a:rPr>
              <a:t>請按這裡移動投影片</a:t>
            </a: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zh-TW" sz="2000" b="0" strike="noStrike" spc="-1">
                <a:latin typeface="Arial"/>
              </a:rPr>
              <a:t>請按這裡編輯備註格式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0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&lt;頁首&gt;</a:t>
            </a:r>
          </a:p>
        </p:txBody>
      </p:sp>
      <p:sp>
        <p:nvSpPr>
          <p:cNvPr id="1031" name="PlaceHolder 4"/>
          <p:cNvSpPr>
            <a:spLocks noGrp="1"/>
          </p:cNvSpPr>
          <p:nvPr>
            <p:ph type="dt" idx="2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&lt;日期/時間&gt;</a:t>
            </a:r>
          </a:p>
        </p:txBody>
      </p:sp>
      <p:sp>
        <p:nvSpPr>
          <p:cNvPr id="1032" name="PlaceHolder 5"/>
          <p:cNvSpPr>
            <a:spLocks noGrp="1"/>
          </p:cNvSpPr>
          <p:nvPr>
            <p:ph type="ftr" idx="3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&lt;頁尾&gt;</a:t>
            </a:r>
          </a:p>
        </p:txBody>
      </p:sp>
      <p:sp>
        <p:nvSpPr>
          <p:cNvPr id="1033" name="PlaceHolder 6"/>
          <p:cNvSpPr>
            <a:spLocks noGrp="1"/>
          </p:cNvSpPr>
          <p:nvPr>
            <p:ph type="sldNum" idx="3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3602FF99-DE62-41B4-A65E-2111A1695F8E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CC8DC636-D5F9-4C4F-8AA9-28C1A3A0D2F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360669B5-2DBF-4800-87FF-A2FC3B13BAA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1B185C76-D5F6-4EBE-B197-DCCDD8B990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BF38456B-892E-4786-9B83-47F2242DEFA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1D972A3-1392-40EB-BB62-01350AECEC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2C9FE232-5A5D-49AD-B2A8-7A1D8868883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2AD9247A-E375-400A-99BC-9C5B7CCE96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C27F28D8-A808-4838-9846-AEE9B08A7B9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60DF1E2A-51CB-48B2-91DC-7AE4DEA4442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2A2E738D-DC8D-4829-848A-F64B8E1BA3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E20C688A-89A2-40C3-A373-8A1946FE2B6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224D70D2-1C59-4165-B9B6-A4FE812B0AF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C563854-90EB-41B9-BB56-37DB8162FD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1BD8C-AAB4-4200-AE15-08F02BF95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8721A57-D446-46D3-ABAC-CCD1400B11A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C264EEA-17DA-4F6F-A722-C6F4045B354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9F39052-4107-4F77-ACE4-1FBF80A962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D2F76AC-233F-4833-9AD7-6117D6BBF0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19C26E1-3F73-41E8-9C95-BFABE46BBC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D7AF611-A60E-47E5-9C61-CE2F9B21ABE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3529AA7-71DD-48DC-B17A-B0EC622C8F5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B742326-F198-454B-B244-BC1A2E24E29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2385A74-6B59-4264-A7BE-C19F598284C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7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63C62AE-F7E6-4F5B-8D61-CF3FB1DDC3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3C61E09-E915-405E-B738-8543C6D4B38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95DB3AF-427A-47FD-BA9E-73EB9A9C99D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66DA7BB-611A-4205-A9C4-2CA117DB377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010EFC9-4603-4575-A03B-D1AA0F75C3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EDBA040-5D75-427C-8FFF-BE35CB6F88D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897F44B-A5A7-4AC0-A5A8-CF6E75F031A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FC0BDC3-B48F-4F1B-B0AE-FC3263560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C28181D-EE15-481C-A49E-E90533978C7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51BEB30-EBF5-407C-B256-78C127C2A7C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E1EA63E-D02C-4723-9304-26935D9A70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C3434A6-D709-460C-9BFD-91EA680E17B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4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5C7A062-E1E9-4CBF-8EB9-96EB1E748AC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0B8BD0FC-E486-493F-AD9D-E3DA6BC387B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3B1F9C5F-1DCF-4415-81C6-767410DF40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DFD1B2E3-57B5-4A9B-820E-0E1AEA98130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1FF2D216-AF85-4264-889C-1C39D80FCC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A96E93FA-D1C5-441D-BBAC-A8E713D2A09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ECC868BE-20C9-411A-9251-86444D25BBB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FDA6A1F1-C39D-4D75-86D2-3A583F7E1A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D4853187-ED16-44BC-9C15-AE15BE68CB1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526BC5FC-4E6F-44EA-86D5-F0BC17AED56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E4444A3F-300B-48BF-8CF3-CE6C0638B8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05A87BC8-2B88-4887-862C-078293C98F0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9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B402EE4E-5A6E-4AAD-84F8-859B352C30E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24AC524-2962-4480-AE6C-4AC4A4E1F18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EB65AD6C-FBDE-4F6B-A532-D9BFC795F3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D37F3403-7B40-4A89-8E67-40124C5FA65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CC59ACD-3F3D-4310-9BE1-85EB4F4587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B7B79C6-F2AC-4193-8722-563E91D731E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72295E9-056D-4DF0-8E81-5EDBF06B83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9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7AEBD61-C29B-42FF-A241-004725355B1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3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4B1BF63-9129-45CA-91DB-D4E926A141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7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0D7F767-B5FA-4D60-87C3-74EDC62695A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E3C57CC-0FBA-453E-A2F6-8173DE9EF92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5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F9F30F6-97D0-4865-A90E-01324268E6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9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0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1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2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6A6D81A-3AA2-48F4-9549-C5B5B41E614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D41CE35F-8431-4AE6-9F41-FD1DBD8A41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CCAC4ED8-E4EE-42E5-83A4-CE67D503EF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17ADA8C-07B2-4C8F-AF96-E37767B778A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382AA774-F93F-43BB-9FA0-F03BB351512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BD3C336-317E-48F0-A0E9-DD3B09A6408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D31F51D-3526-4274-A299-212B255943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63591923-7683-44B5-86DD-3EB0977BDFB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5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E1B6CBC-E9FF-4B9B-892D-C34ADD3C028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9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BF59ACC-5CF2-4CDF-96C8-91DE724639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252BA63A-78DA-4566-AB3E-8758D740EA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6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7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9B8B1C1C-407F-4F12-B60E-A13904A0004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1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2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3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4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909B7873-808E-4DAC-AFE0-68B7185EFF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D31081A-F977-4E4D-8FCF-56E113F28E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E96B905-BD09-4042-90C9-4EF5AD8C7D0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1257E4E-B965-439A-8024-B6521CFE500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0BA4975-9527-437E-953F-BD0DB720BF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B0162E3-3ECC-4F99-9FA6-19F09E8309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A7A34E3-181D-4504-BCD9-285F6779446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3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B49436-5A6C-4A7B-B03E-6900762A8FD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7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EF8B65-B5F9-46F9-B58F-140B7F9D85E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B07B8F-E78E-433B-9D0B-AF26A3C5CA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EA111F6-11D0-422D-8942-4FD9ADA8B91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8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9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72F2F1C-A412-4CFF-A32F-71ED76DF93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4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5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6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FCD526-1218-4EA5-8290-C31C45548A1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B217665E-E480-47EA-9972-42E172E2D64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8A79AD63-6311-4257-932B-9DD731E028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3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C9A5D0BA-86C1-428B-8889-B57787C1790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9BFCA2B2-7682-4D8F-9CC5-7946404884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404D0D92-67E2-4110-B6EB-FF3C3F521BD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F7CF15F5-3773-4843-B2C9-F249B2D0173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CC2242EF-8E42-4AB5-8AE3-CA8B219CE6B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3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B6A10047-66E4-470C-B570-792C04EF1D1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7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02E40EC9-53D9-4641-96D7-B8B8239B22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637948EA-1B4E-4CF7-AF93-28304B28F30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4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5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BF3C1669-CA8D-4A87-B620-751EFAF74CE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9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60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61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62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DB275A5C-9260-4FD6-A054-FBAF22618D9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3A8B93B1-1181-47C4-B4B4-BE0C5AED6ED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372F5FC4-C1E2-435E-B05F-FF7E7EB62F0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8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B837527A-B8DE-4FF9-A510-B26BDE55C72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EB1EE93F-BF17-4264-B70C-25375C7E2B2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724BA15E-3330-49FF-AE48-B2926711F4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7251ED20-2B36-4002-A77E-1C79DF860F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9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93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8B338238-E107-43FC-8840-E4EC9AC37A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97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6A1CF6A1-0BE6-4E42-B8D2-8B166F8F71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9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0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788003BA-F9C1-4C15-AB57-D2B721A26D4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0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BD41B992-DD39-4DBE-96C8-6D14CEC7B6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0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09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96935844-4F27-4E3B-8711-52E53A9A1E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1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13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14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15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16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73B848CC-1694-498A-97CA-8CAD12A0750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FCDC31E7-37F0-48BA-A321-185178F47C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36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7A2BD389-64BF-468D-8EC1-16AE7377C47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38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229C3EC5-BAC3-4BF0-A0B2-B4F664FB99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4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41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FCCDFA23-46FA-4515-8EEC-25C3F39A0A0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418A5039-7D55-4625-8B7A-5E32DFB49F8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C659A531-FDC0-490E-9701-A89B2750777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4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47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80BB9607-2F06-441B-91E0-7B84039D976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4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51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8A095610-E82C-4B40-B434-820A9FD2877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5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55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4BCA55E9-603C-4B01-B68F-26FB145980F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5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38B38A09-ABF6-413B-AFFB-6CD74288E8F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6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2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3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A684AEAC-87A8-4F8A-A908-1CC5A18CD68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6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7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8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9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70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3945D4A0-3141-41C1-8A02-11435A92C8F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8AA7D9D5-EB68-459A-B22C-6B30159108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92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E70C9BC2-7611-4DDA-81EE-F16DE1B4CB4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9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7B157B6B-1EF3-4041-8E5C-780DB1524A1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9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FADE6981-DBC3-427E-9B4B-25923581F32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D7C79396-43E1-4A25-85BA-1A31803A62C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F69FA395-B9CC-42AF-88A0-AF7A13DACE4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0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03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A7BC2CAA-8173-4A9D-A533-BBC46AB487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0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0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07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39C9A6E6-2518-450E-93EB-E6EA5B07F7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0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C73CD4E1-0CA2-48EF-9619-35CAF1F7CB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1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DB67B27A-972E-4D81-8B05-DB50573CEE8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1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9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23D8C120-475C-4576-97EF-B8F09C41CD7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2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23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24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25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26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A763DD9A-3548-44C6-9DB7-89736B3A23E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21887B04-C5DD-4F58-B421-2C6B4B649B9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69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1AA42F4E-7086-41FE-B697-0DF2EBAC48D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7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555BF6E6-6FCF-4E8C-9BCC-C926DF5EF1B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7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955E4F2D-804B-4A50-9409-2584984C48A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A211F3DD-82F0-4BD6-8A15-03EAF2C3ED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01C143C1-EB97-4287-B7DE-E9BAC106EA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78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79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80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CB770FCB-6FCD-4A2B-A50A-408D07A3831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8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8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84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460371F0-42A1-46F2-A9A9-0811A955051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8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8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8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024D799A-C41C-4B48-BC9B-9CA70C2215C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9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91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774F75DC-2444-4929-ABF0-6A78E25947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9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94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95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96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4B2F7842-E78C-4C0A-A054-314FC76D953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98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00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01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02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03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3C744380-30FA-4F9E-B9D6-C9169D46D21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AC169C20-9B1D-405C-94FC-C95E37E889F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17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6380CCEB-7C7F-4B80-8046-90EF2925C9C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1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145B07A0-E521-4507-A059-63265B2F7FD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2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F9322781-F61F-4170-A797-7B632FF8E70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43B79F85-FB36-40FD-8E7D-C6C74133931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55515297-BA04-4D38-8F8C-FD9931B60C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2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2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C36FA97D-631E-470A-AEFB-79F14F7F2E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3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31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32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88A5CB1C-C943-4614-B24C-561D6473251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3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35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36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DA0092A1-BF9E-4293-A385-375EE176CF6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38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FB1FCCDA-0049-4751-BC8E-D8B90ED8C8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4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43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44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8F0E8FA5-53BA-4BE5-8F06-5F415331A28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4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47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48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49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50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51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8D54A21B-0574-4558-B339-5CC7FF363C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9CBB8460-1A6E-4B50-BB49-15D23464BFA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87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2515F193-30A5-45A6-914D-8864373D069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8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4AB453DA-F0C3-4129-B5CF-BE7574B5CCB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9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9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523472B7-E1C0-4EDA-A509-FA3E00B813F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A9903C53-0E72-444C-943F-3FFA53B101F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4606F72C-A054-4334-AFA3-C01A7FFBAA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9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9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9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839F0EF6-811E-44F8-A91A-1419B8CC9B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01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02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3B5F5AB5-F093-4A2A-B8DB-046717EDA7F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05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06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A2745BD9-0811-4742-B53B-756D665B8D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8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09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B8CD96E3-7D2A-4E35-9DF0-F494DFC22E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1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13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14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C978CA7A-D931-40B1-9914-03A6B6E8A18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1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17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18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19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20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21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DA82CADA-B9EF-4D53-B87E-0389FE6F3AC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AAA106D5-90C6-496E-8C75-2FF144729E1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42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39CD40E2-72C4-416A-A786-3640F0D1674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4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17F59B59-C51C-4E16-8465-27E1A3974F2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4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4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52F8B8F0-7EB3-467A-8017-1E1F1255535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3469413D-991C-4DCD-9760-B6BD054518F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CB81E500-3B1A-4D14-92D1-1B784D1299A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5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5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53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FC1E580F-DFDA-4DA8-94E6-DEC582AAAAE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5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5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57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1725008A-4777-4A6A-9599-F8215EBEB6B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5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32B86E55-FB15-40AE-8C96-A2EB9E033F3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6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4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D912BA01-7DBC-4EAF-9A3C-FFCE57562E7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6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9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8878EF54-8AEA-4718-A72D-D1F3F717E85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7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72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73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74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75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76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35AA6C80-317D-4CD0-ADD6-01C55EC867F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93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9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9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0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0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04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0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0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08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1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11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12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1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15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1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19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20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2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23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24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25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26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27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theme" Target="../theme/theme13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4.xml"/><Relationship Id="rId13" Type="http://schemas.openxmlformats.org/officeDocument/2006/relationships/theme" Target="../theme/theme14.xml"/><Relationship Id="rId3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3.xml"/><Relationship Id="rId12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62.xml"/><Relationship Id="rId11" Type="http://schemas.openxmlformats.org/officeDocument/2006/relationships/slideLayout" Target="../slideLayouts/slideLayout167.xml"/><Relationship Id="rId5" Type="http://schemas.openxmlformats.org/officeDocument/2006/relationships/slideLayout" Target="../slideLayouts/slideLayout161.xml"/><Relationship Id="rId10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60.xml"/><Relationship Id="rId9" Type="http://schemas.openxmlformats.org/officeDocument/2006/relationships/slideLayout" Target="../slideLayouts/slideLayout165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6.xml"/><Relationship Id="rId13" Type="http://schemas.openxmlformats.org/officeDocument/2006/relationships/theme" Target="../theme/theme15.xml"/><Relationship Id="rId3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75.xml"/><Relationship Id="rId12" Type="http://schemas.openxmlformats.org/officeDocument/2006/relationships/slideLayout" Target="../slideLayouts/slideLayout180.xml"/><Relationship Id="rId2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74.xml"/><Relationship Id="rId11" Type="http://schemas.openxmlformats.org/officeDocument/2006/relationships/slideLayout" Target="../slideLayouts/slideLayout179.xml"/><Relationship Id="rId5" Type="http://schemas.openxmlformats.org/officeDocument/2006/relationships/slideLayout" Target="../slideLayouts/slideLayout173.xml"/><Relationship Id="rId10" Type="http://schemas.openxmlformats.org/officeDocument/2006/relationships/slideLayout" Target="../slideLayouts/slideLayout178.xml"/><Relationship Id="rId4" Type="http://schemas.openxmlformats.org/officeDocument/2006/relationships/slideLayout" Target="../slideLayouts/slideLayout172.xml"/><Relationship Id="rId9" Type="http://schemas.openxmlformats.org/officeDocument/2006/relationships/slideLayout" Target="../slideLayouts/slideLayout177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8.xml"/><Relationship Id="rId13" Type="http://schemas.openxmlformats.org/officeDocument/2006/relationships/theme" Target="../theme/theme16.xml"/><Relationship Id="rId3" Type="http://schemas.openxmlformats.org/officeDocument/2006/relationships/slideLayout" Target="../slideLayouts/slideLayout183.xml"/><Relationship Id="rId7" Type="http://schemas.openxmlformats.org/officeDocument/2006/relationships/slideLayout" Target="../slideLayouts/slideLayout187.xml"/><Relationship Id="rId12" Type="http://schemas.openxmlformats.org/officeDocument/2006/relationships/slideLayout" Target="../slideLayouts/slideLayout192.xml"/><Relationship Id="rId2" Type="http://schemas.openxmlformats.org/officeDocument/2006/relationships/slideLayout" Target="../slideLayouts/slideLayout182.xml"/><Relationship Id="rId1" Type="http://schemas.openxmlformats.org/officeDocument/2006/relationships/slideLayout" Target="../slideLayouts/slideLayout181.xml"/><Relationship Id="rId6" Type="http://schemas.openxmlformats.org/officeDocument/2006/relationships/slideLayout" Target="../slideLayouts/slideLayout186.xml"/><Relationship Id="rId11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85.xml"/><Relationship Id="rId10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84.xml"/><Relationship Id="rId9" Type="http://schemas.openxmlformats.org/officeDocument/2006/relationships/slideLayout" Target="../slideLayouts/slideLayout189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0.xml"/><Relationship Id="rId13" Type="http://schemas.openxmlformats.org/officeDocument/2006/relationships/theme" Target="../theme/theme17.xml"/><Relationship Id="rId3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9.xml"/><Relationship Id="rId12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94.xml"/><Relationship Id="rId1" Type="http://schemas.openxmlformats.org/officeDocument/2006/relationships/slideLayout" Target="../slideLayouts/slideLayout193.xml"/><Relationship Id="rId6" Type="http://schemas.openxmlformats.org/officeDocument/2006/relationships/slideLayout" Target="../slideLayouts/slideLayout198.xml"/><Relationship Id="rId11" Type="http://schemas.openxmlformats.org/officeDocument/2006/relationships/slideLayout" Target="../slideLayouts/slideLayout203.xml"/><Relationship Id="rId5" Type="http://schemas.openxmlformats.org/officeDocument/2006/relationships/slideLayout" Target="../slideLayouts/slideLayout197.xml"/><Relationship Id="rId10" Type="http://schemas.openxmlformats.org/officeDocument/2006/relationships/slideLayout" Target="../slideLayouts/slideLayout202.xml"/><Relationship Id="rId4" Type="http://schemas.openxmlformats.org/officeDocument/2006/relationships/slideLayout" Target="../slideLayouts/slideLayout196.xml"/><Relationship Id="rId9" Type="http://schemas.openxmlformats.org/officeDocument/2006/relationships/slideLayout" Target="../slideLayouts/slideLayout20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八邊形 6" hidden="1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" name="橢圓​​ 8" hidden="1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橢圓​​ 9" hidden="1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橢圓​​ 13" hidden="1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矩形 17" hidden="1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矩形 18" hidden="1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" name="矩形 19" hidden="1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" name="矩形 20" hidden="1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txBody>
          <a:bodyPr lIns="360000" tIns="360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100" b="0" i="1" strike="noStrike" spc="-1">
                <a:solidFill>
                  <a:srgbClr val="000000"/>
                </a:solidFill>
                <a:latin typeface="Times New Roman"/>
              </a:rPr>
              <a:t>在這裡插入影像或將影像拖放到這裡</a:t>
            </a:r>
            <a:endParaRPr lang="en-US" sz="11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solidFill>
            <a:srgbClr val="262626">
              <a:alpha val="80000"/>
            </a:srgbClr>
          </a:solidFill>
          <a:ln w="0">
            <a:noFill/>
          </a:ln>
        </p:spPr>
        <p:txBody>
          <a:bodyPr lIns="288000" tIns="0" rIns="2160000" bIns="144000" anchor="b">
            <a:noAutofit/>
          </a:bodyPr>
          <a:lstStyle/>
          <a:p>
            <a:pPr algn="r">
              <a:lnSpc>
                <a:spcPct val="90000"/>
              </a:lnSpc>
              <a:buNone/>
            </a:pPr>
            <a:r>
              <a:rPr lang="zh-TW" sz="4200" b="0" strike="noStrike" spc="-151">
                <a:solidFill>
                  <a:srgbClr val="FFFFFF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lang="en-US" sz="4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" name="直線接點​​ 4"/>
          <p:cNvSpPr/>
          <p:nvPr/>
        </p:nvSpPr>
        <p:spPr>
          <a:xfrm>
            <a:off x="7777080" y="2412000"/>
            <a:ext cx="360" cy="1100160"/>
          </a:xfrm>
          <a:prstGeom prst="line">
            <a:avLst/>
          </a:prstGeom>
          <a:ln>
            <a:solidFill>
              <a:srgbClr val="9ACB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065080" y="2587680"/>
            <a:ext cx="1343880" cy="703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FFFFFF"/>
                </a:solidFill>
                <a:latin typeface="Calibri Light"/>
              </a:rPr>
              <a:t>標誌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4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5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80" y="3517920"/>
            <a:ext cx="6011640" cy="14094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b">
            <a:noAutofit/>
          </a:bodyPr>
          <a:lstStyle/>
          <a:p>
            <a:pPr algn="r">
              <a:lnSpc>
                <a:spcPct val="90000"/>
              </a:lnSpc>
              <a:buNone/>
            </a:pPr>
            <a:r>
              <a:rPr lang="zh-TW" sz="4200" b="0" strike="noStrike" spc="-151">
                <a:solidFill>
                  <a:srgbClr val="FFFFFF"/>
                </a:solidFill>
                <a:latin typeface="Microsoft JhengHei UI"/>
                <a:ea typeface="Microsoft JhengHei UI"/>
              </a:rPr>
              <a:t>按一下以編輯 </a:t>
            </a:r>
            <a:br>
              <a:rPr sz="4200"/>
            </a:br>
            <a:r>
              <a:rPr lang="zh-TW" sz="4200" b="0" strike="noStrike" spc="-151">
                <a:solidFill>
                  <a:srgbClr val="FFFFFF"/>
                </a:solidFill>
                <a:latin typeface="Microsoft JhengHei UI"/>
                <a:ea typeface="Microsoft JhengHei UI"/>
              </a:rPr>
              <a:t>母片標題樣式</a:t>
            </a:r>
            <a:endParaRPr lang="en-US" sz="4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1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1" i="1" strike="noStrike" spc="-1">
                <a:solidFill>
                  <a:srgbClr val="00000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E6213E92-5907-43E7-BCCD-D7EE035C9C45}" type="slidenum">
              <a:rPr lang="en-US" sz="1200" b="1" i="1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8" name="文字方塊 5"/>
          <p:cNvSpPr/>
          <p:nvPr/>
        </p:nvSpPr>
        <p:spPr>
          <a:xfrm>
            <a:off x="5861880" y="661320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83880" y="86760"/>
            <a:ext cx="6008760" cy="3430800"/>
          </a:xfrm>
          <a:prstGeom prst="rect">
            <a:avLst/>
          </a:prstGeom>
          <a:solidFill>
            <a:srgbClr val="262626"/>
          </a:solidFill>
          <a:ln w="0">
            <a:noFill/>
          </a:ln>
        </p:spPr>
        <p:txBody>
          <a:bodyPr lIns="0" tIns="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100" b="0" i="1" strike="noStrike" spc="-1">
                <a:solidFill>
                  <a:srgbClr val="D9D9D9"/>
                </a:solidFill>
                <a:latin typeface="Microsoft JhengHei UI"/>
                <a:ea typeface="Microsoft JhengHei UI"/>
              </a:rPr>
              <a:t>在這裡插入影像或將影像拖放到這裡</a:t>
            </a:r>
            <a:endParaRPr lang="en-US" sz="11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464160" y="1152000"/>
            <a:ext cx="5307480" cy="46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marL="266760" indent="-26676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zh-TW" sz="18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542880" lvl="1" indent="-27612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809640" lvl="2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1076400" lvl="3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1343160" lvl="4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2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3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5" name="橢圓​​ 27"/>
          <p:cNvSpPr/>
          <p:nvPr/>
        </p:nvSpPr>
        <p:spPr>
          <a:xfrm>
            <a:off x="30506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橢圓 28"/>
          <p:cNvSpPr/>
          <p:nvPr/>
        </p:nvSpPr>
        <p:spPr>
          <a:xfrm>
            <a:off x="534492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橢圓​​ 29"/>
          <p:cNvSpPr/>
          <p:nvPr/>
        </p:nvSpPr>
        <p:spPr>
          <a:xfrm>
            <a:off x="763956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橢圓​​ 30"/>
          <p:cNvSpPr/>
          <p:nvPr/>
        </p:nvSpPr>
        <p:spPr>
          <a:xfrm>
            <a:off x="99338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橢圓​​ 8"/>
          <p:cNvSpPr/>
          <p:nvPr/>
        </p:nvSpPr>
        <p:spPr>
          <a:xfrm>
            <a:off x="7592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TW" sz="32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lang="en-US" sz="3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ftr" idx="2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3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85E5120D-EBF7-43A2-A9A1-2E7221004C38}" type="slidenum">
              <a: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272592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502056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7314840" y="468360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960948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7" name="PlaceHolder 8"/>
          <p:cNvSpPr>
            <a:spLocks noGrp="1"/>
          </p:cNvSpPr>
          <p:nvPr>
            <p:ph type="body"/>
          </p:nvPr>
        </p:nvSpPr>
        <p:spPr>
          <a:xfrm>
            <a:off x="431640" y="3926160"/>
            <a:ext cx="215964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lang="en-US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1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8" name="PlaceHolder 9"/>
          <p:cNvSpPr>
            <a:spLocks noGrp="1"/>
          </p:cNvSpPr>
          <p:nvPr>
            <p:ph type="body"/>
          </p:nvPr>
        </p:nvSpPr>
        <p:spPr>
          <a:xfrm>
            <a:off x="272592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lang="en-US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2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9" name="PlaceHolder 10"/>
          <p:cNvSpPr>
            <a:spLocks noGrp="1"/>
          </p:cNvSpPr>
          <p:nvPr>
            <p:ph type="body"/>
          </p:nvPr>
        </p:nvSpPr>
        <p:spPr>
          <a:xfrm>
            <a:off x="502056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lang="en-US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3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0" name="PlaceHolder 11"/>
          <p:cNvSpPr>
            <a:spLocks noGrp="1"/>
          </p:cNvSpPr>
          <p:nvPr>
            <p:ph type="body"/>
          </p:nvPr>
        </p:nvSpPr>
        <p:spPr>
          <a:xfrm>
            <a:off x="731484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lang="en-US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4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1" name="PlaceHolder 12"/>
          <p:cNvSpPr>
            <a:spLocks noGrp="1"/>
          </p:cNvSpPr>
          <p:nvPr>
            <p:ph type="body"/>
          </p:nvPr>
        </p:nvSpPr>
        <p:spPr>
          <a:xfrm>
            <a:off x="960948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lang="en-US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5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2" name="PlaceHolder 13"/>
          <p:cNvSpPr>
            <a:spLocks noGrp="1"/>
          </p:cNvSpPr>
          <p:nvPr>
            <p:ph type="body"/>
          </p:nvPr>
        </p:nvSpPr>
        <p:spPr>
          <a:xfrm>
            <a:off x="432000" y="4683240"/>
            <a:ext cx="215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3" name="PlaceHolder 14"/>
          <p:cNvSpPr>
            <a:spLocks noGrp="1"/>
          </p:cNvSpPr>
          <p:nvPr>
            <p:ph type="body"/>
          </p:nvPr>
        </p:nvSpPr>
        <p:spPr>
          <a:xfrm>
            <a:off x="108648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4" name="PlaceHolder 15"/>
          <p:cNvSpPr>
            <a:spLocks noGrp="1"/>
          </p:cNvSpPr>
          <p:nvPr>
            <p:ph type="body"/>
          </p:nvPr>
        </p:nvSpPr>
        <p:spPr>
          <a:xfrm>
            <a:off x="338004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5" name="PlaceHolder 16"/>
          <p:cNvSpPr>
            <a:spLocks noGrp="1"/>
          </p:cNvSpPr>
          <p:nvPr>
            <p:ph type="body"/>
          </p:nvPr>
        </p:nvSpPr>
        <p:spPr>
          <a:xfrm>
            <a:off x="567396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6" name="PlaceHolder 17"/>
          <p:cNvSpPr>
            <a:spLocks noGrp="1"/>
          </p:cNvSpPr>
          <p:nvPr>
            <p:ph type="body"/>
          </p:nvPr>
        </p:nvSpPr>
        <p:spPr>
          <a:xfrm>
            <a:off x="796752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7" name="PlaceHolder 18"/>
          <p:cNvSpPr>
            <a:spLocks noGrp="1"/>
          </p:cNvSpPr>
          <p:nvPr>
            <p:ph type="body"/>
          </p:nvPr>
        </p:nvSpPr>
        <p:spPr>
          <a:xfrm>
            <a:off x="1026144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8" name="直線接點​​(S) 24"/>
          <p:cNvSpPr/>
          <p:nvPr/>
        </p:nvSpPr>
        <p:spPr>
          <a:xfrm>
            <a:off x="2658960" y="2052000"/>
            <a:ext cx="360" cy="14871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" name="直線接點 25"/>
          <p:cNvSpPr/>
          <p:nvPr/>
        </p:nvSpPr>
        <p:spPr>
          <a:xfrm>
            <a:off x="4953240" y="2052000"/>
            <a:ext cx="360" cy="14871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0" name="直線接點​​(S) 26"/>
          <p:cNvSpPr/>
          <p:nvPr/>
        </p:nvSpPr>
        <p:spPr>
          <a:xfrm>
            <a:off x="7247880" y="2052000"/>
            <a:ext cx="360" cy="14871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" name="直線接點​​(S) 35"/>
          <p:cNvSpPr/>
          <p:nvPr/>
        </p:nvSpPr>
        <p:spPr>
          <a:xfrm>
            <a:off x="9542520" y="2052000"/>
            <a:ext cx="360" cy="14871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9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0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1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2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3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4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5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6" name="橢圓​​ 19"/>
          <p:cNvSpPr/>
          <p:nvPr/>
        </p:nvSpPr>
        <p:spPr>
          <a:xfrm>
            <a:off x="30506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7" name="橢圓​​ 21"/>
          <p:cNvSpPr/>
          <p:nvPr/>
        </p:nvSpPr>
        <p:spPr>
          <a:xfrm>
            <a:off x="534492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8" name="橢圓​​ 25"/>
          <p:cNvSpPr/>
          <p:nvPr/>
        </p:nvSpPr>
        <p:spPr>
          <a:xfrm>
            <a:off x="7592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9" name="PlaceHolder 1"/>
          <p:cNvSpPr>
            <a:spLocks noGrp="1"/>
          </p:cNvSpPr>
          <p:nvPr>
            <p:ph type="body"/>
          </p:nvPr>
        </p:nvSpPr>
        <p:spPr>
          <a:xfrm>
            <a:off x="108648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338004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567396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2" name="矩形 41"/>
          <p:cNvSpPr/>
          <p:nvPr/>
        </p:nvSpPr>
        <p:spPr>
          <a:xfrm>
            <a:off x="7632720" y="86760"/>
            <a:ext cx="4472280" cy="668412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1372"/>
                </a:srgbClr>
              </a:gs>
            </a:gsLst>
            <a:lin ang="12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7632720" y="86760"/>
            <a:ext cx="4472280" cy="6478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100" b="0" i="1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在這裡插入影像或將影像拖放到這裡</a:t>
            </a:r>
            <a:endParaRPr lang="en-US" sz="11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TW" sz="32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lang="en-US" sz="3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5" name="PlaceHolder 6"/>
          <p:cNvSpPr>
            <a:spLocks noGrp="1"/>
          </p:cNvSpPr>
          <p:nvPr>
            <p:ph type="ftr" idx="4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6" name="PlaceHolder 7"/>
          <p:cNvSpPr>
            <a:spLocks noGrp="1"/>
          </p:cNvSpPr>
          <p:nvPr>
            <p:ph type="body"/>
          </p:nvPr>
        </p:nvSpPr>
        <p:spPr>
          <a:xfrm>
            <a:off x="272592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7" name="PlaceHolder 8"/>
          <p:cNvSpPr>
            <a:spLocks noGrp="1"/>
          </p:cNvSpPr>
          <p:nvPr>
            <p:ph type="body"/>
          </p:nvPr>
        </p:nvSpPr>
        <p:spPr>
          <a:xfrm>
            <a:off x="502056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8" name="PlaceHolder 9"/>
          <p:cNvSpPr>
            <a:spLocks noGrp="1"/>
          </p:cNvSpPr>
          <p:nvPr>
            <p:ph type="body"/>
          </p:nvPr>
        </p:nvSpPr>
        <p:spPr>
          <a:xfrm>
            <a:off x="431640" y="3926160"/>
            <a:ext cx="215964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lang="en-US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1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9" name="PlaceHolder 10"/>
          <p:cNvSpPr>
            <a:spLocks noGrp="1"/>
          </p:cNvSpPr>
          <p:nvPr>
            <p:ph type="body"/>
          </p:nvPr>
        </p:nvSpPr>
        <p:spPr>
          <a:xfrm>
            <a:off x="272592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lang="en-US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2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90" name="PlaceHolder 11"/>
          <p:cNvSpPr>
            <a:spLocks noGrp="1"/>
          </p:cNvSpPr>
          <p:nvPr>
            <p:ph type="body"/>
          </p:nvPr>
        </p:nvSpPr>
        <p:spPr>
          <a:xfrm>
            <a:off x="502056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lang="en-US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3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91" name="PlaceHolder 12"/>
          <p:cNvSpPr>
            <a:spLocks noGrp="1"/>
          </p:cNvSpPr>
          <p:nvPr>
            <p:ph type="body"/>
          </p:nvPr>
        </p:nvSpPr>
        <p:spPr>
          <a:xfrm>
            <a:off x="432000" y="4683240"/>
            <a:ext cx="215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92" name="八邊形 50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3" name="橢圓​​ 51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4" name="橢圓​​ 52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" name="橢圓​​ 5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6" name="PlaceHolder 13"/>
          <p:cNvSpPr>
            <a:spLocks noGrp="1"/>
          </p:cNvSpPr>
          <p:nvPr>
            <p:ph type="sldNum" idx="5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1" i="1" strike="noStrike" spc="-1">
                <a:solidFill>
                  <a:srgbClr val="00000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3D34B32B-A805-4C40-BE4C-141C42C775D3}" type="slidenum">
              <a:rPr lang="en-US" sz="1200" b="1" i="1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197" name="直線接點​​(S) 22"/>
          <p:cNvSpPr/>
          <p:nvPr/>
        </p:nvSpPr>
        <p:spPr>
          <a:xfrm>
            <a:off x="2658960" y="2052000"/>
            <a:ext cx="360" cy="14871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8" name="直線接點​​(S) 23"/>
          <p:cNvSpPr/>
          <p:nvPr/>
        </p:nvSpPr>
        <p:spPr>
          <a:xfrm>
            <a:off x="4953240" y="2052000"/>
            <a:ext cx="360" cy="14871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6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7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8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9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0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1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2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3" name="橢圓​​ 34"/>
          <p:cNvSpPr/>
          <p:nvPr/>
        </p:nvSpPr>
        <p:spPr>
          <a:xfrm>
            <a:off x="7066080" y="1366560"/>
            <a:ext cx="1371240" cy="137124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4" name="橢圓​​ 32"/>
          <p:cNvSpPr/>
          <p:nvPr/>
        </p:nvSpPr>
        <p:spPr>
          <a:xfrm>
            <a:off x="7066080" y="2931120"/>
            <a:ext cx="1371240" cy="137124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5" name="橢圓​​ 33"/>
          <p:cNvSpPr/>
          <p:nvPr/>
        </p:nvSpPr>
        <p:spPr>
          <a:xfrm>
            <a:off x="7066080" y="4496040"/>
            <a:ext cx="1371240" cy="137124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6" name="矩形 41"/>
          <p:cNvSpPr/>
          <p:nvPr/>
        </p:nvSpPr>
        <p:spPr>
          <a:xfrm>
            <a:off x="97560" y="86760"/>
            <a:ext cx="6207840" cy="668412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1372"/>
                </a:srgbClr>
              </a:gs>
            </a:gsLst>
            <a:lin ang="12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7" name="PlaceHolder 1"/>
          <p:cNvSpPr>
            <a:spLocks noGrp="1"/>
          </p:cNvSpPr>
          <p:nvPr>
            <p:ph type="body"/>
          </p:nvPr>
        </p:nvSpPr>
        <p:spPr>
          <a:xfrm>
            <a:off x="97560" y="496080"/>
            <a:ext cx="6207840" cy="62748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100" b="0" i="1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在這裡插入影像或將影像拖放到這裡</a:t>
            </a:r>
            <a:endParaRPr lang="en-US" sz="11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title"/>
          </p:nvPr>
        </p:nvSpPr>
        <p:spPr>
          <a:xfrm>
            <a:off x="7068600" y="432000"/>
            <a:ext cx="47030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TW" sz="32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lang="en-US" sz="3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ftr" idx="6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body"/>
          </p:nvPr>
        </p:nvSpPr>
        <p:spPr>
          <a:xfrm>
            <a:off x="8768160" y="3582720"/>
            <a:ext cx="3002040" cy="7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 type="body"/>
          </p:nvPr>
        </p:nvSpPr>
        <p:spPr>
          <a:xfrm>
            <a:off x="8768160" y="5147640"/>
            <a:ext cx="3002040" cy="7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2" name="PlaceHolder 6"/>
          <p:cNvSpPr>
            <a:spLocks noGrp="1"/>
          </p:cNvSpPr>
          <p:nvPr>
            <p:ph type="body"/>
          </p:nvPr>
        </p:nvSpPr>
        <p:spPr>
          <a:xfrm>
            <a:off x="8768160" y="1369080"/>
            <a:ext cx="30020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lang="en-US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1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3" name="PlaceHolder 7"/>
          <p:cNvSpPr>
            <a:spLocks noGrp="1"/>
          </p:cNvSpPr>
          <p:nvPr>
            <p:ph type="body"/>
          </p:nvPr>
        </p:nvSpPr>
        <p:spPr>
          <a:xfrm>
            <a:off x="8768160" y="2933640"/>
            <a:ext cx="30020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lang="en-US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2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4" name="PlaceHolder 8"/>
          <p:cNvSpPr>
            <a:spLocks noGrp="1"/>
          </p:cNvSpPr>
          <p:nvPr>
            <p:ph type="body"/>
          </p:nvPr>
        </p:nvSpPr>
        <p:spPr>
          <a:xfrm>
            <a:off x="8768160" y="4498560"/>
            <a:ext cx="30020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lang="en-US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3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5" name="PlaceHolder 9"/>
          <p:cNvSpPr>
            <a:spLocks noGrp="1"/>
          </p:cNvSpPr>
          <p:nvPr>
            <p:ph type="body"/>
          </p:nvPr>
        </p:nvSpPr>
        <p:spPr>
          <a:xfrm>
            <a:off x="8768160" y="1974960"/>
            <a:ext cx="3002040" cy="7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6" name="八邊形 50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7" name="橢圓​​ 51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8" name="橢圓​​ 52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9" name="橢圓​​ 5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0" name="PlaceHolder 10"/>
          <p:cNvSpPr>
            <a:spLocks noGrp="1"/>
          </p:cNvSpPr>
          <p:nvPr>
            <p:ph type="sldNum" idx="7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1" i="1" strike="noStrike" spc="-1">
                <a:solidFill>
                  <a:srgbClr val="00000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B4072AA6-3FE7-47B3-878B-B5EEAA7A3AF8}" type="slidenum">
              <a:rPr lang="en-US" sz="1200" b="1" i="1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grpSp>
        <p:nvGrpSpPr>
          <p:cNvPr id="261" name="群組 21"/>
          <p:cNvGrpSpPr/>
          <p:nvPr/>
        </p:nvGrpSpPr>
        <p:grpSpPr>
          <a:xfrm>
            <a:off x="1737360" y="2054160"/>
            <a:ext cx="3261240" cy="3252960"/>
            <a:chOff x="1737360" y="2054160"/>
            <a:chExt cx="3261240" cy="3252960"/>
          </a:xfrm>
        </p:grpSpPr>
        <p:sp>
          <p:nvSpPr>
            <p:cNvPr id="262" name="手繪多邊形：圖案 13"/>
            <p:cNvSpPr/>
            <p:nvPr/>
          </p:nvSpPr>
          <p:spPr>
            <a:xfrm rot="4308600">
              <a:off x="2464920" y="2678400"/>
              <a:ext cx="1980360" cy="2066040"/>
            </a:xfrm>
            <a:custGeom>
              <a:avLst/>
              <a:gdLst/>
              <a:ahLst/>
              <a:cxnLst/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3" name="手繪多邊形：圖案 26"/>
            <p:cNvSpPr/>
            <p:nvPr/>
          </p:nvSpPr>
          <p:spPr>
            <a:xfrm rot="13830600">
              <a:off x="2730960" y="5004720"/>
              <a:ext cx="346320" cy="205920"/>
            </a:xfrm>
            <a:custGeom>
              <a:avLst/>
              <a:gdLst/>
              <a:ahLst/>
              <a:cxnLst/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4" name="手繪多邊形：圖案 17"/>
            <p:cNvSpPr/>
            <p:nvPr/>
          </p:nvSpPr>
          <p:spPr>
            <a:xfrm rot="12430800">
              <a:off x="2802240" y="4740840"/>
              <a:ext cx="710280" cy="335160"/>
            </a:xfrm>
            <a:custGeom>
              <a:avLst/>
              <a:gdLst/>
              <a:ahLst/>
              <a:cxnLst/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5" name="手繪多邊形：圖案 19"/>
            <p:cNvSpPr/>
            <p:nvPr/>
          </p:nvSpPr>
          <p:spPr>
            <a:xfrm rot="4308600">
              <a:off x="2059200" y="2102400"/>
              <a:ext cx="1245960" cy="1579680"/>
            </a:xfrm>
            <a:custGeom>
              <a:avLst/>
              <a:gdLst/>
              <a:ahLst/>
              <a:cxnLst/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6" name="手繪多邊形：圖案 23"/>
            <p:cNvSpPr/>
            <p:nvPr/>
          </p:nvSpPr>
          <p:spPr>
            <a:xfrm rot="17193000">
              <a:off x="4647960" y="3873600"/>
              <a:ext cx="242640" cy="406080"/>
            </a:xfrm>
            <a:custGeom>
              <a:avLst/>
              <a:gdLst/>
              <a:ahLst/>
              <a:cxnLst/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7" name="手繪多邊形：圖案 30"/>
            <p:cNvSpPr/>
            <p:nvPr/>
          </p:nvSpPr>
          <p:spPr>
            <a:xfrm rot="17193000">
              <a:off x="4152240" y="3654360"/>
              <a:ext cx="692280" cy="510120"/>
            </a:xfrm>
            <a:custGeom>
              <a:avLst/>
              <a:gdLst/>
              <a:ahLst/>
              <a:cxnLst/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8" name="手繪多邊形：圖案 28"/>
            <p:cNvSpPr/>
            <p:nvPr/>
          </p:nvSpPr>
          <p:spPr>
            <a:xfrm rot="4308600">
              <a:off x="3831480" y="2441160"/>
              <a:ext cx="648360" cy="777240"/>
            </a:xfrm>
            <a:custGeom>
              <a:avLst/>
              <a:gdLst/>
              <a:ahLst/>
              <a:cxnLst/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69" name="PlaceHolder 11"/>
          <p:cNvSpPr>
            <a:spLocks noGrp="1"/>
          </p:cNvSpPr>
          <p:nvPr>
            <p:ph type="body"/>
          </p:nvPr>
        </p:nvSpPr>
        <p:spPr>
          <a:xfrm>
            <a:off x="7405920" y="4835880"/>
            <a:ext cx="691200" cy="691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0" name="PlaceHolder 12"/>
          <p:cNvSpPr>
            <a:spLocks noGrp="1"/>
          </p:cNvSpPr>
          <p:nvPr>
            <p:ph type="body"/>
          </p:nvPr>
        </p:nvSpPr>
        <p:spPr>
          <a:xfrm>
            <a:off x="7405920" y="3271320"/>
            <a:ext cx="691200" cy="691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1" name="PlaceHolder 13"/>
          <p:cNvSpPr>
            <a:spLocks noGrp="1"/>
          </p:cNvSpPr>
          <p:nvPr>
            <p:ph type="body"/>
          </p:nvPr>
        </p:nvSpPr>
        <p:spPr>
          <a:xfrm>
            <a:off x="7405920" y="1706400"/>
            <a:ext cx="691200" cy="691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2" name="直線接點​​(S) 35"/>
          <p:cNvSpPr/>
          <p:nvPr/>
        </p:nvSpPr>
        <p:spPr>
          <a:xfrm flipH="1">
            <a:off x="8768160" y="2811960"/>
            <a:ext cx="2765520" cy="3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3" name="直線接點​​(S) 36"/>
          <p:cNvSpPr/>
          <p:nvPr/>
        </p:nvSpPr>
        <p:spPr>
          <a:xfrm flipH="1">
            <a:off x="8768160" y="4406760"/>
            <a:ext cx="2765520" cy="3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1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2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3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4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5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6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7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8" name="手繪多邊形：圖案 23"/>
          <p:cNvSpPr/>
          <p:nvPr/>
        </p:nvSpPr>
        <p:spPr>
          <a:xfrm rot="19260600">
            <a:off x="10216440" y="538920"/>
            <a:ext cx="466920" cy="34416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9" name="手繪多邊形：圖案 24"/>
          <p:cNvSpPr/>
          <p:nvPr/>
        </p:nvSpPr>
        <p:spPr>
          <a:xfrm rot="20377800">
            <a:off x="10677960" y="848880"/>
            <a:ext cx="316440" cy="23328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0" name="手繪多邊形：圖案 25"/>
          <p:cNvSpPr/>
          <p:nvPr/>
        </p:nvSpPr>
        <p:spPr>
          <a:xfrm rot="19260600">
            <a:off x="10717200" y="620640"/>
            <a:ext cx="250200" cy="18432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1" name="手繪多邊形：圖案 26"/>
          <p:cNvSpPr/>
          <p:nvPr/>
        </p:nvSpPr>
        <p:spPr>
          <a:xfrm rot="19810200">
            <a:off x="11064600" y="781200"/>
            <a:ext cx="216720" cy="15948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2" name="手繪多邊形：圖案 27"/>
          <p:cNvSpPr/>
          <p:nvPr/>
        </p:nvSpPr>
        <p:spPr>
          <a:xfrm rot="18277800">
            <a:off x="11152440" y="381960"/>
            <a:ext cx="216720" cy="15948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3" name="手繪多邊形：圖案 28"/>
          <p:cNvSpPr/>
          <p:nvPr/>
        </p:nvSpPr>
        <p:spPr>
          <a:xfrm rot="20761200">
            <a:off x="11545200" y="1030320"/>
            <a:ext cx="162000" cy="11916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4" name="手繪多邊形：圖案 29"/>
          <p:cNvSpPr/>
          <p:nvPr/>
        </p:nvSpPr>
        <p:spPr>
          <a:xfrm rot="17315400">
            <a:off x="11755800" y="247680"/>
            <a:ext cx="216720" cy="15948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5" name="手繪多邊形：圖案 30"/>
          <p:cNvSpPr/>
          <p:nvPr/>
        </p:nvSpPr>
        <p:spPr>
          <a:xfrm rot="20082000">
            <a:off x="11447640" y="631080"/>
            <a:ext cx="216720" cy="15948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6" name="手繪多邊形：圖案 31"/>
          <p:cNvSpPr/>
          <p:nvPr/>
        </p:nvSpPr>
        <p:spPr>
          <a:xfrm rot="19879800">
            <a:off x="11668680" y="824400"/>
            <a:ext cx="216720" cy="15948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7" name="手繪多邊形：圖案 32"/>
          <p:cNvSpPr/>
          <p:nvPr/>
        </p:nvSpPr>
        <p:spPr>
          <a:xfrm rot="328200">
            <a:off x="10094400" y="901080"/>
            <a:ext cx="579240" cy="606600"/>
          </a:xfrm>
          <a:custGeom>
            <a:avLst/>
            <a:gdLst/>
            <a:ahLst/>
            <a:cxnLst/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8" name="手繪多邊形：圖案 33"/>
          <p:cNvSpPr/>
          <p:nvPr/>
        </p:nvSpPr>
        <p:spPr>
          <a:xfrm>
            <a:off x="10871640" y="1202400"/>
            <a:ext cx="316440" cy="23328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9" name="手繪多邊形：圖案 34"/>
          <p:cNvSpPr/>
          <p:nvPr/>
        </p:nvSpPr>
        <p:spPr>
          <a:xfrm rot="20761200">
            <a:off x="11512440" y="1484640"/>
            <a:ext cx="162000" cy="11916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0" name="手繪多邊形：圖案 35"/>
          <p:cNvSpPr/>
          <p:nvPr/>
        </p:nvSpPr>
        <p:spPr>
          <a:xfrm rot="1160400">
            <a:off x="10291320" y="1613880"/>
            <a:ext cx="316440" cy="23328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1" name="手繪多邊形：圖案 36"/>
          <p:cNvSpPr/>
          <p:nvPr/>
        </p:nvSpPr>
        <p:spPr>
          <a:xfrm rot="802800">
            <a:off x="11585880" y="2015280"/>
            <a:ext cx="162000" cy="11916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332" name="群組 42"/>
          <p:cNvGrpSpPr/>
          <p:nvPr/>
        </p:nvGrpSpPr>
        <p:grpSpPr>
          <a:xfrm>
            <a:off x="3384000" y="1013760"/>
            <a:ext cx="7749720" cy="5100480"/>
            <a:chOff x="3384000" y="1013760"/>
            <a:chExt cx="7749720" cy="5100480"/>
          </a:xfrm>
        </p:grpSpPr>
        <p:sp>
          <p:nvSpPr>
            <p:cNvPr id="333" name="圓角矩形 15"/>
            <p:cNvSpPr/>
            <p:nvPr/>
          </p:nvSpPr>
          <p:spPr>
            <a:xfrm>
              <a:off x="3735720" y="1013760"/>
              <a:ext cx="7045200" cy="5024520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4" name="圓角矩形 15"/>
            <p:cNvSpPr/>
            <p:nvPr/>
          </p:nvSpPr>
          <p:spPr>
            <a:xfrm>
              <a:off x="3786840" y="1068840"/>
              <a:ext cx="6943320" cy="4969440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rgbClr val="9ACB39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5" name="矩形：圓角 45"/>
            <p:cNvSpPr/>
            <p:nvPr/>
          </p:nvSpPr>
          <p:spPr>
            <a:xfrm rot="16200000">
              <a:off x="5067360" y="397440"/>
              <a:ext cx="4381920" cy="6335280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rgbClr val="E2DFCC">
                  <a:lumMod val="9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6" name="圓角矩形 15"/>
            <p:cNvSpPr/>
            <p:nvPr/>
          </p:nvSpPr>
          <p:spPr>
            <a:xfrm rot="10800000">
              <a:off x="3384000" y="5870880"/>
              <a:ext cx="7749720" cy="2386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rgbClr val="9ACB39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7" name="圓角矩形 15"/>
            <p:cNvSpPr/>
            <p:nvPr/>
          </p:nvSpPr>
          <p:spPr>
            <a:xfrm>
              <a:off x="6414480" y="6070680"/>
              <a:ext cx="1688040" cy="43560"/>
            </a:xfrm>
            <a:prstGeom prst="round2SameRect">
              <a:avLst>
                <a:gd name="adj1" fmla="val 50000"/>
                <a:gd name="adj2" fmla="val 0"/>
              </a:avLst>
            </a:pr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31372"/>
                  </a:srgbClr>
                </a:gs>
              </a:gsLst>
              <a:lin ang="1620000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8" name="橢圓​​ 48"/>
            <p:cNvSpPr/>
            <p:nvPr/>
          </p:nvSpPr>
          <p:spPr>
            <a:xfrm rot="16200000">
              <a:off x="7367040" y="1187640"/>
              <a:ext cx="46440" cy="46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9" name="橢圓​​ 49"/>
            <p:cNvSpPr/>
            <p:nvPr/>
          </p:nvSpPr>
          <p:spPr>
            <a:xfrm rot="16200000">
              <a:off x="7218720" y="1174680"/>
              <a:ext cx="79560" cy="795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40" name="橢圓​​ 50"/>
            <p:cNvSpPr/>
            <p:nvPr/>
          </p:nvSpPr>
          <p:spPr>
            <a:xfrm rot="16200000">
              <a:off x="7236720" y="1193040"/>
              <a:ext cx="43560" cy="435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341" name="PlaceHolder 1"/>
          <p:cNvSpPr>
            <a:spLocks noGrp="1"/>
          </p:cNvSpPr>
          <p:nvPr>
            <p:ph type="body"/>
          </p:nvPr>
        </p:nvSpPr>
        <p:spPr>
          <a:xfrm>
            <a:off x="432000" y="1152000"/>
            <a:ext cx="2951280" cy="219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28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您可以在這裡輸入強調文字</a:t>
            </a:r>
            <a:endParaRPr lang="en-US" sz="2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TW" sz="32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lang="en-US" sz="3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ftr" idx="8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 type="sldNum" idx="9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731E38D4-240D-4C95-9406-CBD842F43BDF}" type="slidenum">
              <a: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345" name="PlaceHolder 5"/>
          <p:cNvSpPr>
            <a:spLocks noGrp="1"/>
          </p:cNvSpPr>
          <p:nvPr>
            <p:ph type="body"/>
          </p:nvPr>
        </p:nvSpPr>
        <p:spPr>
          <a:xfrm>
            <a:off x="4092840" y="1376280"/>
            <a:ext cx="6333120" cy="43794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100" b="0" i="1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在這裡插入影像或將影像拖放到這裡</a:t>
            </a:r>
            <a:endParaRPr lang="en-US" sz="11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6" name="PlaceHolder 6"/>
          <p:cNvSpPr>
            <a:spLocks noGrp="1"/>
          </p:cNvSpPr>
          <p:nvPr>
            <p:ph type="body"/>
          </p:nvPr>
        </p:nvSpPr>
        <p:spPr>
          <a:xfrm>
            <a:off x="431640" y="3509640"/>
            <a:ext cx="2950920" cy="23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26676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zh-TW" sz="18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542880" lvl="1" indent="-27612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809640" lvl="2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1076400" lvl="3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1343160" lvl="4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84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85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86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87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88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89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0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1" name="矩形 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2" name="矩形 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3" name="矩形 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4" name="矩形 1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5" name="PlaceHolder 1"/>
          <p:cNvSpPr>
            <a:spLocks noGrp="1"/>
          </p:cNvSpPr>
          <p:nvPr>
            <p:ph type="body"/>
          </p:nvPr>
        </p:nvSpPr>
        <p:spPr>
          <a:xfrm>
            <a:off x="86760" y="86760"/>
            <a:ext cx="6008760" cy="668412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txBody>
          <a:bodyPr lIns="0" tIns="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100" b="0" i="1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在這裡插入影像或將影像拖放到這裡</a:t>
            </a:r>
            <a:endParaRPr lang="en-US" sz="11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title"/>
          </p:nvPr>
        </p:nvSpPr>
        <p:spPr>
          <a:xfrm>
            <a:off x="6095880" y="86760"/>
            <a:ext cx="6008760" cy="4068000"/>
          </a:xfrm>
          <a:prstGeom prst="rect">
            <a:avLst/>
          </a:prstGeom>
          <a:solidFill>
            <a:srgbClr val="262626">
              <a:alpha val="80000"/>
            </a:srgbClr>
          </a:solidFill>
          <a:ln w="0">
            <a:noFill/>
          </a:ln>
        </p:spPr>
        <p:txBody>
          <a:bodyPr lIns="288000" tIns="0" rIns="432000" bIns="144000" anchor="b">
            <a:noAutofit/>
          </a:bodyPr>
          <a:lstStyle/>
          <a:p>
            <a:pPr algn="r">
              <a:lnSpc>
                <a:spcPct val="90000"/>
              </a:lnSpc>
              <a:buNone/>
            </a:pPr>
            <a:r>
              <a:rPr lang="zh-TW" sz="4200" b="0" strike="noStrike" spc="-151">
                <a:solidFill>
                  <a:srgbClr val="FFFFFF"/>
                </a:solidFill>
                <a:latin typeface="Microsoft JhengHei UI"/>
                <a:ea typeface="Microsoft JhengHei UI"/>
              </a:rPr>
              <a:t>按一下以編輯 </a:t>
            </a:r>
            <a:br>
              <a:rPr sz="4200"/>
            </a:br>
            <a:r>
              <a:rPr lang="zh-TW" sz="4200" b="0" strike="noStrike" spc="-151">
                <a:solidFill>
                  <a:srgbClr val="FFFFFF"/>
                </a:solidFill>
                <a:latin typeface="Microsoft JhengHei UI"/>
                <a:ea typeface="Microsoft JhengHei UI"/>
              </a:rPr>
              <a:t>母片標題樣式</a:t>
            </a:r>
            <a:endParaRPr lang="en-US" sz="4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0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1" i="1" strike="noStrike" spc="-1">
                <a:solidFill>
                  <a:srgbClr val="00000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1E08FA81-7DE0-47CD-B6A4-F0C462370328}" type="slidenum">
              <a:rPr lang="en-US" sz="1200" b="1" i="1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398" name="文字方塊 5"/>
          <p:cNvSpPr/>
          <p:nvPr/>
        </p:nvSpPr>
        <p:spPr>
          <a:xfrm>
            <a:off x="5861880" y="661320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6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7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8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9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0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1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2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3" name="橢圓​​ 17"/>
          <p:cNvSpPr/>
          <p:nvPr/>
        </p:nvSpPr>
        <p:spPr>
          <a:xfrm>
            <a:off x="82940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4" name="橢圓​​ 16"/>
          <p:cNvSpPr/>
          <p:nvPr/>
        </p:nvSpPr>
        <p:spPr>
          <a:xfrm>
            <a:off x="534492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5" name="橢圓​​ 18"/>
          <p:cNvSpPr/>
          <p:nvPr/>
        </p:nvSpPr>
        <p:spPr>
          <a:xfrm>
            <a:off x="239868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TW" sz="32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lang="en-US" sz="3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ftr" idx="11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2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86106A78-42BC-4F87-80DD-7FEF61F963BB}" type="slidenum">
              <a: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9" name="PlaceHolder 4"/>
          <p:cNvSpPr>
            <a:spLocks noGrp="1"/>
          </p:cNvSpPr>
          <p:nvPr>
            <p:ph type="body"/>
          </p:nvPr>
        </p:nvSpPr>
        <p:spPr>
          <a:xfrm>
            <a:off x="207144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0" name="PlaceHolder 5"/>
          <p:cNvSpPr>
            <a:spLocks noGrp="1"/>
          </p:cNvSpPr>
          <p:nvPr>
            <p:ph type="body"/>
          </p:nvPr>
        </p:nvSpPr>
        <p:spPr>
          <a:xfrm>
            <a:off x="502056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1" name="PlaceHolder 6"/>
          <p:cNvSpPr>
            <a:spLocks noGrp="1"/>
          </p:cNvSpPr>
          <p:nvPr>
            <p:ph type="body"/>
          </p:nvPr>
        </p:nvSpPr>
        <p:spPr>
          <a:xfrm>
            <a:off x="7969680" y="468360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2" name="PlaceHolder 7"/>
          <p:cNvSpPr>
            <a:spLocks noGrp="1"/>
          </p:cNvSpPr>
          <p:nvPr>
            <p:ph type="body"/>
          </p:nvPr>
        </p:nvSpPr>
        <p:spPr>
          <a:xfrm>
            <a:off x="207144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lang="en-US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2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3" name="PlaceHolder 8"/>
          <p:cNvSpPr>
            <a:spLocks noGrp="1"/>
          </p:cNvSpPr>
          <p:nvPr>
            <p:ph type="body"/>
          </p:nvPr>
        </p:nvSpPr>
        <p:spPr>
          <a:xfrm>
            <a:off x="502056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lang="en-US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3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4" name="PlaceHolder 9"/>
          <p:cNvSpPr>
            <a:spLocks noGrp="1"/>
          </p:cNvSpPr>
          <p:nvPr>
            <p:ph type="body"/>
          </p:nvPr>
        </p:nvSpPr>
        <p:spPr>
          <a:xfrm>
            <a:off x="796968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lang="en-US" sz="18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4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5" name="PlaceHolder 10"/>
          <p:cNvSpPr>
            <a:spLocks noGrp="1"/>
          </p:cNvSpPr>
          <p:nvPr>
            <p:ph type="body"/>
          </p:nvPr>
        </p:nvSpPr>
        <p:spPr>
          <a:xfrm>
            <a:off x="431640" y="1080000"/>
            <a:ext cx="1133928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副標題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6" name="PlaceHolder 11"/>
          <p:cNvSpPr>
            <a:spLocks noGrp="1"/>
          </p:cNvSpPr>
          <p:nvPr>
            <p:ph type="body"/>
          </p:nvPr>
        </p:nvSpPr>
        <p:spPr>
          <a:xfrm>
            <a:off x="272484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7" name="PlaceHolder 12"/>
          <p:cNvSpPr>
            <a:spLocks noGrp="1"/>
          </p:cNvSpPr>
          <p:nvPr>
            <p:ph type="body"/>
          </p:nvPr>
        </p:nvSpPr>
        <p:spPr>
          <a:xfrm>
            <a:off x="567252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8" name="PlaceHolder 13"/>
          <p:cNvSpPr>
            <a:spLocks noGrp="1"/>
          </p:cNvSpPr>
          <p:nvPr>
            <p:ph type="body"/>
          </p:nvPr>
        </p:nvSpPr>
        <p:spPr>
          <a:xfrm>
            <a:off x="862164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9" name="直線接點​​(S) 22"/>
          <p:cNvSpPr/>
          <p:nvPr/>
        </p:nvSpPr>
        <p:spPr>
          <a:xfrm>
            <a:off x="4626000" y="2033280"/>
            <a:ext cx="360" cy="148752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0" name="直線接點​​(S) 23"/>
          <p:cNvSpPr/>
          <p:nvPr/>
        </p:nvSpPr>
        <p:spPr>
          <a:xfrm>
            <a:off x="7575120" y="2033280"/>
            <a:ext cx="360" cy="148752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8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9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0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1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2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3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4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5" name="PlaceHolder 1"/>
          <p:cNvSpPr>
            <a:spLocks noGrp="1"/>
          </p:cNvSpPr>
          <p:nvPr>
            <p:ph type="body"/>
          </p:nvPr>
        </p:nvSpPr>
        <p:spPr>
          <a:xfrm>
            <a:off x="890640" y="1580040"/>
            <a:ext cx="4347720" cy="4347720"/>
          </a:xfrm>
          <a:prstGeom prst="rect">
            <a:avLst/>
          </a:prstGeom>
          <a:noFill/>
          <a:ln w="0">
            <a:solidFill>
              <a:srgbClr val="9ACB39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21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節標題</a:t>
            </a:r>
            <a:endParaRPr lang="en-US" sz="21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4739400" y="1754640"/>
            <a:ext cx="3998160" cy="3998160"/>
          </a:xfrm>
          <a:prstGeom prst="rect">
            <a:avLst/>
          </a:prstGeom>
          <a:noFill/>
          <a:ln w="0">
            <a:solidFill>
              <a:srgbClr val="64C24A"/>
            </a:solidFill>
          </a:ln>
        </p:spPr>
        <p:txBody>
          <a:bodyPr lIns="0" tIns="0" rIns="0" bIns="0" anchor="ctr">
            <a:noAutofit/>
          </a:bodyPr>
          <a:lstStyle/>
          <a:p>
            <a:pPr marL="266760" indent="-26676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21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節標題</a:t>
            </a:r>
            <a:endParaRPr lang="en-US" sz="21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body"/>
          </p:nvPr>
        </p:nvSpPr>
        <p:spPr>
          <a:xfrm>
            <a:off x="8238600" y="2193840"/>
            <a:ext cx="3119760" cy="3119760"/>
          </a:xfrm>
          <a:prstGeom prst="rect">
            <a:avLst/>
          </a:prstGeom>
          <a:noFill/>
          <a:ln w="0">
            <a:solidFill>
              <a:srgbClr val="297D53"/>
            </a:solidFill>
          </a:ln>
        </p:spPr>
        <p:txBody>
          <a:bodyPr lIns="0" tIns="0" rIns="0" bIns="0" anchor="ctr">
            <a:noAutofit/>
          </a:bodyPr>
          <a:lstStyle/>
          <a:p>
            <a:pPr marL="266760" indent="-26676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21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節標題</a:t>
            </a:r>
            <a:endParaRPr lang="en-US" sz="21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8" name="手繪多邊形：圖案 47"/>
          <p:cNvSpPr/>
          <p:nvPr/>
        </p:nvSpPr>
        <p:spPr>
          <a:xfrm>
            <a:off x="4740120" y="2772360"/>
            <a:ext cx="494640" cy="1963080"/>
          </a:xfrm>
          <a:custGeom>
            <a:avLst/>
            <a:gdLst/>
            <a:ahLst/>
            <a:cxnLst/>
            <a:rect l="l" t="t" r="r" b="b"/>
            <a:pathLst>
              <a:path w="494967" h="1963434">
                <a:moveTo>
                  <a:pt x="258706" y="0"/>
                </a:moveTo>
                <a:lnTo>
                  <a:pt x="324121" y="135794"/>
                </a:lnTo>
                <a:cubicBezTo>
                  <a:pt x="434133" y="395891"/>
                  <a:pt x="494967" y="681854"/>
                  <a:pt x="494967" y="982025"/>
                </a:cubicBezTo>
                <a:cubicBezTo>
                  <a:pt x="494967" y="1282196"/>
                  <a:pt x="434133" y="1568159"/>
                  <a:pt x="324121" y="1828257"/>
                </a:cubicBezTo>
                <a:lnTo>
                  <a:pt x="259003" y="1963434"/>
                </a:lnTo>
                <a:lnTo>
                  <a:pt x="241238" y="1934192"/>
                </a:lnTo>
                <a:cubicBezTo>
                  <a:pt x="87390" y="1650983"/>
                  <a:pt x="0" y="1326433"/>
                  <a:pt x="0" y="981472"/>
                </a:cubicBezTo>
                <a:cubicBezTo>
                  <a:pt x="0" y="636511"/>
                  <a:pt x="87390" y="311961"/>
                  <a:pt x="241238" y="28753"/>
                </a:cubicBezTo>
                <a:close/>
              </a:path>
            </a:pathLst>
          </a:custGeom>
          <a:pattFill prst="ltUpDiag">
            <a:fgClr>
              <a:srgbClr val="9ACB39"/>
            </a:fgClr>
            <a:bgClr>
              <a:srgbClr val="FFFFF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9" name="手繪多邊形：圖案 46"/>
          <p:cNvSpPr/>
          <p:nvPr/>
        </p:nvSpPr>
        <p:spPr>
          <a:xfrm>
            <a:off x="8245800" y="2864160"/>
            <a:ext cx="491400" cy="1779840"/>
          </a:xfrm>
          <a:custGeom>
            <a:avLst/>
            <a:gdLst/>
            <a:ahLst/>
            <a:cxnLst/>
            <a:rect l="l" t="t" r="r" b="b"/>
            <a:pathLst>
              <a:path w="491664" h="1780035">
                <a:moveTo>
                  <a:pt x="279162" y="0"/>
                </a:moveTo>
                <a:lnTo>
                  <a:pt x="334593" y="115068"/>
                </a:lnTo>
                <a:cubicBezTo>
                  <a:pt x="435735" y="354195"/>
                  <a:pt x="491664" y="617100"/>
                  <a:pt x="491664" y="893069"/>
                </a:cubicBezTo>
                <a:cubicBezTo>
                  <a:pt x="491664" y="1169038"/>
                  <a:pt x="435735" y="1431944"/>
                  <a:pt x="334593" y="1671070"/>
                </a:cubicBezTo>
                <a:lnTo>
                  <a:pt x="282102" y="1780035"/>
                </a:lnTo>
                <a:lnTo>
                  <a:pt x="265807" y="1758245"/>
                </a:lnTo>
                <a:cubicBezTo>
                  <a:pt x="97991" y="1509844"/>
                  <a:pt x="0" y="1210391"/>
                  <a:pt x="0" y="888052"/>
                </a:cubicBezTo>
                <a:cubicBezTo>
                  <a:pt x="0" y="565713"/>
                  <a:pt x="97991" y="266261"/>
                  <a:pt x="265807" y="17859"/>
                </a:cubicBezTo>
                <a:close/>
              </a:path>
            </a:pathLst>
          </a:custGeom>
          <a:pattFill prst="ltUpDiag">
            <a:fgClr>
              <a:srgbClr val="64C24A"/>
            </a:fgClr>
            <a:bgClr>
              <a:srgbClr val="FFFFF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0" name="手繪多邊形：圖案 15"/>
          <p:cNvSpPr/>
          <p:nvPr/>
        </p:nvSpPr>
        <p:spPr>
          <a:xfrm rot="6973800">
            <a:off x="9800280" y="198000"/>
            <a:ext cx="747720" cy="780480"/>
          </a:xfrm>
          <a:custGeom>
            <a:avLst/>
            <a:gdLst/>
            <a:ahLst/>
            <a:cxnLst/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1" name="手繪多邊形：圖案 16"/>
          <p:cNvSpPr/>
          <p:nvPr/>
        </p:nvSpPr>
        <p:spPr>
          <a:xfrm rot="5483400">
            <a:off x="9854280" y="808560"/>
            <a:ext cx="242640" cy="406080"/>
          </a:xfrm>
          <a:custGeom>
            <a:avLst/>
            <a:gdLst/>
            <a:ahLst/>
            <a:cxnLst/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2" name="手繪多邊形：圖案 19"/>
          <p:cNvSpPr/>
          <p:nvPr/>
        </p:nvSpPr>
        <p:spPr>
          <a:xfrm rot="14199000">
            <a:off x="10161720" y="-235440"/>
            <a:ext cx="1956600" cy="1399320"/>
          </a:xfrm>
          <a:custGeom>
            <a:avLst/>
            <a:gdLst/>
            <a:ahLst/>
            <a:cxnLst/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3" name="手繪多邊形：圖案 21"/>
          <p:cNvSpPr/>
          <p:nvPr/>
        </p:nvSpPr>
        <p:spPr>
          <a:xfrm rot="14235600">
            <a:off x="11753280" y="112320"/>
            <a:ext cx="331920" cy="247680"/>
          </a:xfrm>
          <a:custGeom>
            <a:avLst/>
            <a:gdLst/>
            <a:ahLst/>
            <a:cxnLst/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4" name="手繪多邊形：圖案 22"/>
          <p:cNvSpPr/>
          <p:nvPr/>
        </p:nvSpPr>
        <p:spPr>
          <a:xfrm rot="13336800">
            <a:off x="137520" y="5349240"/>
            <a:ext cx="648360" cy="777240"/>
          </a:xfrm>
          <a:custGeom>
            <a:avLst/>
            <a:gdLst/>
            <a:ahLst/>
            <a:cxnLst/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5" name="手繪多邊形：圖案 23"/>
          <p:cNvSpPr/>
          <p:nvPr/>
        </p:nvSpPr>
        <p:spPr>
          <a:xfrm rot="5737800">
            <a:off x="101160" y="5961960"/>
            <a:ext cx="692280" cy="51012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6" name="手繪多邊形：圖案 24"/>
          <p:cNvSpPr/>
          <p:nvPr/>
        </p:nvSpPr>
        <p:spPr>
          <a:xfrm rot="8291400">
            <a:off x="10082160" y="798480"/>
            <a:ext cx="371160" cy="27324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7" name="PlaceHolder 4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TW" sz="32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lang="en-US" sz="3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18" name="PlaceHolder 5"/>
          <p:cNvSpPr>
            <a:spLocks noGrp="1"/>
          </p:cNvSpPr>
          <p:nvPr>
            <p:ph type="ftr" idx="13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19" name="PlaceHolder 6"/>
          <p:cNvSpPr>
            <a:spLocks noGrp="1"/>
          </p:cNvSpPr>
          <p:nvPr>
            <p:ph type="sldNum" idx="14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1FA88AE0-86FF-443C-AA34-62D8CAA2C881}" type="slidenum">
              <a: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20" name="手繪多邊形：圖案 28"/>
          <p:cNvSpPr/>
          <p:nvPr/>
        </p:nvSpPr>
        <p:spPr>
          <a:xfrm rot="3693000">
            <a:off x="271080" y="5040720"/>
            <a:ext cx="242640" cy="406080"/>
          </a:xfrm>
          <a:custGeom>
            <a:avLst/>
            <a:gdLst/>
            <a:ahLst/>
            <a:cxnLst/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1" name="PlaceHolder 7"/>
          <p:cNvSpPr>
            <a:spLocks noGrp="1"/>
          </p:cNvSpPr>
          <p:nvPr>
            <p:ph type="body"/>
          </p:nvPr>
        </p:nvSpPr>
        <p:spPr>
          <a:xfrm>
            <a:off x="1364400" y="2505600"/>
            <a:ext cx="3374640" cy="88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80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1</a:t>
            </a:r>
            <a:endParaRPr lang="en-US" sz="80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2" name="PlaceHolder 8"/>
          <p:cNvSpPr>
            <a:spLocks noGrp="1"/>
          </p:cNvSpPr>
          <p:nvPr>
            <p:ph type="body"/>
          </p:nvPr>
        </p:nvSpPr>
        <p:spPr>
          <a:xfrm>
            <a:off x="5212800" y="2505600"/>
            <a:ext cx="3025080" cy="88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80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2</a:t>
            </a:r>
            <a:endParaRPr lang="en-US" sz="80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3" name="PlaceHolder 9"/>
          <p:cNvSpPr>
            <a:spLocks noGrp="1"/>
          </p:cNvSpPr>
          <p:nvPr>
            <p:ph type="body"/>
          </p:nvPr>
        </p:nvSpPr>
        <p:spPr>
          <a:xfrm>
            <a:off x="8737560" y="2490480"/>
            <a:ext cx="2090520" cy="90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266760" indent="-26676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80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3</a:t>
            </a:r>
            <a:endParaRPr lang="en-US" sz="80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4" name="PlaceHolder 10"/>
          <p:cNvSpPr>
            <a:spLocks noGrp="1"/>
          </p:cNvSpPr>
          <p:nvPr>
            <p:ph type="body"/>
          </p:nvPr>
        </p:nvSpPr>
        <p:spPr>
          <a:xfrm>
            <a:off x="1820160" y="4015440"/>
            <a:ext cx="2488680" cy="101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節描述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5" name="PlaceHolder 11"/>
          <p:cNvSpPr>
            <a:spLocks noGrp="1"/>
          </p:cNvSpPr>
          <p:nvPr>
            <p:ph type="body"/>
          </p:nvPr>
        </p:nvSpPr>
        <p:spPr>
          <a:xfrm>
            <a:off x="5481000" y="4015440"/>
            <a:ext cx="2488680" cy="101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節描述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6" name="PlaceHolder 12"/>
          <p:cNvSpPr>
            <a:spLocks noGrp="1"/>
          </p:cNvSpPr>
          <p:nvPr>
            <p:ph type="body"/>
          </p:nvPr>
        </p:nvSpPr>
        <p:spPr>
          <a:xfrm>
            <a:off x="8737560" y="4015440"/>
            <a:ext cx="2090520" cy="101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節描述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4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5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6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7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8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9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0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1" name="手繪多邊形：圖案 12"/>
          <p:cNvSpPr/>
          <p:nvPr/>
        </p:nvSpPr>
        <p:spPr>
          <a:xfrm rot="4308600">
            <a:off x="9605880" y="-345600"/>
            <a:ext cx="2706120" cy="2831760"/>
          </a:xfrm>
          <a:custGeom>
            <a:avLst/>
            <a:gdLst/>
            <a:ahLst/>
            <a:cxnLst/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TW" sz="32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lang="en-US" sz="3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 type="ftr" idx="15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16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7CDFC4D4-9BA7-4D34-BDFE-DBE0450F7DFE}" type="slidenum">
              <a: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75" name="直線接點​​ 13"/>
          <p:cNvSpPr/>
          <p:nvPr/>
        </p:nvSpPr>
        <p:spPr>
          <a:xfrm>
            <a:off x="6095880" y="1319400"/>
            <a:ext cx="360" cy="4370040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6" name="直線接點​​ 14"/>
          <p:cNvSpPr/>
          <p:nvPr/>
        </p:nvSpPr>
        <p:spPr>
          <a:xfrm flipH="1">
            <a:off x="432000" y="3504600"/>
            <a:ext cx="11340000" cy="360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7" name="PlaceHolder 4"/>
          <p:cNvSpPr>
            <a:spLocks noGrp="1"/>
          </p:cNvSpPr>
          <p:nvPr>
            <p:ph type="body"/>
          </p:nvPr>
        </p:nvSpPr>
        <p:spPr>
          <a:xfrm>
            <a:off x="5112000" y="951120"/>
            <a:ext cx="19796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四分色方塊標題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78" name="PlaceHolder 5"/>
          <p:cNvSpPr>
            <a:spLocks noGrp="1"/>
          </p:cNvSpPr>
          <p:nvPr>
            <p:ph type="body"/>
          </p:nvPr>
        </p:nvSpPr>
        <p:spPr>
          <a:xfrm>
            <a:off x="5105880" y="5857560"/>
            <a:ext cx="19796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四分色方塊標題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79" name="PlaceHolder 6"/>
          <p:cNvSpPr>
            <a:spLocks noGrp="1"/>
          </p:cNvSpPr>
          <p:nvPr>
            <p:ph type="body"/>
          </p:nvPr>
        </p:nvSpPr>
        <p:spPr>
          <a:xfrm>
            <a:off x="432000" y="3187800"/>
            <a:ext cx="19796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四分色方塊標題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80" name="PlaceHolder 7"/>
          <p:cNvSpPr>
            <a:spLocks noGrp="1"/>
          </p:cNvSpPr>
          <p:nvPr>
            <p:ph type="body"/>
          </p:nvPr>
        </p:nvSpPr>
        <p:spPr>
          <a:xfrm>
            <a:off x="9792000" y="3187800"/>
            <a:ext cx="19796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四分色方塊標題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18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19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0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1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2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3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4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5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TW" sz="32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lang="en-US" sz="3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744480" y="2463840"/>
            <a:ext cx="3725640" cy="33141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180000" tIns="180000" rIns="180000" bIns="0" anchor="t">
            <a:noAutofit/>
          </a:bodyPr>
          <a:lstStyle/>
          <a:p>
            <a:pPr marL="266760" indent="-26676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zh-TW" sz="18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542880" lvl="1" indent="-27612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809640" lvl="2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1076400" lvl="3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1343160" lvl="4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ftr" idx="17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628" name="PlaceHolder 4"/>
          <p:cNvSpPr>
            <a:spLocks noGrp="1"/>
          </p:cNvSpPr>
          <p:nvPr>
            <p:ph type="sldNum" idx="18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33870D51-E0AB-40AA-BB30-5E9AD4B4A242}" type="slidenum">
              <a: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29" name="PlaceHolder 5"/>
          <p:cNvSpPr>
            <a:spLocks noGrp="1"/>
          </p:cNvSpPr>
          <p:nvPr>
            <p:ph type="body"/>
          </p:nvPr>
        </p:nvSpPr>
        <p:spPr>
          <a:xfrm>
            <a:off x="4614120" y="2463840"/>
            <a:ext cx="3726000" cy="33138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180000" tIns="180000" rIns="180000" bIns="0" anchor="t">
            <a:noAutofit/>
          </a:bodyPr>
          <a:lstStyle/>
          <a:p>
            <a:pPr marL="266760" indent="-26676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zh-TW" sz="18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542880" lvl="1" indent="-27612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809640" lvl="2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1076400" lvl="3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1343160" lvl="4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30" name="PlaceHolder 6"/>
          <p:cNvSpPr>
            <a:spLocks noGrp="1"/>
          </p:cNvSpPr>
          <p:nvPr>
            <p:ph type="body"/>
          </p:nvPr>
        </p:nvSpPr>
        <p:spPr>
          <a:xfrm>
            <a:off x="8484120" y="2463840"/>
            <a:ext cx="2963160" cy="33138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180000" tIns="180000" rIns="180000" bIns="0" anchor="t">
            <a:noAutofit/>
          </a:bodyPr>
          <a:lstStyle/>
          <a:p>
            <a:pPr marL="266760" indent="-26676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zh-TW" sz="18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542880" lvl="1" indent="-27612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809640" lvl="2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1076400" lvl="3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1343160" lvl="4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31" name="PlaceHolder 7"/>
          <p:cNvSpPr>
            <a:spLocks noGrp="1"/>
          </p:cNvSpPr>
          <p:nvPr>
            <p:ph type="body"/>
          </p:nvPr>
        </p:nvSpPr>
        <p:spPr>
          <a:xfrm>
            <a:off x="431640" y="1080000"/>
            <a:ext cx="1133928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副標題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32" name="PlaceHolder 8"/>
          <p:cNvSpPr>
            <a:spLocks noGrp="1"/>
          </p:cNvSpPr>
          <p:nvPr>
            <p:ph type="body"/>
          </p:nvPr>
        </p:nvSpPr>
        <p:spPr>
          <a:xfrm>
            <a:off x="744120" y="1647360"/>
            <a:ext cx="2975040" cy="647640"/>
          </a:xfrm>
          <a:prstGeom prst="rect">
            <a:avLst/>
          </a:prstGeom>
          <a:noFill/>
          <a:ln w="0">
            <a:solidFill>
              <a:srgbClr val="9ACB39"/>
            </a:solidFill>
          </a:ln>
        </p:spPr>
        <p:txBody>
          <a:bodyPr lIns="0" tIns="10800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404040"/>
                </a:solidFill>
                <a:latin typeface="Rockwell"/>
                <a:ea typeface="Microsoft JhengHei UI"/>
              </a:rPr>
              <a:t>節 </a:t>
            </a:r>
            <a:r>
              <a:rPr lang="en-US" sz="1800" b="0" strike="noStrike" spc="-1">
                <a:solidFill>
                  <a:srgbClr val="404040"/>
                </a:solidFill>
                <a:latin typeface="Rockwell"/>
                <a:ea typeface="Microsoft JhengHei UI"/>
              </a:rPr>
              <a:t>1 </a:t>
            </a:r>
            <a:r>
              <a:rPr lang="zh-TW" sz="1800" b="0" strike="noStrike" spc="-1">
                <a:solidFill>
                  <a:srgbClr val="404040"/>
                </a:solidFill>
                <a:latin typeface="Rockwell"/>
                <a:ea typeface="Microsoft JhengHei UI"/>
              </a:rPr>
              <a:t>標題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33" name="PlaceHolder 9"/>
          <p:cNvSpPr>
            <a:spLocks noGrp="1"/>
          </p:cNvSpPr>
          <p:nvPr>
            <p:ph type="body"/>
          </p:nvPr>
        </p:nvSpPr>
        <p:spPr>
          <a:xfrm>
            <a:off x="4608360" y="1647000"/>
            <a:ext cx="2975040" cy="647640"/>
          </a:xfrm>
          <a:prstGeom prst="rect">
            <a:avLst/>
          </a:prstGeom>
          <a:noFill/>
          <a:ln w="0">
            <a:solidFill>
              <a:srgbClr val="64C24A"/>
            </a:solidFill>
          </a:ln>
        </p:spPr>
        <p:txBody>
          <a:bodyPr lIns="0" tIns="10800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404040"/>
                </a:solidFill>
                <a:latin typeface="Rockwell"/>
                <a:ea typeface="Microsoft JhengHei UI"/>
              </a:rPr>
              <a:t>節 </a:t>
            </a:r>
            <a:r>
              <a:rPr lang="en-US" sz="1800" b="0" strike="noStrike" spc="-1">
                <a:solidFill>
                  <a:srgbClr val="404040"/>
                </a:solidFill>
                <a:latin typeface="Rockwell"/>
                <a:ea typeface="Microsoft JhengHei UI"/>
              </a:rPr>
              <a:t>2 </a:t>
            </a:r>
            <a:r>
              <a:rPr lang="zh-TW" sz="1800" b="0" strike="noStrike" spc="-1">
                <a:solidFill>
                  <a:srgbClr val="404040"/>
                </a:solidFill>
                <a:latin typeface="Rockwell"/>
                <a:ea typeface="Microsoft JhengHei UI"/>
              </a:rPr>
              <a:t>標題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34" name="PlaceHolder 10"/>
          <p:cNvSpPr>
            <a:spLocks noGrp="1"/>
          </p:cNvSpPr>
          <p:nvPr>
            <p:ph type="body"/>
          </p:nvPr>
        </p:nvSpPr>
        <p:spPr>
          <a:xfrm>
            <a:off x="8484120" y="1647360"/>
            <a:ext cx="2975040" cy="647640"/>
          </a:xfrm>
          <a:prstGeom prst="rect">
            <a:avLst/>
          </a:prstGeom>
          <a:noFill/>
          <a:ln w="0">
            <a:solidFill>
              <a:srgbClr val="297D53"/>
            </a:solidFill>
          </a:ln>
        </p:spPr>
        <p:txBody>
          <a:bodyPr lIns="0" tIns="10800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404040"/>
                </a:solidFill>
                <a:latin typeface="Rockwell"/>
                <a:ea typeface="Microsoft JhengHei UI"/>
              </a:rPr>
              <a:t>節 </a:t>
            </a:r>
            <a:r>
              <a:rPr lang="en-US" sz="1800" b="0" strike="noStrike" spc="-1">
                <a:solidFill>
                  <a:srgbClr val="404040"/>
                </a:solidFill>
                <a:latin typeface="Rockwell"/>
                <a:ea typeface="Microsoft JhengHei UI"/>
              </a:rPr>
              <a:t>3 </a:t>
            </a:r>
            <a:r>
              <a:rPr lang="zh-TW" sz="1800" b="0" strike="noStrike" spc="-1">
                <a:solidFill>
                  <a:srgbClr val="404040"/>
                </a:solidFill>
                <a:latin typeface="Rockwell"/>
                <a:ea typeface="Microsoft JhengHei UI"/>
              </a:rPr>
              <a:t>標題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2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3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4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5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6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7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8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9" name="手繪多邊形：圖案 28"/>
          <p:cNvSpPr/>
          <p:nvPr/>
        </p:nvSpPr>
        <p:spPr>
          <a:xfrm rot="4308600">
            <a:off x="8139240" y="-52560"/>
            <a:ext cx="648360" cy="777240"/>
          </a:xfrm>
          <a:custGeom>
            <a:avLst/>
            <a:gdLst/>
            <a:ahLst/>
            <a:cxnLst/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0" name="手繪多邊形：圖案 26"/>
          <p:cNvSpPr/>
          <p:nvPr/>
        </p:nvSpPr>
        <p:spPr>
          <a:xfrm rot="4308600">
            <a:off x="8878680" y="-532440"/>
            <a:ext cx="3570840" cy="3736800"/>
          </a:xfrm>
          <a:custGeom>
            <a:avLst/>
            <a:gdLst/>
            <a:ahLst/>
            <a:cxnLst/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TW" sz="32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lang="en-US" sz="3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82" name="PlaceHolder 2"/>
          <p:cNvSpPr>
            <a:spLocks noGrp="1"/>
          </p:cNvSpPr>
          <p:nvPr>
            <p:ph type="ftr" idx="19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20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A196DBBB-0264-4169-B1DF-7CFAFAD0BB99}" type="slidenum">
              <a: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84" name="手繪多邊形：圖案 13"/>
          <p:cNvSpPr/>
          <p:nvPr/>
        </p:nvSpPr>
        <p:spPr>
          <a:xfrm rot="4308600">
            <a:off x="9191520" y="1651680"/>
            <a:ext cx="1980360" cy="2066040"/>
          </a:xfrm>
          <a:custGeom>
            <a:avLst/>
            <a:gdLst/>
            <a:ahLst/>
            <a:cxnLst/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5" name="手繪多邊形：圖案 18"/>
          <p:cNvSpPr/>
          <p:nvPr/>
        </p:nvSpPr>
        <p:spPr>
          <a:xfrm rot="13830600">
            <a:off x="9457200" y="3978000"/>
            <a:ext cx="346320" cy="205920"/>
          </a:xfrm>
          <a:custGeom>
            <a:avLst/>
            <a:gdLst/>
            <a:ahLst/>
            <a:cxnLst/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6" name="手繪多邊形：圖案 17"/>
          <p:cNvSpPr/>
          <p:nvPr/>
        </p:nvSpPr>
        <p:spPr>
          <a:xfrm rot="12430800">
            <a:off x="9528840" y="3714120"/>
            <a:ext cx="710280" cy="335160"/>
          </a:xfrm>
          <a:custGeom>
            <a:avLst/>
            <a:gdLst/>
            <a:ahLst/>
            <a:cxnLst/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7" name="手繪多邊形：圖案 19"/>
          <p:cNvSpPr/>
          <p:nvPr/>
        </p:nvSpPr>
        <p:spPr>
          <a:xfrm rot="4308600">
            <a:off x="8785800" y="1075680"/>
            <a:ext cx="1245960" cy="1579680"/>
          </a:xfrm>
          <a:custGeom>
            <a:avLst/>
            <a:gdLst/>
            <a:ahLst/>
            <a:cxnLst/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8" name="手繪多邊形：圖案 23"/>
          <p:cNvSpPr/>
          <p:nvPr/>
        </p:nvSpPr>
        <p:spPr>
          <a:xfrm rot="17193000">
            <a:off x="11374560" y="2846520"/>
            <a:ext cx="242640" cy="406080"/>
          </a:xfrm>
          <a:custGeom>
            <a:avLst/>
            <a:gdLst/>
            <a:ahLst/>
            <a:cxnLst/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9" name="手繪多邊形：圖案 22"/>
          <p:cNvSpPr/>
          <p:nvPr/>
        </p:nvSpPr>
        <p:spPr>
          <a:xfrm rot="17193000">
            <a:off x="10878840" y="2627640"/>
            <a:ext cx="692280" cy="51012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0" name="PlaceHolder 4"/>
          <p:cNvSpPr>
            <a:spLocks noGrp="1"/>
          </p:cNvSpPr>
          <p:nvPr>
            <p:ph type="body"/>
          </p:nvPr>
        </p:nvSpPr>
        <p:spPr>
          <a:xfrm>
            <a:off x="431640" y="1080000"/>
            <a:ext cx="1133928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副標題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8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9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0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1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2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3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4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TW" sz="32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lang="en-US" sz="3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36" name="PlaceHolder 2"/>
          <p:cNvSpPr>
            <a:spLocks noGrp="1"/>
          </p:cNvSpPr>
          <p:nvPr>
            <p:ph type="ftr" idx="21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sldNum" idx="22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89971878-B1BF-4F48-A5AF-9B23D88DEEA7}" type="slidenum">
              <a: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738" name="PlaceHolder 4"/>
          <p:cNvSpPr>
            <a:spLocks noGrp="1"/>
          </p:cNvSpPr>
          <p:nvPr>
            <p:ph type="body"/>
          </p:nvPr>
        </p:nvSpPr>
        <p:spPr>
          <a:xfrm>
            <a:off x="431640" y="1080000"/>
            <a:ext cx="1133928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副標題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39" name="直線箭號接點 14"/>
          <p:cNvSpPr/>
          <p:nvPr/>
        </p:nvSpPr>
        <p:spPr>
          <a:xfrm>
            <a:off x="431640" y="3866760"/>
            <a:ext cx="113392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FFFF">
                <a:lumMod val="75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0" name="PlaceHolder 5"/>
          <p:cNvSpPr>
            <a:spLocks noGrp="1"/>
          </p:cNvSpPr>
          <p:nvPr>
            <p:ph type="body"/>
          </p:nvPr>
        </p:nvSpPr>
        <p:spPr>
          <a:xfrm>
            <a:off x="412920" y="3972960"/>
            <a:ext cx="41508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4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年份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1" name="PlaceHolder 6"/>
          <p:cNvSpPr>
            <a:spLocks noGrp="1"/>
          </p:cNvSpPr>
          <p:nvPr>
            <p:ph type="body"/>
          </p:nvPr>
        </p:nvSpPr>
        <p:spPr>
          <a:xfrm>
            <a:off x="4316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2" name="PlaceHolder 7"/>
          <p:cNvSpPr>
            <a:spLocks noGrp="1"/>
          </p:cNvSpPr>
          <p:nvPr>
            <p:ph type="body"/>
          </p:nvPr>
        </p:nvSpPr>
        <p:spPr>
          <a:xfrm>
            <a:off x="9039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3" name="PlaceHolder 8"/>
          <p:cNvSpPr>
            <a:spLocks noGrp="1"/>
          </p:cNvSpPr>
          <p:nvPr>
            <p:ph type="body"/>
          </p:nvPr>
        </p:nvSpPr>
        <p:spPr>
          <a:xfrm>
            <a:off x="137592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4" name="PlaceHolder 9"/>
          <p:cNvSpPr>
            <a:spLocks noGrp="1"/>
          </p:cNvSpPr>
          <p:nvPr>
            <p:ph type="body"/>
          </p:nvPr>
        </p:nvSpPr>
        <p:spPr>
          <a:xfrm>
            <a:off x="184788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5" name="PlaceHolder 10"/>
          <p:cNvSpPr>
            <a:spLocks noGrp="1"/>
          </p:cNvSpPr>
          <p:nvPr>
            <p:ph type="body"/>
          </p:nvPr>
        </p:nvSpPr>
        <p:spPr>
          <a:xfrm>
            <a:off x="6077160" y="3972960"/>
            <a:ext cx="41508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4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年份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6" name="PlaceHolder 11"/>
          <p:cNvSpPr>
            <a:spLocks noGrp="1"/>
          </p:cNvSpPr>
          <p:nvPr>
            <p:ph type="body"/>
          </p:nvPr>
        </p:nvSpPr>
        <p:spPr>
          <a:xfrm>
            <a:off x="23198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7" name="PlaceHolder 12"/>
          <p:cNvSpPr>
            <a:spLocks noGrp="1"/>
          </p:cNvSpPr>
          <p:nvPr>
            <p:ph type="body"/>
          </p:nvPr>
        </p:nvSpPr>
        <p:spPr>
          <a:xfrm>
            <a:off x="279180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8" name="PlaceHolder 13"/>
          <p:cNvSpPr>
            <a:spLocks noGrp="1"/>
          </p:cNvSpPr>
          <p:nvPr>
            <p:ph type="body"/>
          </p:nvPr>
        </p:nvSpPr>
        <p:spPr>
          <a:xfrm>
            <a:off x="32637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9" name="PlaceHolder 14"/>
          <p:cNvSpPr>
            <a:spLocks noGrp="1"/>
          </p:cNvSpPr>
          <p:nvPr>
            <p:ph type="body"/>
          </p:nvPr>
        </p:nvSpPr>
        <p:spPr>
          <a:xfrm>
            <a:off x="468000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0" name="PlaceHolder 15"/>
          <p:cNvSpPr>
            <a:spLocks noGrp="1"/>
          </p:cNvSpPr>
          <p:nvPr>
            <p:ph type="body"/>
          </p:nvPr>
        </p:nvSpPr>
        <p:spPr>
          <a:xfrm>
            <a:off x="373608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1" name="PlaceHolder 16"/>
          <p:cNvSpPr>
            <a:spLocks noGrp="1"/>
          </p:cNvSpPr>
          <p:nvPr>
            <p:ph type="body"/>
          </p:nvPr>
        </p:nvSpPr>
        <p:spPr>
          <a:xfrm>
            <a:off x="42080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2" name="PlaceHolder 17"/>
          <p:cNvSpPr>
            <a:spLocks noGrp="1"/>
          </p:cNvSpPr>
          <p:nvPr>
            <p:ph type="body"/>
          </p:nvPr>
        </p:nvSpPr>
        <p:spPr>
          <a:xfrm>
            <a:off x="51519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3" name="PlaceHolder 18"/>
          <p:cNvSpPr>
            <a:spLocks noGrp="1"/>
          </p:cNvSpPr>
          <p:nvPr>
            <p:ph type="body"/>
          </p:nvPr>
        </p:nvSpPr>
        <p:spPr>
          <a:xfrm>
            <a:off x="562392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4" name="PlaceHolder 19"/>
          <p:cNvSpPr>
            <a:spLocks noGrp="1"/>
          </p:cNvSpPr>
          <p:nvPr>
            <p:ph type="body"/>
          </p:nvPr>
        </p:nvSpPr>
        <p:spPr>
          <a:xfrm>
            <a:off x="609588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5" name="PlaceHolder 20"/>
          <p:cNvSpPr>
            <a:spLocks noGrp="1"/>
          </p:cNvSpPr>
          <p:nvPr>
            <p:ph type="body"/>
          </p:nvPr>
        </p:nvSpPr>
        <p:spPr>
          <a:xfrm>
            <a:off x="65678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6" name="PlaceHolder 21"/>
          <p:cNvSpPr>
            <a:spLocks noGrp="1"/>
          </p:cNvSpPr>
          <p:nvPr>
            <p:ph type="body"/>
          </p:nvPr>
        </p:nvSpPr>
        <p:spPr>
          <a:xfrm>
            <a:off x="70401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7" name="PlaceHolder 22"/>
          <p:cNvSpPr>
            <a:spLocks noGrp="1"/>
          </p:cNvSpPr>
          <p:nvPr>
            <p:ph type="body"/>
          </p:nvPr>
        </p:nvSpPr>
        <p:spPr>
          <a:xfrm>
            <a:off x="751212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8" name="PlaceHolder 23"/>
          <p:cNvSpPr>
            <a:spLocks noGrp="1"/>
          </p:cNvSpPr>
          <p:nvPr>
            <p:ph type="body"/>
          </p:nvPr>
        </p:nvSpPr>
        <p:spPr>
          <a:xfrm>
            <a:off x="798408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9" name="PlaceHolder 24"/>
          <p:cNvSpPr>
            <a:spLocks noGrp="1"/>
          </p:cNvSpPr>
          <p:nvPr>
            <p:ph type="body"/>
          </p:nvPr>
        </p:nvSpPr>
        <p:spPr>
          <a:xfrm>
            <a:off x="84560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0" name="PlaceHolder 25"/>
          <p:cNvSpPr>
            <a:spLocks noGrp="1"/>
          </p:cNvSpPr>
          <p:nvPr>
            <p:ph type="body"/>
          </p:nvPr>
        </p:nvSpPr>
        <p:spPr>
          <a:xfrm>
            <a:off x="892800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1" name="PlaceHolder 26"/>
          <p:cNvSpPr>
            <a:spLocks noGrp="1"/>
          </p:cNvSpPr>
          <p:nvPr>
            <p:ph type="body"/>
          </p:nvPr>
        </p:nvSpPr>
        <p:spPr>
          <a:xfrm>
            <a:off x="103442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2" name="PlaceHolder 27"/>
          <p:cNvSpPr>
            <a:spLocks noGrp="1"/>
          </p:cNvSpPr>
          <p:nvPr>
            <p:ph type="body"/>
          </p:nvPr>
        </p:nvSpPr>
        <p:spPr>
          <a:xfrm>
            <a:off x="93999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3" name="PlaceHolder 28"/>
          <p:cNvSpPr>
            <a:spLocks noGrp="1"/>
          </p:cNvSpPr>
          <p:nvPr>
            <p:ph type="body"/>
          </p:nvPr>
        </p:nvSpPr>
        <p:spPr>
          <a:xfrm>
            <a:off x="987228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4" name="PlaceHolder 29"/>
          <p:cNvSpPr>
            <a:spLocks noGrp="1"/>
          </p:cNvSpPr>
          <p:nvPr>
            <p:ph type="body"/>
          </p:nvPr>
        </p:nvSpPr>
        <p:spPr>
          <a:xfrm>
            <a:off x="1081620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5" name="PlaceHolder 30"/>
          <p:cNvSpPr>
            <a:spLocks noGrp="1"/>
          </p:cNvSpPr>
          <p:nvPr>
            <p:ph type="body"/>
          </p:nvPr>
        </p:nvSpPr>
        <p:spPr>
          <a:xfrm>
            <a:off x="112881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6" name="PlaceHolder 31"/>
          <p:cNvSpPr>
            <a:spLocks noGrp="1"/>
          </p:cNvSpPr>
          <p:nvPr>
            <p:ph type="body"/>
          </p:nvPr>
        </p:nvSpPr>
        <p:spPr>
          <a:xfrm>
            <a:off x="5361120" y="2190600"/>
            <a:ext cx="1793520" cy="561600"/>
          </a:xfrm>
          <a:prstGeom prst="rect">
            <a:avLst/>
          </a:prstGeom>
          <a:noFill/>
          <a:ln w="0">
            <a:noFill/>
          </a:ln>
        </p:spPr>
        <p:txBody>
          <a:bodyPr lIns="0" tIns="3600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影像標題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7" name="PlaceHolder 32"/>
          <p:cNvSpPr>
            <a:spLocks noGrp="1"/>
          </p:cNvSpPr>
          <p:nvPr>
            <p:ph type="body"/>
          </p:nvPr>
        </p:nvSpPr>
        <p:spPr>
          <a:xfrm>
            <a:off x="5395680" y="2531160"/>
            <a:ext cx="1724040" cy="1854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2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月份，年份</a:t>
            </a:r>
            <a:endParaRPr lang="en-US" sz="12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5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6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7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8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9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0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1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2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TW" sz="32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lang="en-US" sz="3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13" name="PlaceHolder 2"/>
          <p:cNvSpPr>
            <a:spLocks noGrp="1"/>
          </p:cNvSpPr>
          <p:nvPr>
            <p:ph type="ftr" idx="23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814" name="PlaceHolder 3"/>
          <p:cNvSpPr>
            <a:spLocks noGrp="1"/>
          </p:cNvSpPr>
          <p:nvPr>
            <p:ph type="sldNum" idx="24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FDDD52E6-FB9C-4FD8-BD86-52C2D146E023}" type="slidenum">
              <a: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81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1800" b="0" strike="noStrike" spc="-1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lang="en-US" sz="20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lang="en-US" sz="20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lang="en-US" sz="20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3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4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5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6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7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8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9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0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TW" sz="32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lang="en-US" sz="3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61" name="PlaceHolder 2"/>
          <p:cNvSpPr>
            <a:spLocks noGrp="1"/>
          </p:cNvSpPr>
          <p:nvPr>
            <p:ph type="ftr" idx="25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862" name="PlaceHolder 3"/>
          <p:cNvSpPr>
            <a:spLocks noGrp="1"/>
          </p:cNvSpPr>
          <p:nvPr>
            <p:ph type="sldNum" idx="26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7D5996EC-BCE7-4AF9-BC3F-55AF80477D47}" type="slidenum">
              <a: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863" name="PlaceHolder 4"/>
          <p:cNvSpPr>
            <a:spLocks noGrp="1"/>
          </p:cNvSpPr>
          <p:nvPr>
            <p:ph type="body"/>
          </p:nvPr>
        </p:nvSpPr>
        <p:spPr>
          <a:xfrm>
            <a:off x="234000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職稱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4" name="PlaceHolder 5"/>
          <p:cNvSpPr>
            <a:spLocks noGrp="1"/>
          </p:cNvSpPr>
          <p:nvPr>
            <p:ph type="body"/>
          </p:nvPr>
        </p:nvSpPr>
        <p:spPr>
          <a:xfrm>
            <a:off x="424836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職稱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5" name="PlaceHolder 6"/>
          <p:cNvSpPr>
            <a:spLocks noGrp="1"/>
          </p:cNvSpPr>
          <p:nvPr>
            <p:ph type="body"/>
          </p:nvPr>
        </p:nvSpPr>
        <p:spPr>
          <a:xfrm>
            <a:off x="615672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職稱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6" name="PlaceHolder 7"/>
          <p:cNvSpPr>
            <a:spLocks noGrp="1"/>
          </p:cNvSpPr>
          <p:nvPr>
            <p:ph type="body"/>
          </p:nvPr>
        </p:nvSpPr>
        <p:spPr>
          <a:xfrm>
            <a:off x="806508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職稱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7" name="PlaceHolder 8"/>
          <p:cNvSpPr>
            <a:spLocks noGrp="1"/>
          </p:cNvSpPr>
          <p:nvPr>
            <p:ph type="body"/>
          </p:nvPr>
        </p:nvSpPr>
        <p:spPr>
          <a:xfrm>
            <a:off x="431640" y="3926160"/>
            <a:ext cx="179964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Rockwell"/>
                <a:ea typeface="Microsoft JhengHei UI"/>
              </a:rPr>
              <a:t>全名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8" name="PlaceHolder 9"/>
          <p:cNvSpPr>
            <a:spLocks noGrp="1"/>
          </p:cNvSpPr>
          <p:nvPr>
            <p:ph type="body"/>
          </p:nvPr>
        </p:nvSpPr>
        <p:spPr>
          <a:xfrm>
            <a:off x="2340000" y="3926160"/>
            <a:ext cx="179964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Rockwell"/>
                <a:ea typeface="Microsoft JhengHei UI"/>
              </a:rPr>
              <a:t>全名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9" name="PlaceHolder 10"/>
          <p:cNvSpPr>
            <a:spLocks noGrp="1"/>
          </p:cNvSpPr>
          <p:nvPr>
            <p:ph type="body"/>
          </p:nvPr>
        </p:nvSpPr>
        <p:spPr>
          <a:xfrm>
            <a:off x="4248360" y="3926160"/>
            <a:ext cx="179964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Rockwell"/>
                <a:ea typeface="Microsoft JhengHei UI"/>
              </a:rPr>
              <a:t>全名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0" name="PlaceHolder 11"/>
          <p:cNvSpPr>
            <a:spLocks noGrp="1"/>
          </p:cNvSpPr>
          <p:nvPr>
            <p:ph type="body"/>
          </p:nvPr>
        </p:nvSpPr>
        <p:spPr>
          <a:xfrm>
            <a:off x="6156720" y="3926160"/>
            <a:ext cx="179964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Rockwell"/>
                <a:ea typeface="Microsoft JhengHei UI"/>
              </a:rPr>
              <a:t>全名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1" name="PlaceHolder 12"/>
          <p:cNvSpPr>
            <a:spLocks noGrp="1"/>
          </p:cNvSpPr>
          <p:nvPr>
            <p:ph type="body"/>
          </p:nvPr>
        </p:nvSpPr>
        <p:spPr>
          <a:xfrm>
            <a:off x="8065080" y="3926160"/>
            <a:ext cx="179964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Rockwell"/>
                <a:ea typeface="Microsoft JhengHei UI"/>
              </a:rPr>
              <a:t>全名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2" name="PlaceHolder 13"/>
          <p:cNvSpPr>
            <a:spLocks noGrp="1"/>
          </p:cNvSpPr>
          <p:nvPr>
            <p:ph type="body"/>
          </p:nvPr>
        </p:nvSpPr>
        <p:spPr>
          <a:xfrm>
            <a:off x="43164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職稱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3" name="PlaceHolder 14"/>
          <p:cNvSpPr>
            <a:spLocks noGrp="1"/>
          </p:cNvSpPr>
          <p:nvPr>
            <p:ph type="body"/>
          </p:nvPr>
        </p:nvSpPr>
        <p:spPr>
          <a:xfrm>
            <a:off x="717120" y="2160720"/>
            <a:ext cx="1229040" cy="1229040"/>
          </a:xfrm>
          <a:prstGeom prst="rect">
            <a:avLst/>
          </a:prstGeom>
          <a:solidFill>
            <a:srgbClr val="F2F2F2"/>
          </a:solidFill>
          <a:ln w="3240">
            <a:solidFill>
              <a:srgbClr val="BFBFBF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Calibri Light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4" name="PlaceHolder 15"/>
          <p:cNvSpPr>
            <a:spLocks noGrp="1"/>
          </p:cNvSpPr>
          <p:nvPr>
            <p:ph type="body"/>
          </p:nvPr>
        </p:nvSpPr>
        <p:spPr>
          <a:xfrm>
            <a:off x="2625480" y="2160720"/>
            <a:ext cx="1229040" cy="1229040"/>
          </a:xfrm>
          <a:prstGeom prst="rect">
            <a:avLst/>
          </a:prstGeom>
          <a:solidFill>
            <a:srgbClr val="F2F2F2"/>
          </a:solidFill>
          <a:ln w="3240">
            <a:solidFill>
              <a:srgbClr val="BFBFBF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Calibri Light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5" name="PlaceHolder 16"/>
          <p:cNvSpPr>
            <a:spLocks noGrp="1"/>
          </p:cNvSpPr>
          <p:nvPr>
            <p:ph type="body"/>
          </p:nvPr>
        </p:nvSpPr>
        <p:spPr>
          <a:xfrm>
            <a:off x="4533840" y="2160720"/>
            <a:ext cx="1229040" cy="1229040"/>
          </a:xfrm>
          <a:prstGeom prst="rect">
            <a:avLst/>
          </a:prstGeom>
          <a:solidFill>
            <a:srgbClr val="F2F2F2"/>
          </a:solidFill>
          <a:ln w="3240">
            <a:solidFill>
              <a:srgbClr val="BFBFBF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Calibri Light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6" name="PlaceHolder 17"/>
          <p:cNvSpPr>
            <a:spLocks noGrp="1"/>
          </p:cNvSpPr>
          <p:nvPr>
            <p:ph type="body"/>
          </p:nvPr>
        </p:nvSpPr>
        <p:spPr>
          <a:xfrm>
            <a:off x="6442200" y="2160720"/>
            <a:ext cx="1229040" cy="1229040"/>
          </a:xfrm>
          <a:prstGeom prst="rect">
            <a:avLst/>
          </a:prstGeom>
          <a:solidFill>
            <a:srgbClr val="F2F2F2"/>
          </a:solidFill>
          <a:ln w="3240">
            <a:solidFill>
              <a:srgbClr val="BFBFBF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Calibri Light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7" name="PlaceHolder 18"/>
          <p:cNvSpPr>
            <a:spLocks noGrp="1"/>
          </p:cNvSpPr>
          <p:nvPr>
            <p:ph type="body"/>
          </p:nvPr>
        </p:nvSpPr>
        <p:spPr>
          <a:xfrm>
            <a:off x="8350200" y="2160720"/>
            <a:ext cx="1229040" cy="1229040"/>
          </a:xfrm>
          <a:prstGeom prst="rect">
            <a:avLst/>
          </a:prstGeom>
          <a:solidFill>
            <a:srgbClr val="F2F2F2"/>
          </a:solidFill>
          <a:ln w="3240">
            <a:solidFill>
              <a:srgbClr val="BFBFBF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Calibri Light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8" name="PlaceHolder 19"/>
          <p:cNvSpPr>
            <a:spLocks noGrp="1"/>
          </p:cNvSpPr>
          <p:nvPr>
            <p:ph type="body"/>
          </p:nvPr>
        </p:nvSpPr>
        <p:spPr>
          <a:xfrm>
            <a:off x="10258560" y="2160720"/>
            <a:ext cx="1229040" cy="1229040"/>
          </a:xfrm>
          <a:prstGeom prst="rect">
            <a:avLst/>
          </a:prstGeom>
          <a:solidFill>
            <a:srgbClr val="F2F2F2"/>
          </a:solidFill>
          <a:ln w="3240">
            <a:solidFill>
              <a:srgbClr val="BFBFBF"/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000000"/>
                </a:solidFill>
                <a:latin typeface="Calibri Light"/>
              </a:rPr>
              <a:t>按一下圖示以新增圖片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9" name="PlaceHolder 20"/>
          <p:cNvSpPr>
            <a:spLocks noGrp="1"/>
          </p:cNvSpPr>
          <p:nvPr>
            <p:ph type="body"/>
          </p:nvPr>
        </p:nvSpPr>
        <p:spPr>
          <a:xfrm>
            <a:off x="9973440" y="3925800"/>
            <a:ext cx="1799640" cy="50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1" strike="noStrike" spc="-1">
                <a:solidFill>
                  <a:srgbClr val="404040"/>
                </a:solidFill>
                <a:latin typeface="Rockwell"/>
                <a:ea typeface="Microsoft JhengHei UI"/>
              </a:rPr>
              <a:t>全名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80" name="PlaceHolder 21"/>
          <p:cNvSpPr>
            <a:spLocks noGrp="1"/>
          </p:cNvSpPr>
          <p:nvPr>
            <p:ph type="body"/>
          </p:nvPr>
        </p:nvSpPr>
        <p:spPr>
          <a:xfrm>
            <a:off x="997344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職稱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81" name="直線接點​​(S) 27"/>
          <p:cNvSpPr/>
          <p:nvPr/>
        </p:nvSpPr>
        <p:spPr>
          <a:xfrm>
            <a:off x="2285640" y="2166120"/>
            <a:ext cx="360" cy="252540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2" name="直線接點​​(S) 28"/>
          <p:cNvSpPr/>
          <p:nvPr/>
        </p:nvSpPr>
        <p:spPr>
          <a:xfrm>
            <a:off x="4194000" y="2166120"/>
            <a:ext cx="360" cy="252540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3" name="直線接點​​(S) 29"/>
          <p:cNvSpPr/>
          <p:nvPr/>
        </p:nvSpPr>
        <p:spPr>
          <a:xfrm>
            <a:off x="6102360" y="2166120"/>
            <a:ext cx="360" cy="252540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4" name="直線接點​​(S) 30"/>
          <p:cNvSpPr/>
          <p:nvPr/>
        </p:nvSpPr>
        <p:spPr>
          <a:xfrm>
            <a:off x="8010720" y="2166120"/>
            <a:ext cx="360" cy="252540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5" name="直線接點​​(S) 31"/>
          <p:cNvSpPr/>
          <p:nvPr/>
        </p:nvSpPr>
        <p:spPr>
          <a:xfrm>
            <a:off x="9919080" y="2166120"/>
            <a:ext cx="360" cy="252540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3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4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5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6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7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8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9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0" name="手繪多邊形：圖案 14"/>
          <p:cNvSpPr/>
          <p:nvPr/>
        </p:nvSpPr>
        <p:spPr>
          <a:xfrm rot="14199000">
            <a:off x="10161720" y="-235440"/>
            <a:ext cx="1956600" cy="1399320"/>
          </a:xfrm>
          <a:custGeom>
            <a:avLst/>
            <a:gdLst/>
            <a:ahLst/>
            <a:cxnLst/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1" name="手繪多邊形：圖案 13"/>
          <p:cNvSpPr/>
          <p:nvPr/>
        </p:nvSpPr>
        <p:spPr>
          <a:xfrm rot="6973800">
            <a:off x="9800280" y="198000"/>
            <a:ext cx="747720" cy="780480"/>
          </a:xfrm>
          <a:custGeom>
            <a:avLst/>
            <a:gdLst/>
            <a:ahLst/>
            <a:cxnLst/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2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TW" sz="3200" b="0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lang="en-US" sz="32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3" name="PlaceHolder 2"/>
          <p:cNvSpPr>
            <a:spLocks noGrp="1"/>
          </p:cNvSpPr>
          <p:nvPr>
            <p:ph type="ftr" idx="27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34" name="PlaceHolder 3"/>
          <p:cNvSpPr>
            <a:spLocks noGrp="1"/>
          </p:cNvSpPr>
          <p:nvPr>
            <p:ph type="sldNum" idx="28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0004C56A-9178-418D-B77D-F3C3B7AF3497}" type="slidenum">
              <a:rPr lang="en-US" sz="1200" b="1" i="1" strike="noStrike" spc="-1">
                <a:solidFill>
                  <a:srgbClr val="404040"/>
                </a:solidFill>
                <a:latin typeface="Microsoft JhengHei UI"/>
                <a:ea typeface="Microsoft JhengHei U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35" name="手繪多邊形：圖案 23"/>
          <p:cNvSpPr/>
          <p:nvPr/>
        </p:nvSpPr>
        <p:spPr>
          <a:xfrm rot="5483400">
            <a:off x="9854280" y="808560"/>
            <a:ext cx="242640" cy="406080"/>
          </a:xfrm>
          <a:custGeom>
            <a:avLst/>
            <a:gdLst/>
            <a:ahLst/>
            <a:cxnLst/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6" name="手繪多邊形：圖案 21"/>
          <p:cNvSpPr/>
          <p:nvPr/>
        </p:nvSpPr>
        <p:spPr>
          <a:xfrm rot="14235600">
            <a:off x="11753280" y="112320"/>
            <a:ext cx="331920" cy="247680"/>
          </a:xfrm>
          <a:custGeom>
            <a:avLst/>
            <a:gdLst/>
            <a:ahLst/>
            <a:cxnLst/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7" name="手繪多邊形：圖案 24"/>
          <p:cNvSpPr/>
          <p:nvPr/>
        </p:nvSpPr>
        <p:spPr>
          <a:xfrm rot="13336800">
            <a:off x="10313280" y="1084320"/>
            <a:ext cx="648360" cy="777240"/>
          </a:xfrm>
          <a:custGeom>
            <a:avLst/>
            <a:gdLst/>
            <a:ahLst/>
            <a:cxnLst/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8" name="手繪多邊形：圖案 25"/>
          <p:cNvSpPr/>
          <p:nvPr/>
        </p:nvSpPr>
        <p:spPr>
          <a:xfrm rot="5737800">
            <a:off x="9844920" y="1032120"/>
            <a:ext cx="692280" cy="51012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9" name="手繪多邊形：圖案 29"/>
          <p:cNvSpPr/>
          <p:nvPr/>
        </p:nvSpPr>
        <p:spPr>
          <a:xfrm rot="8291400">
            <a:off x="10082160" y="798480"/>
            <a:ext cx="371160" cy="273240"/>
          </a:xfrm>
          <a:custGeom>
            <a:avLst/>
            <a:gdLst/>
            <a:ahLst/>
            <a:cxn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0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1800" b="0" strike="noStrike" spc="-1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1400" b="0" strike="noStrike" spc="-1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lang="en-US" sz="14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lang="en-US" sz="20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lang="en-US" sz="2000" b="0" strike="noStrike" spc="-1">
              <a:solidFill>
                <a:srgbClr val="404040"/>
              </a:solidFill>
              <a:latin typeface="Microsoft JhengHei U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lang="en-US" sz="20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八邊形 6" hidden="1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8" name="橢圓​​ 8" hidden="1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9" name="橢圓​​ 9" hidden="1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0" name="橢圓​​ 13" hidden="1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1" name="矩形 17" hidden="1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2" name="矩形 18" hidden="1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3" name="矩形 19" hidden="1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4" name="矩形 20" hidden="1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5" name="PlaceHolder 1"/>
          <p:cNvSpPr>
            <a:spLocks noGrp="1"/>
          </p:cNvSpPr>
          <p:nvPr>
            <p:ph type="body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txBody>
          <a:bodyPr lIns="360000" tIns="360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100" b="0" i="1" strike="noStrike" spc="-1">
                <a:solidFill>
                  <a:srgbClr val="000000"/>
                </a:solidFill>
                <a:latin typeface="Times New Roman"/>
              </a:rPr>
              <a:t>在這裡插入影像或將影像拖放到這裡</a:t>
            </a:r>
            <a:endParaRPr lang="en-US" sz="11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86" name="PlaceHolder 2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solidFill>
            <a:srgbClr val="262626">
              <a:alpha val="80000"/>
            </a:srgbClr>
          </a:solidFill>
          <a:ln w="0">
            <a:noFill/>
          </a:ln>
        </p:spPr>
        <p:txBody>
          <a:bodyPr lIns="288000" tIns="0" rIns="2160000" bIns="144000" anchor="b">
            <a:noAutofit/>
          </a:bodyPr>
          <a:lstStyle/>
          <a:p>
            <a:pPr algn="r">
              <a:lnSpc>
                <a:spcPct val="90000"/>
              </a:lnSpc>
              <a:buNone/>
            </a:pPr>
            <a:r>
              <a:rPr lang="zh-TW" sz="6600" b="0" strike="noStrike" spc="-151">
                <a:solidFill>
                  <a:srgbClr val="FFFFFF"/>
                </a:solidFill>
                <a:latin typeface="Microsoft JhengHei UI"/>
                <a:ea typeface="Microsoft JhengHei UI"/>
              </a:rPr>
              <a:t>感謝您</a:t>
            </a:r>
            <a:endParaRPr lang="en-US" sz="66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87" name="直線接點​​ 4"/>
          <p:cNvSpPr/>
          <p:nvPr/>
        </p:nvSpPr>
        <p:spPr>
          <a:xfrm>
            <a:off x="7777080" y="2412000"/>
            <a:ext cx="360" cy="1100160"/>
          </a:xfrm>
          <a:prstGeom prst="line">
            <a:avLst/>
          </a:prstGeom>
          <a:ln>
            <a:solidFill>
              <a:srgbClr val="9ACB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8" name="PlaceHolder 3"/>
          <p:cNvSpPr>
            <a:spLocks noGrp="1"/>
          </p:cNvSpPr>
          <p:nvPr>
            <p:ph type="body"/>
          </p:nvPr>
        </p:nvSpPr>
        <p:spPr>
          <a:xfrm>
            <a:off x="2666880" y="4142160"/>
            <a:ext cx="4508280" cy="27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FFFFFF"/>
                </a:solidFill>
                <a:latin typeface="Microsoft JhengHei UI"/>
                <a:ea typeface="Microsoft JhengHei UI"/>
              </a:rPr>
              <a:t>連絡人號碼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89" name="PlaceHolder 4"/>
          <p:cNvSpPr>
            <a:spLocks noGrp="1"/>
          </p:cNvSpPr>
          <p:nvPr>
            <p:ph type="body"/>
          </p:nvPr>
        </p:nvSpPr>
        <p:spPr>
          <a:xfrm>
            <a:off x="2666880" y="4448160"/>
            <a:ext cx="4508280" cy="27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FFFFFF"/>
                </a:solidFill>
                <a:latin typeface="Microsoft JhengHei UI"/>
                <a:ea typeface="Microsoft JhengHei UI"/>
              </a:rPr>
              <a:t>電子郵件或社交媒體控制代碼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90" name="PlaceHolder 5"/>
          <p:cNvSpPr>
            <a:spLocks noGrp="1"/>
          </p:cNvSpPr>
          <p:nvPr>
            <p:ph type="body"/>
          </p:nvPr>
        </p:nvSpPr>
        <p:spPr>
          <a:xfrm>
            <a:off x="8065080" y="2587680"/>
            <a:ext cx="1343880" cy="703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strike="noStrike" spc="-1">
                <a:solidFill>
                  <a:srgbClr val="FFFFFF"/>
                </a:solidFill>
                <a:latin typeface="Calibri Light"/>
              </a:rPr>
              <a:t>標誌</a:t>
            </a:r>
            <a:endParaRPr lang="en-US" sz="1800" b="0" strike="noStrike" spc="-1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91" name="PlaceHolder 6"/>
          <p:cNvSpPr>
            <a:spLocks noGrp="1"/>
          </p:cNvSpPr>
          <p:nvPr>
            <p:ph type="body"/>
          </p:nvPr>
        </p:nvSpPr>
        <p:spPr>
          <a:xfrm>
            <a:off x="2666880" y="4753800"/>
            <a:ext cx="4508280" cy="27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strike="noStrike" spc="-1">
                <a:solidFill>
                  <a:srgbClr val="FFFFFF"/>
                </a:solidFill>
                <a:latin typeface="Microsoft JhengHei UI"/>
                <a:ea typeface="Microsoft JhengHei UI"/>
              </a:rPr>
              <a:t>網站位址</a:t>
            </a:r>
            <a:endParaRPr lang="en-US" sz="1600" b="0" strike="noStrike" spc="-1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>
                <a:latin typeface="Arial"/>
              </a:defRPr>
            </a:pPr>
            <a:r>
              <a:t>讓電腦自學、無需顯式編程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 wrap="square"/>
          <a:lstStyle/>
          <a:p>
            <a:pPr>
              <a:defRPr sz="2400">
                <a:latin typeface="Arial"/>
              </a:defRPr>
            </a:pPr>
            <a:r>
              <a:t>讓電腦自學、無需顯式編程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>
                <a:latin typeface="Arial"/>
              </a:defRPr>
            </a:pPr>
            <a:r>
              <a:rPr dirty="0" err="1"/>
              <a:t>監督式學習：標註資料</a:t>
            </a:r>
            <a:r>
              <a:rPr dirty="0"/>
              <a:t> → </a:t>
            </a:r>
            <a:r>
              <a:rPr dirty="0" err="1"/>
              <a:t>分類</a:t>
            </a:r>
            <a:r>
              <a:rPr dirty="0"/>
              <a:t>/</a:t>
            </a:r>
            <a:r>
              <a:rPr dirty="0" err="1"/>
              <a:t>迴歸</a:t>
            </a:r>
            <a:br>
              <a:rPr dirty="0"/>
            </a:br>
            <a:r>
              <a:rPr dirty="0" err="1"/>
              <a:t>非監督式學習：無標籤</a:t>
            </a:r>
            <a:r>
              <a:rPr dirty="0"/>
              <a:t> → </a:t>
            </a:r>
            <a:r>
              <a:rPr dirty="0" err="1"/>
              <a:t>分群</a:t>
            </a:r>
            <a:r>
              <a:rPr dirty="0"/>
              <a:t>/</a:t>
            </a:r>
            <a:r>
              <a:rPr dirty="0" err="1"/>
              <a:t>降維</a:t>
            </a:r>
            <a:br>
              <a:rPr dirty="0"/>
            </a:br>
            <a:r>
              <a:rPr dirty="0" err="1"/>
              <a:t>強化學習：獎懲機制</a:t>
            </a:r>
            <a:r>
              <a:rPr dirty="0"/>
              <a:t> → </a:t>
            </a:r>
            <a:r>
              <a:rPr dirty="0" err="1"/>
              <a:t>AlphaGo、無人駕駛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 wrap="square"/>
          <a:lstStyle/>
          <a:p>
            <a:pPr>
              <a:defRPr sz="2400">
                <a:latin typeface="Arial"/>
              </a:defRPr>
            </a:pPr>
            <a:r>
              <a:rPr dirty="0" err="1"/>
              <a:t>監督式學習：標註資料</a:t>
            </a:r>
            <a:r>
              <a:rPr dirty="0"/>
              <a:t> → </a:t>
            </a:r>
            <a:r>
              <a:rPr dirty="0" err="1"/>
              <a:t>分類</a:t>
            </a:r>
            <a:r>
              <a:rPr dirty="0"/>
              <a:t>/</a:t>
            </a:r>
            <a:r>
              <a:rPr dirty="0" err="1"/>
              <a:t>迴歸</a:t>
            </a:r>
            <a:br>
              <a:rPr dirty="0"/>
            </a:br>
            <a:r>
              <a:rPr dirty="0" err="1"/>
              <a:t>非監督式學習：無標籤</a:t>
            </a:r>
            <a:r>
              <a:rPr dirty="0"/>
              <a:t> → </a:t>
            </a:r>
            <a:r>
              <a:rPr dirty="0" err="1"/>
              <a:t>分群</a:t>
            </a:r>
            <a:r>
              <a:rPr dirty="0"/>
              <a:t>/</a:t>
            </a:r>
            <a:r>
              <a:rPr dirty="0" err="1"/>
              <a:t>降維</a:t>
            </a:r>
            <a:br>
              <a:rPr dirty="0"/>
            </a:br>
            <a:r>
              <a:rPr dirty="0" err="1"/>
              <a:t>強化學習：獎懲機制</a:t>
            </a:r>
            <a:r>
              <a:rPr dirty="0"/>
              <a:t> → </a:t>
            </a:r>
            <a:r>
              <a:rPr dirty="0" err="1"/>
              <a:t>AlphaGo、無人駕駛</a:t>
            </a:r>
            <a:endParaRPr dirty="0"/>
          </a:p>
        </p:txBody>
      </p:sp>
      <p:pic>
        <p:nvPicPr>
          <p:cNvPr id="4" name="Picture 3" descr="31413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3657600"/>
            <a:ext cx="4267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>
                <a:latin typeface="Arial"/>
              </a:defRPr>
            </a:pPr>
            <a:r>
              <a:rPr dirty="0" err="1"/>
              <a:t>資料收集：清理雜訊、缺失值</a:t>
            </a:r>
            <a:br>
              <a:rPr dirty="0"/>
            </a:br>
            <a:r>
              <a:rPr dirty="0" err="1"/>
              <a:t>特徵工程：挑選關鍵特徵</a:t>
            </a:r>
            <a:br>
              <a:rPr dirty="0"/>
            </a:br>
            <a:r>
              <a:rPr dirty="0" err="1"/>
              <a:t>模型選擇：隨機森林、SVM、神經網</a:t>
            </a:r>
            <a:br>
              <a:rPr dirty="0"/>
            </a:br>
            <a:r>
              <a:rPr dirty="0" err="1"/>
              <a:t>訓練與評估：訓練集、測試集</a:t>
            </a:r>
            <a:br>
              <a:rPr dirty="0"/>
            </a:br>
            <a:r>
              <a:rPr dirty="0" err="1"/>
              <a:t>部署與優化：上線、微調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 wrap="square"/>
          <a:lstStyle/>
          <a:p>
            <a:pPr>
              <a:defRPr sz="2400">
                <a:latin typeface="Arial"/>
              </a:defRPr>
            </a:pPr>
            <a:r>
              <a:rPr dirty="0" err="1"/>
              <a:t>資料收集：清理雜訊、缺失值</a:t>
            </a:r>
            <a:br>
              <a:rPr dirty="0"/>
            </a:br>
            <a:r>
              <a:rPr dirty="0" err="1"/>
              <a:t>特徵工程：挑選關鍵特徵</a:t>
            </a:r>
            <a:br>
              <a:rPr dirty="0"/>
            </a:br>
            <a:r>
              <a:rPr dirty="0" err="1"/>
              <a:t>模型選擇：隨機森林、SVM、神經網</a:t>
            </a:r>
            <a:br>
              <a:rPr dirty="0"/>
            </a:br>
            <a:r>
              <a:rPr dirty="0" err="1"/>
              <a:t>訓練與評估：訓練集、測試集</a:t>
            </a:r>
            <a:br>
              <a:rPr dirty="0"/>
            </a:br>
            <a:r>
              <a:rPr dirty="0" err="1"/>
              <a:t>部署與優化：上線、微調</a:t>
            </a:r>
            <a:endParaRPr dirty="0"/>
          </a:p>
        </p:txBody>
      </p:sp>
      <p:pic>
        <p:nvPicPr>
          <p:cNvPr id="4" name="Picture 3" descr="331486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3657600"/>
            <a:ext cx="4267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>
                <a:latin typeface="Arial"/>
              </a:defRPr>
            </a:pPr>
            <a:r>
              <a:t>大數據、GPU、深度學習驅動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 wrap="square"/>
          <a:lstStyle/>
          <a:p>
            <a:pPr>
              <a:defRPr sz="2400">
                <a:latin typeface="Arial"/>
              </a:defRPr>
            </a:pPr>
            <a:r>
              <a:t>大數據、GPU、深度學習驅動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0</TotalTime>
  <Words>120</Words>
  <Application>Microsoft Macintosh PowerPoint</Application>
  <PresentationFormat>寬螢幕</PresentationFormat>
  <Paragraphs>8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17</vt:i4>
      </vt:variant>
      <vt:variant>
        <vt:lpstr>投影片標題</vt:lpstr>
      </vt:variant>
      <vt:variant>
        <vt:i4>4</vt:i4>
      </vt:variant>
    </vt:vector>
  </HeadingPairs>
  <TitlesOfParts>
    <vt:vector size="28" baseType="lpstr">
      <vt:lpstr>Microsoft JhengHei UI</vt:lpstr>
      <vt:lpstr>Arial</vt:lpstr>
      <vt:lpstr>Calibri Light</vt:lpstr>
      <vt:lpstr>Rockwell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讓電腦自學、無需顯式編程</vt:lpstr>
      <vt:lpstr>監督式學習：標註資料 → 分類/迴歸 非監督式學習：無標籤 → 分群/降維 強化學習：獎懲機制 → AlphaGo、無人駕駛</vt:lpstr>
      <vt:lpstr>資料收集：清理雜訊、缺失值 特徵工程：挑選關鍵特徵 模型選擇：隨機森林、SVM、神經網 訓練與評估：訓練集、測試集 部署與優化：上線、微調</vt:lpstr>
      <vt:lpstr>大數據、GPU、深度學習驅動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讓電腦自學、無需顯式編程</dc:title>
  <dc:subject/>
  <dc:creator/>
  <dc:description/>
  <cp:lastModifiedBy>RickLiao</cp:lastModifiedBy>
  <cp:revision>4</cp:revision>
  <dcterms:created xsi:type="dcterms:W3CDTF">2026-01-09T05:11:15Z</dcterms:created>
  <dcterms:modified xsi:type="dcterms:W3CDTF">2026-01-25T10:07:05Z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18</vt:i4>
  </property>
  <property fmtid="{D5CDD505-2E9C-101B-9397-08002B2CF9AE}" pid="4" name="PresentationFormat">
    <vt:lpwstr>寬螢幕</vt:lpwstr>
  </property>
  <property fmtid="{D5CDD505-2E9C-101B-9397-08002B2CF9AE}" pid="5" name="Slides">
    <vt:i4>18</vt:i4>
  </property>
</Properties>
</file>