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9" r:id="rId5"/>
    <p:sldId id="261" r:id="rId6"/>
    <p:sldId id="262" r:id="rId7"/>
    <p:sldId id="263" r:id="rId8"/>
    <p:sldId id="264" r:id="rId9"/>
    <p:sldId id="265" r:id="rId10"/>
    <p:sldId id="260" r:id="rId11"/>
    <p:sldId id="266" r:id="rId12"/>
    <p:sldId id="268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78" r:id="rId21"/>
    <p:sldId id="283" r:id="rId22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C5B95F1-2C18-43A8-BBE4-8549F97013E7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2026/1/8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F73E5ED-1BDA-42E2-96FB-81DE4FF96D68}" type="datetime1">
              <a:rPr lang="en-US" altLang="zh-TW" noProof="0" smtClean="0"/>
              <a:pPr/>
              <a:t>1/8/2026</a:t>
            </a:fld>
            <a:endParaRPr lang="zh-TW" altLang="en-US" noProof="0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8649DAF-093F-4482-AA38-346E9A2DEE94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6368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1611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2844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6252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5418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56700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7808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45803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0443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6280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933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85874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7894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55981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26082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2685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7707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8649DAF-093F-4482-AA38-346E9A2DEE94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683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圖片版面配置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 rtlCol="0"/>
          <a:lstStyle>
            <a:lvl1pPr marL="0" indent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TW" altLang="en-US" noProof="0" dirty="0"/>
              <a:t>在這裡插入影像或將影像拖放到這裡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4607" y="2237328"/>
            <a:ext cx="7202786" cy="14497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lIns="288000" rIns="2160000" bIns="144000" rtlCol="0" anchor="b"/>
          <a:lstStyle>
            <a:lvl1pPr algn="r">
              <a:defRPr sz="42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7" y="3684672"/>
            <a:ext cx="5282503" cy="936000"/>
          </a:xfrm>
          <a:solidFill>
            <a:schemeClr val="tx1">
              <a:alpha val="90000"/>
            </a:schemeClr>
          </a:solidFill>
        </p:spPr>
        <p:txBody>
          <a:bodyPr lIns="216000" tIns="144000" rIns="216000" rtlCol="0"/>
          <a:lstStyle>
            <a:lvl1pPr marL="0" indent="0" algn="r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 dirty="0"/>
              <a:t>按一下以編輯母片副標題樣式</a:t>
            </a:r>
          </a:p>
        </p:txBody>
      </p:sp>
      <p:cxnSp>
        <p:nvCxnSpPr>
          <p:cNvPr id="5" name="直線接點​​ 4" descr="標題投影片分隔線&#10;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圖片預留位置 5">
            <a:extLst>
              <a:ext uri="{FF2B5EF4-FFF2-40B4-BE49-F238E27FC236}">
                <a16:creationId xmlns:a16="http://schemas.microsoft.com/office/drawing/2014/main" id="{C41AA1B3-8A3B-4B1B-A759-E2D7641772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65008" y="2587752"/>
            <a:ext cx="1344168" cy="704088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zh-TW" altLang="en-US" noProof="0" dirty="0"/>
              <a:t>標誌</a:t>
            </a:r>
          </a:p>
        </p:txBody>
      </p:sp>
    </p:spTree>
    <p:extLst>
      <p:ext uri="{BB962C8B-B14F-4D97-AF65-F5344CB8AC3E}">
        <p14:creationId xmlns:p14="http://schemas.microsoft.com/office/powerpoint/2010/main" val="89044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圖片預留位置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4" y="86714"/>
            <a:ext cx="6009285" cy="6684572"/>
          </a:xfr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TW" altLang="en-US" noProof="0" dirty="0"/>
              <a:t>在這裡插入影像或將影像拖放到這裡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86714"/>
            <a:ext cx="6009287" cy="4068402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 </a:t>
            </a:r>
            <a:br>
              <a:rPr lang="zh-TW" altLang="en-US" noProof="0" dirty="0"/>
            </a:br>
            <a:r>
              <a:rPr lang="zh-TW" altLang="en-US" noProof="0" dirty="0"/>
              <a:t>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4152672"/>
            <a:ext cx="6009287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 dirty="0"/>
              <a:t>按一下以編輯母片副標題樣式</a:t>
            </a: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zh-TW" alt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型影像與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000" y="3517901"/>
            <a:ext cx="6012000" cy="1409700"/>
          </a:xfrm>
          <a:solidFill>
            <a:schemeClr val="tx1"/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 </a:t>
            </a:r>
            <a:br>
              <a:rPr lang="zh-TW" altLang="en-US" noProof="0" dirty="0"/>
            </a:br>
            <a:r>
              <a:rPr lang="zh-TW" altLang="en-US" noProof="0" dirty="0"/>
              <a:t>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00" y="4927600"/>
            <a:ext cx="6012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 dirty="0"/>
              <a:t>按一下以編輯母片副標題樣式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zh-TW" alt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圖片預留位置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000" y="86714"/>
            <a:ext cx="6009285" cy="3431187"/>
          </a:xfrm>
          <a:solidFill>
            <a:schemeClr val="tx1">
              <a:lumMod val="85000"/>
              <a:lumOff val="1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solidFill>
                  <a:schemeClr val="bg1">
                    <a:lumMod val="8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TW" altLang="en-US" noProof="0" dirty="0"/>
              <a:t>在這裡插入影像或將影像拖放到這裡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64300" y="1152000"/>
            <a:ext cx="5307700" cy="4680000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11340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7" name="頁尾預留位置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手繪多邊形：圖案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手繪多邊形：圖案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：圖案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手繪多邊形：圖案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手繪多邊形：圖案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0" name="手繪多邊形：圖案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手繪多邊形：圖案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手繪多邊形：圖案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3" name="手繪多邊形：圖案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手繪多邊形：圖案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5" name="手繪多邊形：圖案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6" name="手繪多邊形：圖案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7" name="手繪多邊形：圖案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手繪多邊形：圖案 6">
            <a:extLst>
              <a:ext uri="{FF2B5EF4-FFF2-40B4-BE49-F238E27FC236}">
                <a16:creationId xmlns:a16="http://schemas.microsoft.com/office/drawing/2014/main" id="{BE0A84F6-FEAA-4BDD-9282-20006CFE8BD1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手繪多邊形：圖案 9">
            <a:extLst>
              <a:ext uri="{FF2B5EF4-FFF2-40B4-BE49-F238E27FC236}">
                <a16:creationId xmlns:a16="http://schemas.microsoft.com/office/drawing/2014/main" id="{0CD00A51-7C86-40CE-9A85-9305A72856F5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手繪多邊形：圖案 10">
            <a:extLst>
              <a:ext uri="{FF2B5EF4-FFF2-40B4-BE49-F238E27FC236}">
                <a16:creationId xmlns:a16="http://schemas.microsoft.com/office/drawing/2014/main" id="{72581C84-47AA-4227-BB97-9D73745C6350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手繪多邊形：圖案 11">
            <a:extLst>
              <a:ext uri="{FF2B5EF4-FFF2-40B4-BE49-F238E27FC236}">
                <a16:creationId xmlns:a16="http://schemas.microsoft.com/office/drawing/2014/main" id="{A3D0208D-7363-46C1-93C0-34D5C7CC03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手繪多邊形：圖案 12">
            <a:extLst>
              <a:ext uri="{FF2B5EF4-FFF2-40B4-BE49-F238E27FC236}">
                <a16:creationId xmlns:a16="http://schemas.microsoft.com/office/drawing/2014/main" id="{9BF00BA4-FF52-480A-802E-02DFDD8C7441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98FC3C8E-D2F9-46FE-B29F-17C02B89FFCC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手繪多邊形：圖案 14">
            <a:extLst>
              <a:ext uri="{FF2B5EF4-FFF2-40B4-BE49-F238E27FC236}">
                <a16:creationId xmlns:a16="http://schemas.microsoft.com/office/drawing/2014/main" id="{1AC53E23-4CA7-479D-B22A-A5FCB3E5B5F6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手繪多邊形：圖案 15">
            <a:extLst>
              <a:ext uri="{FF2B5EF4-FFF2-40B4-BE49-F238E27FC236}">
                <a16:creationId xmlns:a16="http://schemas.microsoft.com/office/drawing/2014/main" id="{96F0F1DB-0C5F-4895-B71A-86B7D122DD4B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手繪多邊形：圖案 16">
            <a:extLst>
              <a:ext uri="{FF2B5EF4-FFF2-40B4-BE49-F238E27FC236}">
                <a16:creationId xmlns:a16="http://schemas.microsoft.com/office/drawing/2014/main" id="{134BF4B3-A394-4B33-84E8-433CB3F4D710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：圖案 17">
            <a:extLst>
              <a:ext uri="{FF2B5EF4-FFF2-40B4-BE49-F238E27FC236}">
                <a16:creationId xmlns:a16="http://schemas.microsoft.com/office/drawing/2014/main" id="{B6E11BA4-7EBA-47E5-8E07-57E665A74955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手繪多邊形：圖案 18">
            <a:extLst>
              <a:ext uri="{FF2B5EF4-FFF2-40B4-BE49-F238E27FC236}">
                <a16:creationId xmlns:a16="http://schemas.microsoft.com/office/drawing/2014/main" id="{7A178943-1EAE-4532-95FB-DFD1B8A936ED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A1603A2C-1F9D-4BAB-BF6C-C411F8898F5A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手繪多邊形：圖案 20">
            <a:extLst>
              <a:ext uri="{FF2B5EF4-FFF2-40B4-BE49-F238E27FC236}">
                <a16:creationId xmlns:a16="http://schemas.microsoft.com/office/drawing/2014/main" id="{D019487C-9065-4D0C-8A4F-0BEC960FF5E1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手繪多邊形：圖案 21">
            <a:extLst>
              <a:ext uri="{FF2B5EF4-FFF2-40B4-BE49-F238E27FC236}">
                <a16:creationId xmlns:a16="http://schemas.microsoft.com/office/drawing/2014/main" id="{B2E39A85-934A-4BF2-93E3-761989F1B981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52000"/>
            <a:ext cx="5472000" cy="504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23" name="內容版面配置區 3">
            <a:extLst>
              <a:ext uri="{FF2B5EF4-FFF2-40B4-BE49-F238E27FC236}">
                <a16:creationId xmlns:a16="http://schemas.microsoft.com/office/drawing/2014/main" id="{94AA1D0D-4A88-48E6-9F92-152A70F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384" y="1140847"/>
            <a:ext cx="5471616" cy="5036116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47483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360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152000"/>
            <a:ext cx="3600450" cy="5038725"/>
          </a:xfrm>
        </p:spPr>
        <p:txBody>
          <a:bodyPr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152000"/>
            <a:ext cx="3600450" cy="5038725"/>
          </a:xfrm>
        </p:spPr>
        <p:txBody>
          <a:bodyPr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216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7" name="頁尾預留位置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152525"/>
            <a:ext cx="2160588" cy="5038725"/>
          </a:xfrm>
        </p:spPr>
        <p:txBody>
          <a:bodyPr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13" name="文字版面配置區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152525"/>
            <a:ext cx="2160588" cy="5038725"/>
          </a:xfrm>
        </p:spPr>
        <p:txBody>
          <a:bodyPr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15" name="文字版面配置區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148060"/>
            <a:ext cx="2160588" cy="5038725"/>
          </a:xfrm>
        </p:spPr>
        <p:txBody>
          <a:bodyPr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17" name="文字版面配置區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152525"/>
            <a:ext cx="2160588" cy="5038725"/>
          </a:xfrm>
        </p:spPr>
        <p:txBody>
          <a:bodyPr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影像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橢圓​​ 27">
            <a:extLst>
              <a:ext uri="{FF2B5EF4-FFF2-40B4-BE49-F238E27FC236}">
                <a16:creationId xmlns:a16="http://schemas.microsoft.com/office/drawing/2014/main" id="{2041BFF2-BC3B-3145-940D-004809E5A80A}"/>
              </a:ext>
            </a:extLst>
          </p:cNvPr>
          <p:cNvSpPr>
            <a:spLocks noChangeAspect="1"/>
          </p:cNvSpPr>
          <p:nvPr userDrawn="1"/>
        </p:nvSpPr>
        <p:spPr>
          <a:xfrm>
            <a:off x="3050592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A9906F5C-A183-DF45-AE48-C1D611CDC98D}"/>
              </a:ext>
            </a:extLst>
          </p:cNvPr>
          <p:cNvSpPr>
            <a:spLocks noChangeAspect="1"/>
          </p:cNvSpPr>
          <p:nvPr userDrawn="1"/>
        </p:nvSpPr>
        <p:spPr>
          <a:xfrm>
            <a:off x="5345060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0" name="橢圓​​ 29">
            <a:extLst>
              <a:ext uri="{FF2B5EF4-FFF2-40B4-BE49-F238E27FC236}">
                <a16:creationId xmlns:a16="http://schemas.microsoft.com/office/drawing/2014/main" id="{C9CFF2EB-CD95-EA4D-810E-C9F8127071FE}"/>
              </a:ext>
            </a:extLst>
          </p:cNvPr>
          <p:cNvSpPr>
            <a:spLocks noChangeAspect="1"/>
          </p:cNvSpPr>
          <p:nvPr userDrawn="1"/>
        </p:nvSpPr>
        <p:spPr>
          <a:xfrm>
            <a:off x="7639529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橢圓​​ 30">
            <a:extLst>
              <a:ext uri="{FF2B5EF4-FFF2-40B4-BE49-F238E27FC236}">
                <a16:creationId xmlns:a16="http://schemas.microsoft.com/office/drawing/2014/main" id="{EE120266-68E0-504A-B1C8-F3369F5AF7C0}"/>
              </a:ext>
            </a:extLst>
          </p:cNvPr>
          <p:cNvSpPr>
            <a:spLocks noChangeAspect="1"/>
          </p:cNvSpPr>
          <p:nvPr userDrawn="1"/>
        </p:nvSpPr>
        <p:spPr>
          <a:xfrm>
            <a:off x="9933998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橢圓​​ 8">
            <a:extLst>
              <a:ext uri="{FF2B5EF4-FFF2-40B4-BE49-F238E27FC236}">
                <a16:creationId xmlns:a16="http://schemas.microsoft.com/office/drawing/2014/main" id="{4FB4A810-8614-AD44-B362-CE45C8C679CE}"/>
              </a:ext>
            </a:extLst>
          </p:cNvPr>
          <p:cNvSpPr>
            <a:spLocks noChangeAspect="1"/>
          </p:cNvSpPr>
          <p:nvPr userDrawn="1"/>
        </p:nvSpPr>
        <p:spPr>
          <a:xfrm>
            <a:off x="759111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7" name="頁尾預留位置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075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0543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15" name="文字預留位置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5012" y="4683647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17" name="文字預留位置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09481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3926334"/>
            <a:ext cx="216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1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26076" y="3926335"/>
            <a:ext cx="2160587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2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0543" y="3926335"/>
            <a:ext cx="2160588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3</a:t>
            </a:r>
          </a:p>
        </p:txBody>
      </p:sp>
      <p:sp>
        <p:nvSpPr>
          <p:cNvPr id="16" name="文字預留位置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15013" y="3926335"/>
            <a:ext cx="2160587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4</a:t>
            </a:r>
          </a:p>
        </p:txBody>
      </p:sp>
      <p:sp>
        <p:nvSpPr>
          <p:cNvPr id="19" name="文字預留位置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09481" y="3926335"/>
            <a:ext cx="2160588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5</a:t>
            </a:r>
          </a:p>
        </p:txBody>
      </p:sp>
      <p:sp>
        <p:nvSpPr>
          <p:cNvPr id="21" name="文字預留位置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94" y="4683350"/>
            <a:ext cx="2160000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4" name="圖片預留位置 3">
            <a:extLst>
              <a:ext uri="{FF2B5EF4-FFF2-40B4-BE49-F238E27FC236}">
                <a16:creationId xmlns:a16="http://schemas.microsoft.com/office/drawing/2014/main" id="{B0B1F8F6-73A5-F142-8A28-094DA998B5F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86454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32" name="圖片版面配置區 3">
            <a:extLst>
              <a:ext uri="{FF2B5EF4-FFF2-40B4-BE49-F238E27FC236}">
                <a16:creationId xmlns:a16="http://schemas.microsoft.com/office/drawing/2014/main" id="{F78A887E-89A6-244C-8AA4-484FE535876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0176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33" name="圖片版面配置區 3">
            <a:extLst>
              <a:ext uri="{FF2B5EF4-FFF2-40B4-BE49-F238E27FC236}">
                <a16:creationId xmlns:a16="http://schemas.microsoft.com/office/drawing/2014/main" id="{52B18661-99A8-214A-A089-09F11F1EB5C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673898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34" name="圖片版面配置區 3">
            <a:extLst>
              <a:ext uri="{FF2B5EF4-FFF2-40B4-BE49-F238E27FC236}">
                <a16:creationId xmlns:a16="http://schemas.microsoft.com/office/drawing/2014/main" id="{69D5F0B5-DE10-D646-9244-6B4289E7793E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967620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35" name="圖片版面配置區 3">
            <a:extLst>
              <a:ext uri="{FF2B5EF4-FFF2-40B4-BE49-F238E27FC236}">
                <a16:creationId xmlns:a16="http://schemas.microsoft.com/office/drawing/2014/main" id="{72B87CCD-6D17-844B-87EF-F8BC69D79B0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261341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cxnSp>
        <p:nvCxnSpPr>
          <p:cNvPr id="25" name="直線接點​​(S) 24">
            <a:extLst>
              <a:ext uri="{FF2B5EF4-FFF2-40B4-BE49-F238E27FC236}">
                <a16:creationId xmlns:a16="http://schemas.microsoft.com/office/drawing/2014/main" id="{EC221C1A-E955-4A4A-B47B-0028C57F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659047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529F2F69-8DE5-40C8-9500-23B5BF432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953541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​​(S) 26">
            <a:extLst>
              <a:ext uri="{FF2B5EF4-FFF2-40B4-BE49-F238E27FC236}">
                <a16:creationId xmlns:a16="http://schemas.microsoft.com/office/drawing/2014/main" id="{5F56195C-F685-42C9-980B-24974E65E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8035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​​(S) 35">
            <a:extLst>
              <a:ext uri="{FF2B5EF4-FFF2-40B4-BE49-F238E27FC236}">
                <a16:creationId xmlns:a16="http://schemas.microsoft.com/office/drawing/2014/main" id="{E35A3995-4F01-4D2E-A636-9AC8AF29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542529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849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影像項目符號左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橢圓​​ 19">
            <a:extLst>
              <a:ext uri="{FF2B5EF4-FFF2-40B4-BE49-F238E27FC236}">
                <a16:creationId xmlns:a16="http://schemas.microsoft.com/office/drawing/2014/main" id="{019D3C0C-316D-A045-BC1B-D508718E47A9}"/>
              </a:ext>
            </a:extLst>
          </p:cNvPr>
          <p:cNvSpPr>
            <a:spLocks noChangeAspect="1"/>
          </p:cNvSpPr>
          <p:nvPr userDrawn="1"/>
        </p:nvSpPr>
        <p:spPr>
          <a:xfrm>
            <a:off x="3050592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橢圓​​ 21">
            <a:extLst>
              <a:ext uri="{FF2B5EF4-FFF2-40B4-BE49-F238E27FC236}">
                <a16:creationId xmlns:a16="http://schemas.microsoft.com/office/drawing/2014/main" id="{56D90BAC-4672-454F-9B98-7A6F31D7B3F7}"/>
              </a:ext>
            </a:extLst>
          </p:cNvPr>
          <p:cNvSpPr>
            <a:spLocks noChangeAspect="1"/>
          </p:cNvSpPr>
          <p:nvPr userDrawn="1"/>
        </p:nvSpPr>
        <p:spPr>
          <a:xfrm>
            <a:off x="5345060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橢圓​​ 25">
            <a:extLst>
              <a:ext uri="{FF2B5EF4-FFF2-40B4-BE49-F238E27FC236}">
                <a16:creationId xmlns:a16="http://schemas.microsoft.com/office/drawing/2014/main" id="{21146660-9CB0-D241-ACBC-5C0A9FC8AD1A}"/>
              </a:ext>
            </a:extLst>
          </p:cNvPr>
          <p:cNvSpPr>
            <a:spLocks noChangeAspect="1"/>
          </p:cNvSpPr>
          <p:nvPr userDrawn="1"/>
        </p:nvSpPr>
        <p:spPr>
          <a:xfrm>
            <a:off x="759111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圖片預留位置 3">
            <a:extLst>
              <a:ext uri="{FF2B5EF4-FFF2-40B4-BE49-F238E27FC236}">
                <a16:creationId xmlns:a16="http://schemas.microsoft.com/office/drawing/2014/main" id="{831AC394-0DDA-6F4A-B2D3-6D95CD86648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86454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8" name="圖片版面配置區 3">
            <a:extLst>
              <a:ext uri="{FF2B5EF4-FFF2-40B4-BE49-F238E27FC236}">
                <a16:creationId xmlns:a16="http://schemas.microsoft.com/office/drawing/2014/main" id="{B1A58D5B-A4BA-F446-90DA-1B6B207869A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80176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9" name="圖片版面配置區 3">
            <a:extLst>
              <a:ext uri="{FF2B5EF4-FFF2-40B4-BE49-F238E27FC236}">
                <a16:creationId xmlns:a16="http://schemas.microsoft.com/office/drawing/2014/main" id="{7912C149-C249-1940-AF83-360853E78C2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5673898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7632650" y="86714"/>
            <a:ext cx="4472635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1" name="圖片預留位置 40">
            <a:extLst>
              <a:ext uri="{FF2B5EF4-FFF2-40B4-BE49-F238E27FC236}">
                <a16:creationId xmlns:a16="http://schemas.microsoft.com/office/drawing/2014/main" id="{5BDD2BB3-B6A3-404C-846E-13E06B2F166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632650" y="86714"/>
            <a:ext cx="4472635" cy="6478538"/>
          </a:xfrm>
          <a:custGeom>
            <a:avLst/>
            <a:gdLst>
              <a:gd name="connsiteX0" fmla="*/ 376782 w 4559351"/>
              <a:gd name="connsiteY0" fmla="*/ 5927210 h 6604145"/>
              <a:gd name="connsiteX1" fmla="*/ 1519837 w 4559351"/>
              <a:gd name="connsiteY1" fmla="*/ 6224579 h 6604145"/>
              <a:gd name="connsiteX2" fmla="*/ 1067656 w 4559351"/>
              <a:gd name="connsiteY2" fmla="*/ 6604145 h 6604145"/>
              <a:gd name="connsiteX3" fmla="*/ 567431 w 4559351"/>
              <a:gd name="connsiteY3" fmla="*/ 6347235 h 6604145"/>
              <a:gd name="connsiteX4" fmla="*/ 3770030 w 4559351"/>
              <a:gd name="connsiteY4" fmla="*/ 4729122 h 6604145"/>
              <a:gd name="connsiteX5" fmla="*/ 3830234 w 4559351"/>
              <a:gd name="connsiteY5" fmla="*/ 4893659 h 6604145"/>
              <a:gd name="connsiteX6" fmla="*/ 3125854 w 4559351"/>
              <a:gd name="connsiteY6" fmla="*/ 4949110 h 6604145"/>
              <a:gd name="connsiteX7" fmla="*/ 3170574 w 4559351"/>
              <a:gd name="connsiteY7" fmla="*/ 4030224 h 6604145"/>
              <a:gd name="connsiteX8" fmla="*/ 3437863 w 4559351"/>
              <a:gd name="connsiteY8" fmla="*/ 4760691 h 6604145"/>
              <a:gd name="connsiteX9" fmla="*/ 2793688 w 4559351"/>
              <a:gd name="connsiteY9" fmla="*/ 4980680 h 6604145"/>
              <a:gd name="connsiteX10" fmla="*/ 2501683 w 4559351"/>
              <a:gd name="connsiteY10" fmla="*/ 5003670 h 6604145"/>
              <a:gd name="connsiteX11" fmla="*/ 0 w 4559351"/>
              <a:gd name="connsiteY11" fmla="*/ 3396395 h 6604145"/>
              <a:gd name="connsiteX12" fmla="*/ 3032435 w 4559351"/>
              <a:gd name="connsiteY12" fmla="*/ 3966867 h 6604145"/>
              <a:gd name="connsiteX13" fmla="*/ 1101460 w 4559351"/>
              <a:gd name="connsiteY13" fmla="*/ 6039845 h 6604145"/>
              <a:gd name="connsiteX14" fmla="*/ 10881 w 4559351"/>
              <a:gd name="connsiteY14" fmla="*/ 5508230 h 6604145"/>
              <a:gd name="connsiteX15" fmla="*/ 0 w 4559351"/>
              <a:gd name="connsiteY15" fmla="*/ 5475113 h 6604145"/>
              <a:gd name="connsiteX16" fmla="*/ 0 w 4559351"/>
              <a:gd name="connsiteY16" fmla="*/ 2843941 h 6604145"/>
              <a:gd name="connsiteX17" fmla="*/ 1605508 w 4559351"/>
              <a:gd name="connsiteY17" fmla="*/ 3374908 h 6604145"/>
              <a:gd name="connsiteX18" fmla="*/ 1482045 w 4559351"/>
              <a:gd name="connsiteY18" fmla="*/ 3547687 h 6604145"/>
              <a:gd name="connsiteX19" fmla="*/ 0 w 4559351"/>
              <a:gd name="connsiteY19" fmla="*/ 3206607 h 6604145"/>
              <a:gd name="connsiteX20" fmla="*/ 0 w 4559351"/>
              <a:gd name="connsiteY20" fmla="*/ 0 h 6604145"/>
              <a:gd name="connsiteX21" fmla="*/ 4559351 w 4559351"/>
              <a:gd name="connsiteY21" fmla="*/ 0 h 6604145"/>
              <a:gd name="connsiteX22" fmla="*/ 4559351 w 4559351"/>
              <a:gd name="connsiteY22" fmla="*/ 4284646 h 6604145"/>
              <a:gd name="connsiteX23" fmla="*/ 0 w 4559351"/>
              <a:gd name="connsiteY23" fmla="*/ 2645102 h 6604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559351" h="6604145">
                <a:moveTo>
                  <a:pt x="376782" y="5927210"/>
                </a:moveTo>
                <a:lnTo>
                  <a:pt x="1519837" y="6224579"/>
                </a:lnTo>
                <a:lnTo>
                  <a:pt x="1067656" y="6604145"/>
                </a:lnTo>
                <a:lnTo>
                  <a:pt x="567431" y="6347235"/>
                </a:lnTo>
                <a:close/>
                <a:moveTo>
                  <a:pt x="3770030" y="4729122"/>
                </a:moveTo>
                <a:lnTo>
                  <a:pt x="3830234" y="4893659"/>
                </a:lnTo>
                <a:lnTo>
                  <a:pt x="3125854" y="4949110"/>
                </a:lnTo>
                <a:close/>
                <a:moveTo>
                  <a:pt x="3170574" y="4030224"/>
                </a:moveTo>
                <a:lnTo>
                  <a:pt x="3437863" y="4760691"/>
                </a:lnTo>
                <a:lnTo>
                  <a:pt x="2793688" y="4980680"/>
                </a:lnTo>
                <a:lnTo>
                  <a:pt x="2501683" y="5003670"/>
                </a:lnTo>
                <a:close/>
                <a:moveTo>
                  <a:pt x="0" y="3396395"/>
                </a:moveTo>
                <a:lnTo>
                  <a:pt x="3032435" y="3966867"/>
                </a:lnTo>
                <a:lnTo>
                  <a:pt x="1101460" y="6039845"/>
                </a:lnTo>
                <a:lnTo>
                  <a:pt x="10881" y="5508230"/>
                </a:lnTo>
                <a:lnTo>
                  <a:pt x="0" y="5475113"/>
                </a:lnTo>
                <a:close/>
                <a:moveTo>
                  <a:pt x="0" y="2843941"/>
                </a:moveTo>
                <a:lnTo>
                  <a:pt x="1605508" y="3374908"/>
                </a:lnTo>
                <a:lnTo>
                  <a:pt x="1482045" y="3547687"/>
                </a:lnTo>
                <a:lnTo>
                  <a:pt x="0" y="3206607"/>
                </a:lnTo>
                <a:close/>
                <a:moveTo>
                  <a:pt x="0" y="0"/>
                </a:moveTo>
                <a:lnTo>
                  <a:pt x="4559351" y="0"/>
                </a:lnTo>
                <a:lnTo>
                  <a:pt x="4559351" y="4284646"/>
                </a:lnTo>
                <a:lnTo>
                  <a:pt x="0" y="26451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noProof="0" dirty="0"/>
              <a:t>在這裡插入影像或將影像拖放到這裡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075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0543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3926334"/>
            <a:ext cx="216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1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26076" y="3926335"/>
            <a:ext cx="2160587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2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0543" y="3926335"/>
            <a:ext cx="2160588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3</a:t>
            </a:r>
          </a:p>
        </p:txBody>
      </p:sp>
      <p:sp>
        <p:nvSpPr>
          <p:cNvPr id="21" name="文字預留位置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94" y="4683350"/>
            <a:ext cx="2160000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51" name="八邊形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11394972" y="6053793"/>
            <a:ext cx="634795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2" name="橢圓​​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11533871" y="6185902"/>
            <a:ext cx="73515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solidFill>
                <a:schemeClr val="accent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3" name="橢圓​​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11892084" y="6561525"/>
            <a:ext cx="10043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4" name="橢圓​​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11342875" y="5990144"/>
            <a:ext cx="260512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solidFill>
                <a:schemeClr val="accent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5" name="投影片編號預留位置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cxnSp>
        <p:nvCxnSpPr>
          <p:cNvPr id="23" name="直線接點​​(S) 22" descr="投影片上的第一條分隔線">
            <a:extLst>
              <a:ext uri="{FF2B5EF4-FFF2-40B4-BE49-F238E27FC236}">
                <a16:creationId xmlns:a16="http://schemas.microsoft.com/office/drawing/2014/main" id="{75A2F210-E29E-4509-86FF-5A92281F6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659047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​​(S) 23" descr="投影片上的第二條分隔線">
            <a:extLst>
              <a:ext uri="{FF2B5EF4-FFF2-40B4-BE49-F238E27FC236}">
                <a16:creationId xmlns:a16="http://schemas.microsoft.com/office/drawing/2014/main" id="{CF080BFA-0CFA-4DFF-8658-916C22E7C2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953541" y="2052013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66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x 影像項目符號右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橢圓​​ 34">
            <a:extLst>
              <a:ext uri="{FF2B5EF4-FFF2-40B4-BE49-F238E27FC236}">
                <a16:creationId xmlns:a16="http://schemas.microsoft.com/office/drawing/2014/main" id="{22F44C7F-FA9B-CB41-B5C2-6A40A969176A}"/>
              </a:ext>
            </a:extLst>
          </p:cNvPr>
          <p:cNvSpPr>
            <a:spLocks noChangeAspect="1"/>
          </p:cNvSpPr>
          <p:nvPr userDrawn="1"/>
        </p:nvSpPr>
        <p:spPr>
          <a:xfrm>
            <a:off x="7065918" y="1366589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3" name="橢圓​​ 32">
            <a:extLst>
              <a:ext uri="{FF2B5EF4-FFF2-40B4-BE49-F238E27FC236}">
                <a16:creationId xmlns:a16="http://schemas.microsoft.com/office/drawing/2014/main" id="{0ACFECE1-DAAF-5642-BD0B-7A8FE9D241D9}"/>
              </a:ext>
            </a:extLst>
          </p:cNvPr>
          <p:cNvSpPr>
            <a:spLocks noChangeAspect="1"/>
          </p:cNvSpPr>
          <p:nvPr userDrawn="1"/>
        </p:nvSpPr>
        <p:spPr>
          <a:xfrm>
            <a:off x="7065918" y="2931225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橢圓​​ 33">
            <a:extLst>
              <a:ext uri="{FF2B5EF4-FFF2-40B4-BE49-F238E27FC236}">
                <a16:creationId xmlns:a16="http://schemas.microsoft.com/office/drawing/2014/main" id="{90294551-87F8-DE4F-B54E-8231A9CAF5BF}"/>
              </a:ext>
            </a:extLst>
          </p:cNvPr>
          <p:cNvSpPr>
            <a:spLocks noChangeAspect="1"/>
          </p:cNvSpPr>
          <p:nvPr userDrawn="1"/>
        </p:nvSpPr>
        <p:spPr>
          <a:xfrm>
            <a:off x="7065918" y="4495861"/>
            <a:ext cx="1371600" cy="1371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4854E3-04DE-4154-AD8A-9F8AC3E4EE33}"/>
              </a:ext>
            </a:extLst>
          </p:cNvPr>
          <p:cNvSpPr/>
          <p:nvPr userDrawn="1"/>
        </p:nvSpPr>
        <p:spPr>
          <a:xfrm>
            <a:off x="97536" y="86714"/>
            <a:ext cx="6208363" cy="6684572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31000"/>
                </a:scheme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圖片預留位置 19">
            <a:extLst>
              <a:ext uri="{FF2B5EF4-FFF2-40B4-BE49-F238E27FC236}">
                <a16:creationId xmlns:a16="http://schemas.microsoft.com/office/drawing/2014/main" id="{BDDC1CFF-7E89-421D-9524-BB3AECAFE00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536" y="496139"/>
            <a:ext cx="6208364" cy="6275148"/>
          </a:xfrm>
          <a:custGeom>
            <a:avLst/>
            <a:gdLst>
              <a:gd name="connsiteX0" fmla="*/ 0 w 4441248"/>
              <a:gd name="connsiteY0" fmla="*/ 5980106 h 6321393"/>
              <a:gd name="connsiteX1" fmla="*/ 1034410 w 4441248"/>
              <a:gd name="connsiteY1" fmla="*/ 6048613 h 6321393"/>
              <a:gd name="connsiteX2" fmla="*/ 1778431 w 4441248"/>
              <a:gd name="connsiteY2" fmla="*/ 6321393 h 6321393"/>
              <a:gd name="connsiteX3" fmla="*/ 0 w 4441248"/>
              <a:gd name="connsiteY3" fmla="*/ 6321393 h 6321393"/>
              <a:gd name="connsiteX4" fmla="*/ 2269200 w 4441248"/>
              <a:gd name="connsiteY4" fmla="*/ 5443908 h 6321393"/>
              <a:gd name="connsiteX5" fmla="*/ 2395460 w 4441248"/>
              <a:gd name="connsiteY5" fmla="*/ 5885070 h 6321393"/>
              <a:gd name="connsiteX6" fmla="*/ 1997461 w 4441248"/>
              <a:gd name="connsiteY6" fmla="*/ 6195222 h 6321393"/>
              <a:gd name="connsiteX7" fmla="*/ 1526609 w 4441248"/>
              <a:gd name="connsiteY7" fmla="*/ 5931629 h 6321393"/>
              <a:gd name="connsiteX8" fmla="*/ 4441248 w 4441248"/>
              <a:gd name="connsiteY8" fmla="*/ 4283292 h 6321393"/>
              <a:gd name="connsiteX9" fmla="*/ 4441248 w 4441248"/>
              <a:gd name="connsiteY9" fmla="*/ 6321393 h 6321393"/>
              <a:gd name="connsiteX10" fmla="*/ 2296366 w 4441248"/>
              <a:gd name="connsiteY10" fmla="*/ 6321393 h 6321393"/>
              <a:gd name="connsiteX11" fmla="*/ 2056375 w 4441248"/>
              <a:gd name="connsiteY11" fmla="*/ 6224358 h 6321393"/>
              <a:gd name="connsiteX12" fmla="*/ 0 w 4441248"/>
              <a:gd name="connsiteY12" fmla="*/ 2359561 h 6321393"/>
              <a:gd name="connsiteX13" fmla="*/ 828613 w 4441248"/>
              <a:gd name="connsiteY13" fmla="*/ 2588947 h 6321393"/>
              <a:gd name="connsiteX14" fmla="*/ 0 w 4441248"/>
              <a:gd name="connsiteY14" fmla="*/ 3479506 h 6321393"/>
              <a:gd name="connsiteX15" fmla="*/ 3025930 w 4441248"/>
              <a:gd name="connsiteY15" fmla="*/ 144202 h 6321393"/>
              <a:gd name="connsiteX16" fmla="*/ 4441248 w 4441248"/>
              <a:gd name="connsiteY16" fmla="*/ 1340385 h 6321393"/>
              <a:gd name="connsiteX17" fmla="*/ 4441248 w 4441248"/>
              <a:gd name="connsiteY17" fmla="*/ 4098899 h 6321393"/>
              <a:gd name="connsiteX18" fmla="*/ 1417099 w 4441248"/>
              <a:gd name="connsiteY18" fmla="*/ 5846153 h 6321393"/>
              <a:gd name="connsiteX19" fmla="*/ 0 w 4441248"/>
              <a:gd name="connsiteY19" fmla="*/ 5428711 h 6321393"/>
              <a:gd name="connsiteX20" fmla="*/ 0 w 4441248"/>
              <a:gd name="connsiteY20" fmla="*/ 3724470 h 6321393"/>
              <a:gd name="connsiteX21" fmla="*/ 2684090 w 4441248"/>
              <a:gd name="connsiteY21" fmla="*/ 0 h 6321393"/>
              <a:gd name="connsiteX22" fmla="*/ 2784132 w 4441248"/>
              <a:gd name="connsiteY22" fmla="*/ 186781 h 6321393"/>
              <a:gd name="connsiteX23" fmla="*/ 1027256 w 4441248"/>
              <a:gd name="connsiteY23" fmla="*/ 2337985 h 6321393"/>
              <a:gd name="connsiteX24" fmla="*/ 451581 w 4441248"/>
              <a:gd name="connsiteY24" fmla="*/ 2265656 h 632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441248" h="6321393">
                <a:moveTo>
                  <a:pt x="0" y="5980106"/>
                </a:moveTo>
                <a:lnTo>
                  <a:pt x="1034410" y="6048613"/>
                </a:lnTo>
                <a:lnTo>
                  <a:pt x="1778431" y="6321393"/>
                </a:lnTo>
                <a:lnTo>
                  <a:pt x="0" y="6321393"/>
                </a:lnTo>
                <a:close/>
                <a:moveTo>
                  <a:pt x="2269200" y="5443908"/>
                </a:moveTo>
                <a:lnTo>
                  <a:pt x="2395460" y="5885070"/>
                </a:lnTo>
                <a:lnTo>
                  <a:pt x="1997461" y="6195222"/>
                </a:lnTo>
                <a:lnTo>
                  <a:pt x="1526609" y="5931629"/>
                </a:lnTo>
                <a:close/>
                <a:moveTo>
                  <a:pt x="4441248" y="4283292"/>
                </a:moveTo>
                <a:lnTo>
                  <a:pt x="4441248" y="6321393"/>
                </a:lnTo>
                <a:lnTo>
                  <a:pt x="2296366" y="6321393"/>
                </a:lnTo>
                <a:lnTo>
                  <a:pt x="2056375" y="6224358"/>
                </a:lnTo>
                <a:close/>
                <a:moveTo>
                  <a:pt x="0" y="2359561"/>
                </a:moveTo>
                <a:lnTo>
                  <a:pt x="828613" y="2588947"/>
                </a:lnTo>
                <a:lnTo>
                  <a:pt x="0" y="3479506"/>
                </a:lnTo>
                <a:close/>
                <a:moveTo>
                  <a:pt x="3025930" y="144202"/>
                </a:moveTo>
                <a:lnTo>
                  <a:pt x="4441248" y="1340385"/>
                </a:lnTo>
                <a:lnTo>
                  <a:pt x="4441248" y="4098899"/>
                </a:lnTo>
                <a:lnTo>
                  <a:pt x="1417099" y="5846153"/>
                </a:lnTo>
                <a:lnTo>
                  <a:pt x="0" y="5428711"/>
                </a:lnTo>
                <a:lnTo>
                  <a:pt x="0" y="3724470"/>
                </a:lnTo>
                <a:close/>
                <a:moveTo>
                  <a:pt x="2684090" y="0"/>
                </a:moveTo>
                <a:lnTo>
                  <a:pt x="2784132" y="186781"/>
                </a:lnTo>
                <a:lnTo>
                  <a:pt x="1027256" y="2337985"/>
                </a:lnTo>
                <a:lnTo>
                  <a:pt x="451581" y="2265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noProof="0" dirty="0"/>
              <a:t>在這裡插入影像或將影像拖放到這裡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457" y="432000"/>
            <a:ext cx="4703542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7" name="頁尾預留位置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68283" y="3582825"/>
            <a:ext cx="3002400" cy="720000"/>
          </a:xfrm>
        </p:spPr>
        <p:txBody>
          <a:bodyPr rtlCol="0"/>
          <a:lstStyle>
            <a:lvl1pPr marL="0" indent="0" algn="l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8283" y="5147461"/>
            <a:ext cx="3002400" cy="720000"/>
          </a:xfrm>
        </p:spPr>
        <p:txBody>
          <a:bodyPr rtlCol="0"/>
          <a:lstStyle>
            <a:lvl1pPr marL="0" indent="0" algn="l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8283" y="1369128"/>
            <a:ext cx="3002400" cy="432000"/>
          </a:xfrm>
        </p:spPr>
        <p:txBody>
          <a:bodyPr rtlCol="0"/>
          <a:lstStyle>
            <a:lvl1pPr marL="0" indent="0" algn="l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1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8283" y="2933764"/>
            <a:ext cx="3002400" cy="432000"/>
          </a:xfrm>
        </p:spPr>
        <p:txBody>
          <a:bodyPr rtlCol="0"/>
          <a:lstStyle>
            <a:lvl1pPr marL="0" indent="0" algn="l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2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68283" y="4498400"/>
            <a:ext cx="3002400" cy="432000"/>
          </a:xfrm>
        </p:spPr>
        <p:txBody>
          <a:bodyPr rtlCol="0"/>
          <a:lstStyle>
            <a:lvl1pPr marL="0" indent="0" algn="l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3</a:t>
            </a:r>
          </a:p>
        </p:txBody>
      </p:sp>
      <p:sp>
        <p:nvSpPr>
          <p:cNvPr id="21" name="文字預留位置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8283" y="1975094"/>
            <a:ext cx="3002400" cy="720000"/>
          </a:xfrm>
        </p:spPr>
        <p:txBody>
          <a:bodyPr rtlCol="0"/>
          <a:lstStyle>
            <a:lvl1pPr marL="0" indent="0" algn="l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51" name="八邊形 50">
            <a:extLst>
              <a:ext uri="{FF2B5EF4-FFF2-40B4-BE49-F238E27FC236}">
                <a16:creationId xmlns:a16="http://schemas.microsoft.com/office/drawing/2014/main" id="{758B0359-60B9-4D73-825D-ACE303A61C50}"/>
              </a:ext>
            </a:extLst>
          </p:cNvPr>
          <p:cNvSpPr/>
          <p:nvPr userDrawn="1"/>
        </p:nvSpPr>
        <p:spPr>
          <a:xfrm rot="1361022">
            <a:off x="11394972" y="6053793"/>
            <a:ext cx="634795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2" name="橢圓​​ 51">
            <a:extLst>
              <a:ext uri="{FF2B5EF4-FFF2-40B4-BE49-F238E27FC236}">
                <a16:creationId xmlns:a16="http://schemas.microsoft.com/office/drawing/2014/main" id="{09921541-DECE-43BB-BF92-A4B5D5EE5469}"/>
              </a:ext>
            </a:extLst>
          </p:cNvPr>
          <p:cNvSpPr/>
          <p:nvPr userDrawn="1"/>
        </p:nvSpPr>
        <p:spPr>
          <a:xfrm>
            <a:off x="11533871" y="6185902"/>
            <a:ext cx="73515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solidFill>
                <a:schemeClr val="accent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3" name="橢圓​​ 52">
            <a:extLst>
              <a:ext uri="{FF2B5EF4-FFF2-40B4-BE49-F238E27FC236}">
                <a16:creationId xmlns:a16="http://schemas.microsoft.com/office/drawing/2014/main" id="{83095B3B-1284-4E49-BE50-9C84BE7E58B6}"/>
              </a:ext>
            </a:extLst>
          </p:cNvPr>
          <p:cNvSpPr/>
          <p:nvPr userDrawn="1"/>
        </p:nvSpPr>
        <p:spPr>
          <a:xfrm>
            <a:off x="11892084" y="6561525"/>
            <a:ext cx="10043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4" name="橢圓​​ 53">
            <a:extLst>
              <a:ext uri="{FF2B5EF4-FFF2-40B4-BE49-F238E27FC236}">
                <a16:creationId xmlns:a16="http://schemas.microsoft.com/office/drawing/2014/main" id="{7491DD10-64CD-40CA-A0BB-397696C0C168}"/>
              </a:ext>
            </a:extLst>
          </p:cNvPr>
          <p:cNvSpPr/>
          <p:nvPr userDrawn="1"/>
        </p:nvSpPr>
        <p:spPr>
          <a:xfrm>
            <a:off x="11342875" y="5990144"/>
            <a:ext cx="260512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solidFill>
                <a:schemeClr val="accent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5" name="投影片編號預留位置 54">
            <a:extLst>
              <a:ext uri="{FF2B5EF4-FFF2-40B4-BE49-F238E27FC236}">
                <a16:creationId xmlns:a16="http://schemas.microsoft.com/office/drawing/2014/main" id="{8702E81C-40F0-489E-8339-0139157E632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9089FAF0-BF60-4AB9-A62E-595008DC4646}"/>
              </a:ext>
            </a:extLst>
          </p:cNvPr>
          <p:cNvGrpSpPr/>
          <p:nvPr userDrawn="1"/>
        </p:nvGrpSpPr>
        <p:grpSpPr>
          <a:xfrm>
            <a:off x="1892000" y="2269752"/>
            <a:ext cx="3081180" cy="3011457"/>
            <a:chOff x="1892000" y="2269752"/>
            <a:chExt cx="3081180" cy="3011457"/>
          </a:xfrm>
        </p:grpSpPr>
        <p:sp>
          <p:nvSpPr>
            <p:cNvPr id="26" name="手繪多邊形：圖案 13">
              <a:extLst>
                <a:ext uri="{FF2B5EF4-FFF2-40B4-BE49-F238E27FC236}">
                  <a16:creationId xmlns:a16="http://schemas.microsoft.com/office/drawing/2014/main" id="{ED7DCD52-0637-49D9-AD21-2DF94DD3E348}"/>
                </a:ext>
              </a:extLst>
            </p:cNvPr>
            <p:cNvSpPr/>
            <p:nvPr/>
          </p:nvSpPr>
          <p:spPr>
            <a:xfrm rot="4308689">
              <a:off x="2464728" y="2678543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7" name="手繪多邊形：圖案 26">
              <a:extLst>
                <a:ext uri="{FF2B5EF4-FFF2-40B4-BE49-F238E27FC236}">
                  <a16:creationId xmlns:a16="http://schemas.microsoft.com/office/drawing/2014/main" id="{E6863CC2-FBFD-47D7-AB8F-DB2367EABF92}"/>
                </a:ext>
              </a:extLst>
            </p:cNvPr>
            <p:cNvSpPr/>
            <p:nvPr/>
          </p:nvSpPr>
          <p:spPr>
            <a:xfrm rot="13830869">
              <a:off x="2730967" y="5004791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8" name="手繪多邊形：圖案 17">
              <a:extLst>
                <a:ext uri="{FF2B5EF4-FFF2-40B4-BE49-F238E27FC236}">
                  <a16:creationId xmlns:a16="http://schemas.microsoft.com/office/drawing/2014/main" id="{09ADFC5E-3BBA-404B-A496-A4035DF5E859}"/>
                </a:ext>
              </a:extLst>
            </p:cNvPr>
            <p:cNvSpPr/>
            <p:nvPr/>
          </p:nvSpPr>
          <p:spPr>
            <a:xfrm rot="12431080">
              <a:off x="2802151" y="4740752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9" name="手繪多邊形：圖案 19">
              <a:extLst>
                <a:ext uri="{FF2B5EF4-FFF2-40B4-BE49-F238E27FC236}">
                  <a16:creationId xmlns:a16="http://schemas.microsoft.com/office/drawing/2014/main" id="{56E90DCD-03FB-4E9A-BD40-5269E9ACF1B1}"/>
                </a:ext>
              </a:extLst>
            </p:cNvPr>
            <p:cNvSpPr/>
            <p:nvPr/>
          </p:nvSpPr>
          <p:spPr>
            <a:xfrm rot="4308689">
              <a:off x="2058980" y="2102772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0" name="手繪多邊形：圖案 23">
              <a:extLst>
                <a:ext uri="{FF2B5EF4-FFF2-40B4-BE49-F238E27FC236}">
                  <a16:creationId xmlns:a16="http://schemas.microsoft.com/office/drawing/2014/main" id="{529D90B1-BC17-4168-A297-1DF303FB3C48}"/>
                </a:ext>
              </a:extLst>
            </p:cNvPr>
            <p:cNvSpPr/>
            <p:nvPr/>
          </p:nvSpPr>
          <p:spPr>
            <a:xfrm rot="17193105">
              <a:off x="4648324" y="3873318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1" name="手繪多邊形：圖案 30">
              <a:extLst>
                <a:ext uri="{FF2B5EF4-FFF2-40B4-BE49-F238E27FC236}">
                  <a16:creationId xmlns:a16="http://schemas.microsoft.com/office/drawing/2014/main" id="{6C5DEA8E-5C03-42CC-987D-490297890048}"/>
                </a:ext>
              </a:extLst>
            </p:cNvPr>
            <p:cNvSpPr/>
            <p:nvPr/>
          </p:nvSpPr>
          <p:spPr>
            <a:xfrm rot="17193105">
              <a:off x="4152588" y="3654247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32" name="手繪多邊形：圖案 28">
              <a:extLst>
                <a:ext uri="{FF2B5EF4-FFF2-40B4-BE49-F238E27FC236}">
                  <a16:creationId xmlns:a16="http://schemas.microsoft.com/office/drawing/2014/main" id="{404E048B-9C67-4EC0-82E9-DC9D4AEE9703}"/>
                </a:ext>
              </a:extLst>
            </p:cNvPr>
            <p:cNvSpPr/>
            <p:nvPr/>
          </p:nvSpPr>
          <p:spPr>
            <a:xfrm rot="4308689">
              <a:off x="3831248" y="2441608"/>
              <a:ext cx="648657" cy="777553"/>
            </a:xfrm>
            <a:custGeom>
              <a:avLst/>
              <a:gdLst>
                <a:gd name="connsiteX0" fmla="*/ 0 w 648657"/>
                <a:gd name="connsiteY0" fmla="*/ 777553 h 777553"/>
                <a:gd name="connsiteX1" fmla="*/ 255474 w 648657"/>
                <a:gd name="connsiteY1" fmla="*/ 0 h 777553"/>
                <a:gd name="connsiteX2" fmla="*/ 648657 w 648657"/>
                <a:gd name="connsiteY2" fmla="*/ 713937 h 777553"/>
                <a:gd name="connsiteX3" fmla="*/ 0 w 648657"/>
                <a:gd name="connsiteY3" fmla="*/ 777553 h 777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8657" h="777553">
                  <a:moveTo>
                    <a:pt x="0" y="777553"/>
                  </a:moveTo>
                  <a:lnTo>
                    <a:pt x="255474" y="0"/>
                  </a:lnTo>
                  <a:lnTo>
                    <a:pt x="648657" y="713937"/>
                  </a:lnTo>
                  <a:lnTo>
                    <a:pt x="0" y="77755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38" name="圖片預留位置 3">
            <a:extLst>
              <a:ext uri="{FF2B5EF4-FFF2-40B4-BE49-F238E27FC236}">
                <a16:creationId xmlns:a16="http://schemas.microsoft.com/office/drawing/2014/main" id="{EC82E52C-5E33-5942-8474-7ED4354EC95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405874" y="4835817"/>
            <a:ext cx="691688" cy="691688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39" name="圖片預留位置 3">
            <a:extLst>
              <a:ext uri="{FF2B5EF4-FFF2-40B4-BE49-F238E27FC236}">
                <a16:creationId xmlns:a16="http://schemas.microsoft.com/office/drawing/2014/main" id="{07EC0147-5BE6-9248-BF42-BD99608F459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405874" y="3271181"/>
            <a:ext cx="691688" cy="691688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40" name="圖片預留位置 3">
            <a:extLst>
              <a:ext uri="{FF2B5EF4-FFF2-40B4-BE49-F238E27FC236}">
                <a16:creationId xmlns:a16="http://schemas.microsoft.com/office/drawing/2014/main" id="{2B8E1942-1472-BC49-A624-3A31190A69E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405874" y="1706545"/>
            <a:ext cx="691688" cy="691688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cxnSp>
        <p:nvCxnSpPr>
          <p:cNvPr id="36" name="直線接點​​(S) 35" descr="投影片上的第一條分隔線">
            <a:extLst>
              <a:ext uri="{FF2B5EF4-FFF2-40B4-BE49-F238E27FC236}">
                <a16:creationId xmlns:a16="http://schemas.microsoft.com/office/drawing/2014/main" id="{6DFB56AF-75D4-4B38-B5A6-12AC8AD16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768285" y="2811968"/>
            <a:ext cx="2765586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​​(S) 36" descr="投影片上的第二條分隔線">
            <a:extLst>
              <a:ext uri="{FF2B5EF4-FFF2-40B4-BE49-F238E27FC236}">
                <a16:creationId xmlns:a16="http://schemas.microsoft.com/office/drawing/2014/main" id="{571A0042-84F7-4FAD-9DB9-A5B53E5F0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768284" y="4406892"/>
            <a:ext cx="276558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79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數位產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手繪多邊形：圖案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手繪多邊形：圖案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：圖案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手繪多邊形：圖案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手繪多邊形：圖案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0" name="手繪多邊形：圖案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手繪多邊形：圖案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手繪多邊形：圖案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3" name="手繪多邊形：圖案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手繪多邊形：圖案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5" name="手繪多邊形：圖案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6" name="手繪多邊形：圖案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7" name="手繪多邊形：圖案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3383603" y="1013721"/>
            <a:ext cx="7749965" cy="5100743"/>
            <a:chOff x="510812" y="938373"/>
            <a:chExt cx="8073393" cy="5313612"/>
          </a:xfrm>
        </p:grpSpPr>
        <p:sp>
          <p:nvSpPr>
            <p:cNvPr id="44" name="圓角矩形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5" name="圓角矩形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6" name="矩形：圓角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7" name="圓角矩形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8" name="圓角矩形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49" name="橢圓​​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0" name="橢圓​​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1" name="橢圓​​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zh-TW" altLang="en-US" noProof="0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152000"/>
            <a:ext cx="2951603" cy="2196235"/>
          </a:xfrm>
        </p:spPr>
        <p:txBody>
          <a:bodyPr rtlCol="0" anchor="b"/>
          <a:lstStyle>
            <a:lvl1pPr marL="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2667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429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096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0763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 noProof="0" dirty="0"/>
              <a:t>您可以在這裡輸入強調文字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7" name="頁尾預留位置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5" name="圖片預留位置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092796" y="1376357"/>
            <a:ext cx="6333545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i="1">
                <a:latin typeface="Microsoft JhengHei UI" panose="020B0604030504040204" pitchFamily="34" charset="-12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noProof="0" dirty="0"/>
              <a:t>在這裡插入影像或將影像拖放到這裡</a:t>
            </a:r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3509766"/>
            <a:ext cx="2951163" cy="2322709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欄影像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橢圓​​ 17">
            <a:extLst>
              <a:ext uri="{FF2B5EF4-FFF2-40B4-BE49-F238E27FC236}">
                <a16:creationId xmlns:a16="http://schemas.microsoft.com/office/drawing/2014/main" id="{139FC94F-AE30-1048-843A-295FA302AC56}"/>
              </a:ext>
            </a:extLst>
          </p:cNvPr>
          <p:cNvSpPr>
            <a:spLocks noChangeAspect="1"/>
          </p:cNvSpPr>
          <p:nvPr userDrawn="1"/>
        </p:nvSpPr>
        <p:spPr>
          <a:xfrm>
            <a:off x="8294151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橢圓​​ 16">
            <a:extLst>
              <a:ext uri="{FF2B5EF4-FFF2-40B4-BE49-F238E27FC236}">
                <a16:creationId xmlns:a16="http://schemas.microsoft.com/office/drawing/2014/main" id="{A037F3B8-BD34-EA4F-A1C0-4006B373159E}"/>
              </a:ext>
            </a:extLst>
          </p:cNvPr>
          <p:cNvSpPr>
            <a:spLocks noChangeAspect="1"/>
          </p:cNvSpPr>
          <p:nvPr userDrawn="1"/>
        </p:nvSpPr>
        <p:spPr>
          <a:xfrm>
            <a:off x="5345060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橢圓​​ 18">
            <a:extLst>
              <a:ext uri="{FF2B5EF4-FFF2-40B4-BE49-F238E27FC236}">
                <a16:creationId xmlns:a16="http://schemas.microsoft.com/office/drawing/2014/main" id="{8A1CF33D-645D-E940-8FF4-6178A32A19A2}"/>
              </a:ext>
            </a:extLst>
          </p:cNvPr>
          <p:cNvSpPr>
            <a:spLocks noChangeAspect="1"/>
          </p:cNvSpPr>
          <p:nvPr userDrawn="1"/>
        </p:nvSpPr>
        <p:spPr>
          <a:xfrm>
            <a:off x="2398763" y="2030748"/>
            <a:ext cx="1508760" cy="15087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7" name="頁尾預留位置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71452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0543" y="4688112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15" name="文字預留位置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69634" y="4683647"/>
            <a:ext cx="2160588" cy="900000"/>
          </a:xfrm>
        </p:spPr>
        <p:txBody>
          <a:bodyPr rtlCol="0"/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項目符號描述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1453" y="3926335"/>
            <a:ext cx="2160587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2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0543" y="3926335"/>
            <a:ext cx="2160588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3</a:t>
            </a:r>
          </a:p>
        </p:txBody>
      </p:sp>
      <p:sp>
        <p:nvSpPr>
          <p:cNvPr id="16" name="文字預留位置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69635" y="3926335"/>
            <a:ext cx="2160587" cy="504000"/>
          </a:xfrm>
        </p:spPr>
        <p:txBody>
          <a:bodyPr rtlCol="0"/>
          <a:lstStyle>
            <a:lvl1pPr marL="0" indent="0" algn="ctr">
              <a:buNone/>
              <a:defRPr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項目符號 </a:t>
            </a:r>
            <a:r>
              <a:rPr lang="en-US" altLang="zh-TW" noProof="0" dirty="0"/>
              <a:t>4</a:t>
            </a:r>
          </a:p>
        </p:txBody>
      </p:sp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noProof="0" dirty="0"/>
              <a:t>副標題</a:t>
            </a:r>
          </a:p>
        </p:txBody>
      </p:sp>
      <p:sp>
        <p:nvSpPr>
          <p:cNvPr id="20" name="圖片版面配置區 3">
            <a:extLst>
              <a:ext uri="{FF2B5EF4-FFF2-40B4-BE49-F238E27FC236}">
                <a16:creationId xmlns:a16="http://schemas.microsoft.com/office/drawing/2014/main" id="{06B6D0B6-0884-CD46-A1B0-9FED03C2262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724708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1" name="圖片版面配置區 3">
            <a:extLst>
              <a:ext uri="{FF2B5EF4-FFF2-40B4-BE49-F238E27FC236}">
                <a16:creationId xmlns:a16="http://schemas.microsoft.com/office/drawing/2014/main" id="{BAAC12A0-90C3-984B-A8FC-7EB4AA432E3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72402" y="2358091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2" name="圖片預留位置 3">
            <a:extLst>
              <a:ext uri="{FF2B5EF4-FFF2-40B4-BE49-F238E27FC236}">
                <a16:creationId xmlns:a16="http://schemas.microsoft.com/office/drawing/2014/main" id="{51565942-8816-734B-BEEE-1258F13B66D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621493" y="2358090"/>
            <a:ext cx="854075" cy="854075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cxnSp>
        <p:nvCxnSpPr>
          <p:cNvPr id="23" name="直線接點​​(S) 22" descr="投影片上的第一條分隔線">
            <a:extLst>
              <a:ext uri="{FF2B5EF4-FFF2-40B4-BE49-F238E27FC236}">
                <a16:creationId xmlns:a16="http://schemas.microsoft.com/office/drawing/2014/main" id="{6662760C-CBD5-4072-A5AC-2AC3DFF41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26292" y="2033542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​​(S) 23" descr="投影片上的第二條分隔線">
            <a:extLst>
              <a:ext uri="{FF2B5EF4-FFF2-40B4-BE49-F238E27FC236}">
                <a16:creationId xmlns:a16="http://schemas.microsoft.com/office/drawing/2014/main" id="{1E0F6676-ECF9-4320-A187-9C308A86D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75384" y="2033542"/>
            <a:ext cx="0" cy="1487495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002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型數字選項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字預留位置 3">
            <a:extLst>
              <a:ext uri="{FF2B5EF4-FFF2-40B4-BE49-F238E27FC236}">
                <a16:creationId xmlns:a16="http://schemas.microsoft.com/office/drawing/2014/main" id="{E6E9DC6E-6F00-46BA-B990-095D92A358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0706" y="1579984"/>
            <a:ext cx="4348065" cy="434806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rtlCol="0" anchor="ctr"/>
          <a:lstStyle>
            <a:lvl1pPr marL="0" indent="0" algn="ctr">
              <a:buNone/>
              <a:defRPr sz="21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noProof="0" dirty="0"/>
              <a:t>節標題</a:t>
            </a:r>
          </a:p>
        </p:txBody>
      </p:sp>
      <p:sp>
        <p:nvSpPr>
          <p:cNvPr id="27" name="文字版面配置區 9">
            <a:extLst>
              <a:ext uri="{FF2B5EF4-FFF2-40B4-BE49-F238E27FC236}">
                <a16:creationId xmlns:a16="http://schemas.microsoft.com/office/drawing/2014/main" id="{76D2E128-93A5-440C-A234-55AC27F90F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39330" y="1754721"/>
            <a:ext cx="3998591" cy="3998591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21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noProof="0" dirty="0"/>
              <a:t>節標題</a:t>
            </a:r>
          </a:p>
        </p:txBody>
      </p:sp>
      <p:sp>
        <p:nvSpPr>
          <p:cNvPr id="28" name="文字版面配置區 9">
            <a:extLst>
              <a:ext uri="{FF2B5EF4-FFF2-40B4-BE49-F238E27FC236}">
                <a16:creationId xmlns:a16="http://schemas.microsoft.com/office/drawing/2014/main" id="{315814FC-F14E-4ECD-A97E-869936E55D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38481" y="2193897"/>
            <a:ext cx="3120238" cy="3120238"/>
          </a:xfrm>
          <a:prstGeom prst="ellipse">
            <a:avLst/>
          </a:prstGeom>
          <a:noFill/>
          <a:ln>
            <a:solidFill>
              <a:schemeClr val="accent3"/>
            </a:solidFill>
          </a:ln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21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zh-TW" altLang="en-US" noProof="0" dirty="0"/>
              <a:t>節標題</a:t>
            </a:r>
          </a:p>
        </p:txBody>
      </p:sp>
      <p:sp>
        <p:nvSpPr>
          <p:cNvPr id="48" name="手繪多邊形：圖案 47">
            <a:extLst>
              <a:ext uri="{FF2B5EF4-FFF2-40B4-BE49-F238E27FC236}">
                <a16:creationId xmlns:a16="http://schemas.microsoft.com/office/drawing/2014/main" id="{A8E117AC-4076-4663-96EA-12A984AAA63A}"/>
              </a:ext>
            </a:extLst>
          </p:cNvPr>
          <p:cNvSpPr/>
          <p:nvPr userDrawn="1"/>
        </p:nvSpPr>
        <p:spPr>
          <a:xfrm>
            <a:off x="4740115" y="2772299"/>
            <a:ext cx="494967" cy="1963434"/>
          </a:xfrm>
          <a:custGeom>
            <a:avLst/>
            <a:gdLst>
              <a:gd name="connsiteX0" fmla="*/ 258706 w 494967"/>
              <a:gd name="connsiteY0" fmla="*/ 0 h 1963434"/>
              <a:gd name="connsiteX1" fmla="*/ 324121 w 494967"/>
              <a:gd name="connsiteY1" fmla="*/ 135794 h 1963434"/>
              <a:gd name="connsiteX2" fmla="*/ 494967 w 494967"/>
              <a:gd name="connsiteY2" fmla="*/ 982025 h 1963434"/>
              <a:gd name="connsiteX3" fmla="*/ 324121 w 494967"/>
              <a:gd name="connsiteY3" fmla="*/ 1828257 h 1963434"/>
              <a:gd name="connsiteX4" fmla="*/ 259003 w 494967"/>
              <a:gd name="connsiteY4" fmla="*/ 1963434 h 1963434"/>
              <a:gd name="connsiteX5" fmla="*/ 241238 w 494967"/>
              <a:gd name="connsiteY5" fmla="*/ 1934192 h 1963434"/>
              <a:gd name="connsiteX6" fmla="*/ 0 w 494967"/>
              <a:gd name="connsiteY6" fmla="*/ 981472 h 1963434"/>
              <a:gd name="connsiteX7" fmla="*/ 241238 w 494967"/>
              <a:gd name="connsiteY7" fmla="*/ 28753 h 196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4967" h="1963434">
                <a:moveTo>
                  <a:pt x="258706" y="0"/>
                </a:moveTo>
                <a:lnTo>
                  <a:pt x="324121" y="135794"/>
                </a:lnTo>
                <a:cubicBezTo>
                  <a:pt x="434133" y="395891"/>
                  <a:pt x="494967" y="681854"/>
                  <a:pt x="494967" y="982025"/>
                </a:cubicBezTo>
                <a:cubicBezTo>
                  <a:pt x="494967" y="1282196"/>
                  <a:pt x="434133" y="1568159"/>
                  <a:pt x="324121" y="1828257"/>
                </a:cubicBezTo>
                <a:lnTo>
                  <a:pt x="259003" y="1963434"/>
                </a:lnTo>
                <a:lnTo>
                  <a:pt x="241238" y="1934192"/>
                </a:lnTo>
                <a:cubicBezTo>
                  <a:pt x="87390" y="1650983"/>
                  <a:pt x="0" y="1326433"/>
                  <a:pt x="0" y="981472"/>
                </a:cubicBezTo>
                <a:cubicBezTo>
                  <a:pt x="0" y="636511"/>
                  <a:pt x="87390" y="311961"/>
                  <a:pt x="241238" y="28753"/>
                </a:cubicBez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7" name="手繪多邊形：圖案 46">
            <a:extLst>
              <a:ext uri="{FF2B5EF4-FFF2-40B4-BE49-F238E27FC236}">
                <a16:creationId xmlns:a16="http://schemas.microsoft.com/office/drawing/2014/main" id="{33BA9298-2BC7-49EF-BEB7-E71095424207}"/>
              </a:ext>
            </a:extLst>
          </p:cNvPr>
          <p:cNvSpPr/>
          <p:nvPr userDrawn="1"/>
        </p:nvSpPr>
        <p:spPr>
          <a:xfrm>
            <a:off x="8245937" y="2863999"/>
            <a:ext cx="491664" cy="1780035"/>
          </a:xfrm>
          <a:custGeom>
            <a:avLst/>
            <a:gdLst>
              <a:gd name="connsiteX0" fmla="*/ 279162 w 491664"/>
              <a:gd name="connsiteY0" fmla="*/ 0 h 1780035"/>
              <a:gd name="connsiteX1" fmla="*/ 334593 w 491664"/>
              <a:gd name="connsiteY1" fmla="*/ 115068 h 1780035"/>
              <a:gd name="connsiteX2" fmla="*/ 491664 w 491664"/>
              <a:gd name="connsiteY2" fmla="*/ 893069 h 1780035"/>
              <a:gd name="connsiteX3" fmla="*/ 334593 w 491664"/>
              <a:gd name="connsiteY3" fmla="*/ 1671070 h 1780035"/>
              <a:gd name="connsiteX4" fmla="*/ 282102 w 491664"/>
              <a:gd name="connsiteY4" fmla="*/ 1780035 h 1780035"/>
              <a:gd name="connsiteX5" fmla="*/ 265807 w 491664"/>
              <a:gd name="connsiteY5" fmla="*/ 1758245 h 1780035"/>
              <a:gd name="connsiteX6" fmla="*/ 0 w 491664"/>
              <a:gd name="connsiteY6" fmla="*/ 888052 h 1780035"/>
              <a:gd name="connsiteX7" fmla="*/ 265807 w 491664"/>
              <a:gd name="connsiteY7" fmla="*/ 17859 h 1780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1664" h="1780035">
                <a:moveTo>
                  <a:pt x="279162" y="0"/>
                </a:moveTo>
                <a:lnTo>
                  <a:pt x="334593" y="115068"/>
                </a:lnTo>
                <a:cubicBezTo>
                  <a:pt x="435735" y="354195"/>
                  <a:pt x="491664" y="617100"/>
                  <a:pt x="491664" y="893069"/>
                </a:cubicBezTo>
                <a:cubicBezTo>
                  <a:pt x="491664" y="1169038"/>
                  <a:pt x="435735" y="1431944"/>
                  <a:pt x="334593" y="1671070"/>
                </a:cubicBezTo>
                <a:lnTo>
                  <a:pt x="282102" y="1780035"/>
                </a:lnTo>
                <a:lnTo>
                  <a:pt x="265807" y="1758245"/>
                </a:lnTo>
                <a:cubicBezTo>
                  <a:pt x="97991" y="1509844"/>
                  <a:pt x="0" y="1210391"/>
                  <a:pt x="0" y="888052"/>
                </a:cubicBezTo>
                <a:cubicBezTo>
                  <a:pt x="0" y="565713"/>
                  <a:pt x="97991" y="266261"/>
                  <a:pt x="265807" y="17859"/>
                </a:cubicBezTo>
                <a:close/>
              </a:path>
            </a:pathLst>
          </a:custGeom>
          <a:pattFill prst="dkUpDiag">
            <a:fgClr>
              <a:schemeClr val="accent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手繪多邊形：圖案 15">
            <a:extLst>
              <a:ext uri="{FF2B5EF4-FFF2-40B4-BE49-F238E27FC236}">
                <a16:creationId xmlns:a16="http://schemas.microsoft.com/office/drawing/2014/main" id="{D850331C-9383-4367-8C09-8FBE227C98B4}"/>
              </a:ext>
            </a:extLst>
          </p:cNvPr>
          <p:cNvSpPr/>
          <p:nvPr userDrawn="1"/>
        </p:nvSpPr>
        <p:spPr>
          <a:xfrm rot="6973557">
            <a:off x="9799840" y="198216"/>
            <a:ext cx="748251" cy="780669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手繪多邊形：圖案 16">
            <a:extLst>
              <a:ext uri="{FF2B5EF4-FFF2-40B4-BE49-F238E27FC236}">
                <a16:creationId xmlns:a16="http://schemas.microsoft.com/office/drawing/2014/main" id="{D5AADDFA-0151-46BA-B788-3C5B8FC5B5FD}"/>
              </a:ext>
            </a:extLst>
          </p:cNvPr>
          <p:cNvSpPr/>
          <p:nvPr userDrawn="1"/>
        </p:nvSpPr>
        <p:spPr>
          <a:xfrm rot="5483574">
            <a:off x="9854193" y="80859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CC98EDD7-AC10-482C-9B0F-9EE170C1F8C4}"/>
              </a:ext>
            </a:extLst>
          </p:cNvPr>
          <p:cNvSpPr/>
          <p:nvPr userDrawn="1"/>
        </p:nvSpPr>
        <p:spPr>
          <a:xfrm rot="14199158">
            <a:off x="10161654" y="-236402"/>
            <a:ext cx="1957093" cy="139981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手繪多邊形：圖案 21">
            <a:extLst>
              <a:ext uri="{FF2B5EF4-FFF2-40B4-BE49-F238E27FC236}">
                <a16:creationId xmlns:a16="http://schemas.microsoft.com/office/drawing/2014/main" id="{46C6BDBB-2B70-456D-86FB-0A63D587A509}"/>
              </a:ext>
            </a:extLst>
          </p:cNvPr>
          <p:cNvSpPr/>
          <p:nvPr userDrawn="1"/>
        </p:nvSpPr>
        <p:spPr>
          <a:xfrm rot="14235708">
            <a:off x="11753205" y="112024"/>
            <a:ext cx="332291" cy="24788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手繪多邊形：圖案 22">
            <a:extLst>
              <a:ext uri="{FF2B5EF4-FFF2-40B4-BE49-F238E27FC236}">
                <a16:creationId xmlns:a16="http://schemas.microsoft.com/office/drawing/2014/main" id="{DD294FD8-6E9C-409A-81F3-C1E9BE998524}"/>
              </a:ext>
            </a:extLst>
          </p:cNvPr>
          <p:cNvSpPr/>
          <p:nvPr userDrawn="1"/>
        </p:nvSpPr>
        <p:spPr>
          <a:xfrm rot="13336516">
            <a:off x="137666" y="5349121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E9CE551E-3C50-4DFC-B1F0-E75C36EB546C}"/>
              </a:ext>
            </a:extLst>
          </p:cNvPr>
          <p:cNvSpPr/>
          <p:nvPr userDrawn="1"/>
        </p:nvSpPr>
        <p:spPr>
          <a:xfrm rot="5738060">
            <a:off x="100722" y="596209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手繪多邊形：圖案 24">
            <a:extLst>
              <a:ext uri="{FF2B5EF4-FFF2-40B4-BE49-F238E27FC236}">
                <a16:creationId xmlns:a16="http://schemas.microsoft.com/office/drawing/2014/main" id="{1A30495D-C647-4038-8E7F-16125414CE5D}"/>
              </a:ext>
            </a:extLst>
          </p:cNvPr>
          <p:cNvSpPr/>
          <p:nvPr userDrawn="1"/>
        </p:nvSpPr>
        <p:spPr>
          <a:xfrm rot="8291645">
            <a:off x="10081798" y="798094"/>
            <a:ext cx="37136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8" name="頁尾預留位置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29" name="手繪多邊形：圖案 28">
            <a:extLst>
              <a:ext uri="{FF2B5EF4-FFF2-40B4-BE49-F238E27FC236}">
                <a16:creationId xmlns:a16="http://schemas.microsoft.com/office/drawing/2014/main" id="{487EAD8B-C2A9-4ED7-BA79-62CE2E5D80F9}"/>
              </a:ext>
            </a:extLst>
          </p:cNvPr>
          <p:cNvSpPr/>
          <p:nvPr userDrawn="1"/>
        </p:nvSpPr>
        <p:spPr>
          <a:xfrm rot="3693105">
            <a:off x="270909" y="5041123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文字預留位置 18">
            <a:extLst>
              <a:ext uri="{FF2B5EF4-FFF2-40B4-BE49-F238E27FC236}">
                <a16:creationId xmlns:a16="http://schemas.microsoft.com/office/drawing/2014/main" id="{C614E990-EC62-437B-ADF0-038FF35A26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4343" y="2505766"/>
            <a:ext cx="3374987" cy="885825"/>
          </a:xfrm>
        </p:spPr>
        <p:txBody>
          <a:bodyPr rtlCol="0" anchor="ctr"/>
          <a:lstStyle>
            <a:lvl1pPr marL="0" indent="0" algn="ctr">
              <a:buNone/>
              <a:defRPr sz="8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266700" indent="0">
              <a:buNone/>
              <a:defRPr sz="8000">
                <a:latin typeface="+mj-lt"/>
              </a:defRPr>
            </a:lvl2pPr>
            <a:lvl3pPr marL="542925" indent="0">
              <a:buNone/>
              <a:defRPr sz="8000">
                <a:latin typeface="+mj-lt"/>
              </a:defRPr>
            </a:lvl3pPr>
            <a:lvl4pPr marL="809625" indent="0">
              <a:buNone/>
              <a:defRPr sz="8000">
                <a:latin typeface="+mj-lt"/>
              </a:defRPr>
            </a:lvl4pPr>
            <a:lvl5pPr marL="1076325" indent="0">
              <a:buNone/>
              <a:defRPr sz="8000">
                <a:latin typeface="+mj-lt"/>
              </a:defRPr>
            </a:lvl5pPr>
          </a:lstStyle>
          <a:p>
            <a:pPr lvl="0" rtl="0"/>
            <a:r>
              <a:rPr lang="en-US" altLang="zh-TW" noProof="0" dirty="0"/>
              <a:t>1</a:t>
            </a:r>
          </a:p>
        </p:txBody>
      </p:sp>
      <p:sp>
        <p:nvSpPr>
          <p:cNvPr id="32" name="文字預留位置 20">
            <a:extLst>
              <a:ext uri="{FF2B5EF4-FFF2-40B4-BE49-F238E27FC236}">
                <a16:creationId xmlns:a16="http://schemas.microsoft.com/office/drawing/2014/main" id="{A6926E00-3D05-4600-B7E9-74F56D038A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12968" y="2505766"/>
            <a:ext cx="3025513" cy="885825"/>
          </a:xfrm>
        </p:spPr>
        <p:txBody>
          <a:bodyPr rtlCol="0" anchor="ctr"/>
          <a:lstStyle>
            <a:lvl1pPr marL="0" indent="0" algn="ctr">
              <a:buNone/>
              <a:defRPr sz="8000" b="1" i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en-US" altLang="zh-TW" noProof="0" dirty="0"/>
              <a:t>2</a:t>
            </a:r>
          </a:p>
        </p:txBody>
      </p:sp>
      <p:sp>
        <p:nvSpPr>
          <p:cNvPr id="33" name="文字預留位置 32">
            <a:extLst>
              <a:ext uri="{FF2B5EF4-FFF2-40B4-BE49-F238E27FC236}">
                <a16:creationId xmlns:a16="http://schemas.microsoft.com/office/drawing/2014/main" id="{56EA1CAB-F73E-42AE-AC55-B00392B492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37600" y="2490630"/>
            <a:ext cx="2090738" cy="900962"/>
          </a:xfrm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ZA" sz="8000" b="1" i="0" dirty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266700" lvl="0" indent="-266700" algn="ctr" rtl="0"/>
            <a:r>
              <a:rPr lang="en-US" altLang="zh-TW" noProof="0" dirty="0"/>
              <a:t>3</a:t>
            </a:r>
          </a:p>
        </p:txBody>
      </p:sp>
      <p:sp>
        <p:nvSpPr>
          <p:cNvPr id="35" name="文字預留位置 34">
            <a:extLst>
              <a:ext uri="{FF2B5EF4-FFF2-40B4-BE49-F238E27FC236}">
                <a16:creationId xmlns:a16="http://schemas.microsoft.com/office/drawing/2014/main" id="{34357700-1BDF-40C0-BFE9-5F837ADED4A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0138" y="4015478"/>
            <a:ext cx="2489200" cy="1012825"/>
          </a:xfr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noProof="0" dirty="0"/>
              <a:t>節描述</a:t>
            </a:r>
          </a:p>
        </p:txBody>
      </p:sp>
      <p:sp>
        <p:nvSpPr>
          <p:cNvPr id="37" name="文字預留位置 36">
            <a:extLst>
              <a:ext uri="{FF2B5EF4-FFF2-40B4-BE49-F238E27FC236}">
                <a16:creationId xmlns:a16="http://schemas.microsoft.com/office/drawing/2014/main" id="{A3F3E97F-9A21-4431-909B-D1E580B19F1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81124" y="4015478"/>
            <a:ext cx="2489200" cy="1011238"/>
          </a:xfr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zh-TW" altLang="en-US" noProof="0" dirty="0"/>
              <a:t>節描述</a:t>
            </a:r>
          </a:p>
        </p:txBody>
      </p:sp>
      <p:sp>
        <p:nvSpPr>
          <p:cNvPr id="39" name="文字預留位置 38">
            <a:extLst>
              <a:ext uri="{FF2B5EF4-FFF2-40B4-BE49-F238E27FC236}">
                <a16:creationId xmlns:a16="http://schemas.microsoft.com/office/drawing/2014/main" id="{2445CEA3-6928-4E8E-8E52-B7043F3580D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737600" y="4015478"/>
            <a:ext cx="2090738" cy="1012825"/>
          </a:xfrm>
        </p:spPr>
        <p:txBody>
          <a:bodyPr rtlCol="0"/>
          <a:lstStyle>
            <a:lvl1pPr marL="0" indent="0"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zh-TW" altLang="en-US" noProof="0" dirty="0"/>
              <a:t>節描述</a:t>
            </a:r>
          </a:p>
        </p:txBody>
      </p:sp>
    </p:spTree>
    <p:extLst>
      <p:ext uri="{BB962C8B-B14F-4D97-AF65-F5344CB8AC3E}">
        <p14:creationId xmlns:p14="http://schemas.microsoft.com/office/powerpoint/2010/main" val="2159792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手繪多邊形：圖案 8">
            <a:extLst>
              <a:ext uri="{FF2B5EF4-FFF2-40B4-BE49-F238E27FC236}">
                <a16:creationId xmlns:a16="http://schemas.microsoft.com/office/drawing/2014/main" id="{6AAF5B5B-E896-400A-9E43-EAF605A0AC8B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手繪多邊形：圖案 12">
            <a:extLst>
              <a:ext uri="{FF2B5EF4-FFF2-40B4-BE49-F238E27FC236}">
                <a16:creationId xmlns:a16="http://schemas.microsoft.com/office/drawing/2014/main" id="{BA2F5A3D-36C4-4B97-A62C-2AEA3B6FC1CF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BB474E17-6556-4551-AD1B-351EE2DA98E0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手繪多邊形：圖案 14">
            <a:extLst>
              <a:ext uri="{FF2B5EF4-FFF2-40B4-BE49-F238E27FC236}">
                <a16:creationId xmlns:a16="http://schemas.microsoft.com/office/drawing/2014/main" id="{F860E6D1-2C9F-477C-AE22-BFF5ADE85C60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手繪多邊形：圖案 15">
            <a:extLst>
              <a:ext uri="{FF2B5EF4-FFF2-40B4-BE49-F238E27FC236}">
                <a16:creationId xmlns:a16="http://schemas.microsoft.com/office/drawing/2014/main" id="{65EC6C60-C605-4022-9718-ED56F34D6448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手繪多邊形：圖案 16">
            <a:extLst>
              <a:ext uri="{FF2B5EF4-FFF2-40B4-BE49-F238E27FC236}">
                <a16:creationId xmlns:a16="http://schemas.microsoft.com/office/drawing/2014/main" id="{9F47BB28-400F-4C54-ADDA-0055CEB6593B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：圖案 17">
            <a:extLst>
              <a:ext uri="{FF2B5EF4-FFF2-40B4-BE49-F238E27FC236}">
                <a16:creationId xmlns:a16="http://schemas.microsoft.com/office/drawing/2014/main" id="{7386F148-99E1-4ED6-B4DA-151A6DB27D67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手繪多邊形：圖案 18">
            <a:extLst>
              <a:ext uri="{FF2B5EF4-FFF2-40B4-BE49-F238E27FC236}">
                <a16:creationId xmlns:a16="http://schemas.microsoft.com/office/drawing/2014/main" id="{1A0565DA-6430-4984-ACB6-E7FACACC71AF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DDE18DFF-F9E6-4839-817B-4DD871CEAE6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手繪多邊形：圖案 20">
            <a:extLst>
              <a:ext uri="{FF2B5EF4-FFF2-40B4-BE49-F238E27FC236}">
                <a16:creationId xmlns:a16="http://schemas.microsoft.com/office/drawing/2014/main" id="{30038A3A-7324-4606-9C92-00C9AB1759F4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手繪多邊形：圖案 21">
            <a:extLst>
              <a:ext uri="{FF2B5EF4-FFF2-40B4-BE49-F238E27FC236}">
                <a16:creationId xmlns:a16="http://schemas.microsoft.com/office/drawing/2014/main" id="{5C0291BA-50C5-406F-B24E-14C9CAF652D7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手繪多邊形：圖案 22">
            <a:extLst>
              <a:ext uri="{FF2B5EF4-FFF2-40B4-BE49-F238E27FC236}">
                <a16:creationId xmlns:a16="http://schemas.microsoft.com/office/drawing/2014/main" id="{152EBA81-38BC-4DF6-93C3-4A1A02FD2789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9AF80622-5597-45AD-92C3-2C4C3797720A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手繪多邊形：圖案 24">
            <a:extLst>
              <a:ext uri="{FF2B5EF4-FFF2-40B4-BE49-F238E27FC236}">
                <a16:creationId xmlns:a16="http://schemas.microsoft.com/office/drawing/2014/main" id="{6833793E-EB91-43B4-8444-36ADD2A48E55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472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10" name="頁尾版面配置區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11" name="投影片編號預留位置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26" name="內容版面配置區 5">
            <a:extLst>
              <a:ext uri="{FF2B5EF4-FFF2-40B4-BE49-F238E27FC236}">
                <a16:creationId xmlns:a16="http://schemas.microsoft.com/office/drawing/2014/main" id="{EA7B8348-A00A-4AAE-B1F6-924515577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0000" y="1581663"/>
            <a:ext cx="5472000" cy="46080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27" name="文字版面配置區 4">
            <a:extLst>
              <a:ext uri="{FF2B5EF4-FFF2-40B4-BE49-F238E27FC236}">
                <a16:creationId xmlns:a16="http://schemas.microsoft.com/office/drawing/2014/main" id="{4521CFCD-C079-4019-942D-035558CAF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8002" y="1151785"/>
            <a:ext cx="5483998" cy="354868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lang="en-US"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266700" lvl="0" indent="-266700" rtl="0"/>
            <a:r>
              <a:rPr lang="zh-TW" altLang="en-US" noProof="0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39848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市場空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：圖案 12">
            <a:extLst>
              <a:ext uri="{FF2B5EF4-FFF2-40B4-BE49-F238E27FC236}">
                <a16:creationId xmlns:a16="http://schemas.microsoft.com/office/drawing/2014/main" id="{070BDE6F-3ADC-465D-A1D5-2E3FEE5E3685}"/>
              </a:ext>
            </a:extLst>
          </p:cNvPr>
          <p:cNvSpPr/>
          <p:nvPr userDrawn="1"/>
        </p:nvSpPr>
        <p:spPr>
          <a:xfrm rot="4308689">
            <a:off x="9605830" y="-345925"/>
            <a:ext cx="2706415" cy="2832124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cxnSp>
        <p:nvCxnSpPr>
          <p:cNvPr id="14" name="直線接點​​ 13">
            <a:extLst>
              <a:ext uri="{FF2B5EF4-FFF2-40B4-BE49-F238E27FC236}">
                <a16:creationId xmlns:a16="http://schemas.microsoft.com/office/drawing/2014/main" id="{B3B7A27A-7EBF-4E8D-A115-E66CB9FAB63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319756"/>
            <a:ext cx="0" cy="436984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​​ 14">
            <a:extLst>
              <a:ext uri="{FF2B5EF4-FFF2-40B4-BE49-F238E27FC236}">
                <a16:creationId xmlns:a16="http://schemas.microsoft.com/office/drawing/2014/main" id="{1BFFAC39-59BE-48F2-AD63-62BEFC00B1D5}"/>
              </a:ext>
            </a:extLst>
          </p:cNvPr>
          <p:cNvCxnSpPr>
            <a:cxnSpLocks/>
          </p:cNvCxnSpPr>
          <p:nvPr userDrawn="1"/>
        </p:nvCxnSpPr>
        <p:spPr>
          <a:xfrm flipH="1">
            <a:off x="432000" y="3504678"/>
            <a:ext cx="11340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版面配置區 5">
            <a:extLst>
              <a:ext uri="{FF2B5EF4-FFF2-40B4-BE49-F238E27FC236}">
                <a16:creationId xmlns:a16="http://schemas.microsoft.com/office/drawing/2014/main" id="{FA965502-3EB0-4B3F-B1BD-4A4FCF7FFB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12000" y="951013"/>
            <a:ext cx="1980000" cy="252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四分色方塊標題</a:t>
            </a:r>
          </a:p>
        </p:txBody>
      </p:sp>
      <p:sp>
        <p:nvSpPr>
          <p:cNvPr id="20" name="文字版面配置區 5">
            <a:extLst>
              <a:ext uri="{FF2B5EF4-FFF2-40B4-BE49-F238E27FC236}">
                <a16:creationId xmlns:a16="http://schemas.microsoft.com/office/drawing/2014/main" id="{C18A1C3D-3A6C-4F03-9E67-CC675C5FE3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6000" y="5857570"/>
            <a:ext cx="1980000" cy="252000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四分色方塊標題</a:t>
            </a:r>
          </a:p>
        </p:txBody>
      </p:sp>
      <p:sp>
        <p:nvSpPr>
          <p:cNvPr id="21" name="文字預留位置 5">
            <a:extLst>
              <a:ext uri="{FF2B5EF4-FFF2-40B4-BE49-F238E27FC236}">
                <a16:creationId xmlns:a16="http://schemas.microsoft.com/office/drawing/2014/main" id="{469CF172-1F46-411E-B0E1-B0220CFB3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3187823"/>
            <a:ext cx="1980000" cy="252000"/>
          </a:xfrm>
        </p:spPr>
        <p:txBody>
          <a:bodyPr rtlCol="0"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四分色方塊標題</a:t>
            </a:r>
          </a:p>
        </p:txBody>
      </p:sp>
      <p:sp>
        <p:nvSpPr>
          <p:cNvPr id="22" name="文字版面配置區 5">
            <a:extLst>
              <a:ext uri="{FF2B5EF4-FFF2-40B4-BE49-F238E27FC236}">
                <a16:creationId xmlns:a16="http://schemas.microsoft.com/office/drawing/2014/main" id="{BD9E85DB-9B95-40F2-9F0B-3D21BC9DCD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92001" y="3187823"/>
            <a:ext cx="1980000" cy="252000"/>
          </a:xfr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 dirty="0"/>
              <a:t>四分色方塊標題</a:t>
            </a:r>
          </a:p>
        </p:txBody>
      </p:sp>
    </p:spTree>
    <p:extLst>
      <p:ext uri="{BB962C8B-B14F-4D97-AF65-F5344CB8AC3E}">
        <p14:creationId xmlns:p14="http://schemas.microsoft.com/office/powerpoint/2010/main" val="104447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欄方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96" y="2463936"/>
            <a:ext cx="3726003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3985" y="2463801"/>
            <a:ext cx="3726469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3985" y="2463801"/>
            <a:ext cx="2963619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noProof="0" dirty="0"/>
              <a:t>副標題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4236" y="1647240"/>
            <a:ext cx="2975578" cy="648000"/>
          </a:xfrm>
          <a:ln>
            <a:solidFill>
              <a:schemeClr val="accent1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+mj-lt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zh-TW" altLang="en-US" noProof="0" dirty="0"/>
              <a:t>節 </a:t>
            </a:r>
            <a:r>
              <a:rPr lang="en-US" altLang="zh-TW" noProof="0" dirty="0"/>
              <a:t>1 </a:t>
            </a:r>
            <a:r>
              <a:rPr lang="zh-TW" altLang="en-US" noProof="0" dirty="0"/>
              <a:t>標題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08336" y="1647040"/>
            <a:ext cx="2975578" cy="648000"/>
          </a:xfrm>
          <a:ln>
            <a:solidFill>
              <a:schemeClr val="accent2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 rtl="0"/>
            <a:r>
              <a:rPr lang="zh-TW" altLang="en-US" noProof="0" dirty="0"/>
              <a:t>節 </a:t>
            </a:r>
            <a:r>
              <a:rPr lang="en-US" altLang="zh-TW" noProof="0" dirty="0"/>
              <a:t>2 </a:t>
            </a:r>
            <a:r>
              <a:rPr lang="zh-TW" altLang="en-US" noProof="0" dirty="0"/>
              <a:t>標題</a:t>
            </a:r>
          </a:p>
        </p:txBody>
      </p:sp>
      <p:sp>
        <p:nvSpPr>
          <p:cNvPr id="14" name="文字預留位置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83986" y="1647240"/>
            <a:ext cx="2975578" cy="648000"/>
          </a:xfrm>
          <a:ln>
            <a:solidFill>
              <a:schemeClr val="accent3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 rtl="0"/>
            <a:r>
              <a:rPr lang="zh-TW" altLang="en-US" noProof="0" dirty="0"/>
              <a:t>節 </a:t>
            </a:r>
            <a:r>
              <a:rPr lang="en-US" altLang="zh-TW" noProof="0" dirty="0"/>
              <a:t>3 </a:t>
            </a:r>
            <a:r>
              <a:rPr lang="zh-TW" altLang="en-US" noProof="0" dirty="0"/>
              <a:t>標題</a:t>
            </a:r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13" name="文字預留位置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noProof="0" dirty="0"/>
              <a:t>副標題</a:t>
            </a:r>
          </a:p>
        </p:txBody>
      </p:sp>
      <p:cxnSp>
        <p:nvCxnSpPr>
          <p:cNvPr id="15" name="直線箭號接點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431800" y="3866682"/>
            <a:ext cx="11339513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預留位置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2908" y="3973125"/>
            <a:ext cx="415608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zh-TW" altLang="en-US" noProof="0" dirty="0"/>
              <a:t>年份</a:t>
            </a:r>
          </a:p>
        </p:txBody>
      </p:sp>
      <p:sp>
        <p:nvSpPr>
          <p:cNvPr id="17" name="文字版面配置區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17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21" name="文字版面配置區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81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22" name="文字版面配置區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583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25" name="文字版面配置區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785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26" name="文字版面配置區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77108" y="3973125"/>
            <a:ext cx="415608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zh-TW" altLang="en-US" noProof="0" dirty="0"/>
              <a:t>年份</a:t>
            </a:r>
          </a:p>
        </p:txBody>
      </p:sp>
      <p:sp>
        <p:nvSpPr>
          <p:cNvPr id="28" name="文字版面配置區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31986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0" name="文字版面配置區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9188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1" name="文字版面配置區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6390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2" name="文字版面配置區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7995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3" name="文字版面配置區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3591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4" name="文字版面配置區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793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5" name="文字版面配置區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96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6" name="文字版面配置區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2398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7" name="文字版面配置區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59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8" name="文字版面配置區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6801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39" name="文字版面配置區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4002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0" name="文字版面配置區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1204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1" name="文字版面配置區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8406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2" name="文字版面配置區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5608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3" name="文字版面配置區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2809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4" name="文字版面配置區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414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5" name="文字版面配置區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0011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6" name="文字版面配置區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7213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7" name="文字版面配置區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81616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8" name="文字版面配置區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128818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zh-TW" noProof="0" dirty="0"/>
              <a:t>MM</a:t>
            </a:r>
          </a:p>
        </p:txBody>
      </p:sp>
      <p:sp>
        <p:nvSpPr>
          <p:cNvPr id="49" name="文字預留位置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8" y="2190750"/>
            <a:ext cx="1793875" cy="561975"/>
          </a:xfrm>
          <a:noFill/>
          <a:ln>
            <a:noFill/>
          </a:ln>
        </p:spPr>
        <p:txBody>
          <a:bodyPr tIns="36000" rtlCol="0" anchor="t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zh-TW" altLang="en-US" noProof="0" dirty="0"/>
              <a:t>影像標題</a:t>
            </a:r>
          </a:p>
        </p:txBody>
      </p:sp>
      <p:sp>
        <p:nvSpPr>
          <p:cNvPr id="50" name="文字版面配置區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395728" y="2531196"/>
            <a:ext cx="1724394" cy="18580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zh-TW" altLang="en-US" noProof="0" dirty="0"/>
              <a:t>月份，年份</a:t>
            </a:r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名小組成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新增頁尾</a:t>
            </a:r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0113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zh-TW" altLang="en-US" noProof="0" dirty="0"/>
              <a:t>職稱</a:t>
            </a:r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8426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zh-TW" altLang="en-US" noProof="0" dirty="0"/>
              <a:t>職稱</a:t>
            </a:r>
          </a:p>
        </p:txBody>
      </p:sp>
      <p:sp>
        <p:nvSpPr>
          <p:cNvPr id="15" name="文字預留位置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6739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zh-TW" altLang="en-US" noProof="0" dirty="0"/>
              <a:t>職稱</a:t>
            </a:r>
          </a:p>
        </p:txBody>
      </p:sp>
      <p:sp>
        <p:nvSpPr>
          <p:cNvPr id="17" name="文字預留位置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5052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zh-TW" altLang="en-US" noProof="0" dirty="0"/>
              <a:t>職稱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3926334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zh-TW" altLang="en-US" noProof="0" dirty="0"/>
              <a:t>全名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0113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zh-TW" altLang="en-US" noProof="0" dirty="0"/>
              <a:t>全名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48426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zh-TW" altLang="en-US" noProof="0" dirty="0"/>
              <a:t>全名</a:t>
            </a:r>
          </a:p>
        </p:txBody>
      </p:sp>
      <p:sp>
        <p:nvSpPr>
          <p:cNvPr id="16" name="文字預留位置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6739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zh-TW" altLang="en-US" noProof="0" dirty="0"/>
              <a:t>全名</a:t>
            </a:r>
          </a:p>
        </p:txBody>
      </p:sp>
      <p:sp>
        <p:nvSpPr>
          <p:cNvPr id="19" name="文字預留位置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5052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zh-TW" altLang="en-US" noProof="0" dirty="0"/>
              <a:t>全名</a:t>
            </a:r>
          </a:p>
        </p:txBody>
      </p:sp>
      <p:sp>
        <p:nvSpPr>
          <p:cNvPr id="21" name="文字預留位置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zh-TW" altLang="en-US" noProof="0" dirty="0"/>
              <a:t>職稱</a:t>
            </a:r>
          </a:p>
        </p:txBody>
      </p:sp>
      <p:sp>
        <p:nvSpPr>
          <p:cNvPr id="23" name="圖片預留位置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7088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4" name="圖片預留位置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25401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5" name="圖片預留位置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33714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6" name="圖片預留位置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42027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7" name="圖片預留位置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350340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20" name="圖片預留位置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258651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3363" y="3925888"/>
            <a:ext cx="1800000" cy="504825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zh-TW" altLang="en-US" noProof="0" dirty="0"/>
              <a:t>全名</a:t>
            </a:r>
          </a:p>
        </p:txBody>
      </p:sp>
      <p:sp>
        <p:nvSpPr>
          <p:cNvPr id="11" name="文字版面配置區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73363" y="4505325"/>
            <a:ext cx="1800000" cy="900113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lvl="0" rtl="0"/>
            <a:r>
              <a:rPr lang="zh-TW" altLang="en-US" noProof="0" dirty="0"/>
              <a:t>職稱</a:t>
            </a:r>
          </a:p>
        </p:txBody>
      </p:sp>
      <p:cxnSp>
        <p:nvCxnSpPr>
          <p:cNvPr id="28" name="直線接點​​(S) 27" descr="投影片上的第一條分隔線">
            <a:extLst>
              <a:ext uri="{FF2B5EF4-FFF2-40B4-BE49-F238E27FC236}">
                <a16:creationId xmlns:a16="http://schemas.microsoft.com/office/drawing/2014/main" id="{CA251B6D-7A6C-4D1C-9EA2-6FB7576DB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285956" y="2166417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​​(S) 28" descr="投影片上的第二條分隔線">
            <a:extLst>
              <a:ext uri="{FF2B5EF4-FFF2-40B4-BE49-F238E27FC236}">
                <a16:creationId xmlns:a16="http://schemas.microsoft.com/office/drawing/2014/main" id="{85886762-068D-483A-B5DB-17701376B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94268" y="2166417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​​(S) 29" descr="投影片上的第三條分隔線">
            <a:extLst>
              <a:ext uri="{FF2B5EF4-FFF2-40B4-BE49-F238E27FC236}">
                <a16:creationId xmlns:a16="http://schemas.microsoft.com/office/drawing/2014/main" id="{42D88698-9E20-42D0-B1E7-638ABA8AA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102580" y="2166417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​​(S) 30" descr="投影片上的第四條分隔線">
            <a:extLst>
              <a:ext uri="{FF2B5EF4-FFF2-40B4-BE49-F238E27FC236}">
                <a16:creationId xmlns:a16="http://schemas.microsoft.com/office/drawing/2014/main" id="{11540BBA-4645-443F-A379-4C6A8F096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10892" y="2166417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​​(S) 31" descr="投影片上的第五條分隔線">
            <a:extLst>
              <a:ext uri="{FF2B5EF4-FFF2-40B4-BE49-F238E27FC236}">
                <a16:creationId xmlns:a16="http://schemas.microsoft.com/office/drawing/2014/main" id="{91920D82-94FF-45BE-B8F9-9DAB94874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919204" y="2166417"/>
            <a:ext cx="0" cy="252516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手繪多邊形：圖案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8139110" y="-52404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：圖案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8878526" y="-532562"/>
            <a:ext cx="3571215" cy="3737093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9191192" y="1651650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手繪多邊形：圖案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9457431" y="3977898"/>
            <a:ext cx="346713" cy="206124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：圖案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9528615" y="3713859"/>
            <a:ext cx="710669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8785444" y="1075879"/>
            <a:ext cx="1246227" cy="1580187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11374788" y="284642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手繪多邊形：圖案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10879052" y="262735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文字預留位置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zh-TW" altLang="en-US" noProof="0" dirty="0"/>
              <a:t>副標題</a:t>
            </a:r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手繪多邊形：圖案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10161654" y="-236402"/>
            <a:ext cx="1957093" cy="139981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9799840" y="198216"/>
            <a:ext cx="748251" cy="780669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9854193" y="80859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手繪多邊形：圖案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11753205" y="112024"/>
            <a:ext cx="332291" cy="24788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手繪多邊形：圖案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10313236" y="1084299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手繪多邊形：圖案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9844293" y="1032301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0" name="手繪多邊形：圖案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10081798" y="798094"/>
            <a:ext cx="37136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 (無圖形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6" name="頁尾預留位置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TW" altLang="en-US" noProof="0" dirty="0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感謝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圖片版面配置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 rtlCol="0"/>
          <a:lstStyle>
            <a:lvl1pPr marL="0" indent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zh-TW" altLang="en-US" noProof="0" dirty="0"/>
              <a:t>在這裡插入影像或將影像拖放到這裡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6" cy="1449788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lIns="288000" rIns="2160000" bIns="144000" rtlCol="0" anchor="b" anchorCtr="0"/>
          <a:lstStyle>
            <a:lvl1pPr algn="r">
              <a:defRPr sz="66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zh-TW" altLang="en-US" noProof="0" dirty="0"/>
              <a:t>感謝您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7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 rtlCol="0"/>
          <a:lstStyle>
            <a:lvl1pPr marL="0" indent="0" algn="r">
              <a:buNone/>
              <a:defRPr sz="21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 dirty="0"/>
              <a:t>按一下以編輯母片副標題樣式</a:t>
            </a:r>
          </a:p>
        </p:txBody>
      </p:sp>
      <p:cxnSp>
        <p:nvCxnSpPr>
          <p:cNvPr id="5" name="直線接點​​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0" y="4142258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 dirty="0"/>
              <a:t>連絡人號碼</a:t>
            </a:r>
          </a:p>
        </p:txBody>
      </p:sp>
      <p:sp>
        <p:nvSpPr>
          <p:cNvPr id="9" name="文字預留位置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0" y="4448040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 dirty="0"/>
              <a:t>電子郵件或社交媒體控制代碼</a:t>
            </a:r>
          </a:p>
        </p:txBody>
      </p:sp>
      <p:sp>
        <p:nvSpPr>
          <p:cNvPr id="8" name="圖片預留位置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zh-TW" altLang="en-US" noProof="0" dirty="0"/>
              <a:t>標誌</a:t>
            </a:r>
          </a:p>
        </p:txBody>
      </p:sp>
      <p:sp>
        <p:nvSpPr>
          <p:cNvPr id="10" name="文字預留位置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0" y="4753821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zh-TW" altLang="en-US" noProof="0" dirty="0"/>
              <a:t>網站位址</a:t>
            </a:r>
          </a:p>
        </p:txBody>
      </p:sp>
    </p:spTree>
    <p:extLst>
      <p:ext uri="{BB962C8B-B14F-4D97-AF65-F5344CB8AC3E}">
        <p14:creationId xmlns:p14="http://schemas.microsoft.com/office/powerpoint/2010/main" val="13021552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6840000" cy="2387600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lIns="432000" rIns="432000" bIns="144000" rtlCol="0" anchor="b"/>
          <a:lstStyle>
            <a:lvl1pPr algn="l">
              <a:defRPr sz="4200" spc="-15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 </a:t>
            </a:r>
            <a:br>
              <a:rPr lang="zh-TW" altLang="en-US" noProof="0" dirty="0"/>
            </a:br>
            <a:r>
              <a:rPr lang="zh-TW" altLang="en-US" noProof="0" dirty="0"/>
              <a:t>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6840000" cy="936000"/>
          </a:xfrm>
          <a:solidFill>
            <a:schemeClr val="tx1">
              <a:alpha val="90000"/>
            </a:schemeClr>
          </a:solidFill>
        </p:spPr>
        <p:txBody>
          <a:bodyPr lIns="432000" tIns="144000" rtlCol="0"/>
          <a:lstStyle>
            <a:lvl1pPr marL="0" indent="0" algn="l">
              <a:buNone/>
              <a:defRPr sz="2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 dirty="0"/>
              <a:t>按一下以編輯母片副標題樣式</a:t>
            </a:r>
          </a:p>
        </p:txBody>
      </p:sp>
      <p:sp>
        <p:nvSpPr>
          <p:cNvPr id="5" name="手繪多邊形：圖案 4">
            <a:extLst>
              <a:ext uri="{FF2B5EF4-FFF2-40B4-BE49-F238E27FC236}">
                <a16:creationId xmlns:a16="http://schemas.microsoft.com/office/drawing/2014/main" id="{13A733F0-30A3-4125-9B9B-2A07E1461F1B}"/>
              </a:ext>
            </a:extLst>
          </p:cNvPr>
          <p:cNvSpPr/>
          <p:nvPr userDrawn="1"/>
        </p:nvSpPr>
        <p:spPr>
          <a:xfrm rot="4308689">
            <a:off x="8139110" y="-52404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：圖案 5">
            <a:extLst>
              <a:ext uri="{FF2B5EF4-FFF2-40B4-BE49-F238E27FC236}">
                <a16:creationId xmlns:a16="http://schemas.microsoft.com/office/drawing/2014/main" id="{9E236A80-227E-4FE4-AA47-7802636969A0}"/>
              </a:ext>
            </a:extLst>
          </p:cNvPr>
          <p:cNvSpPr/>
          <p:nvPr userDrawn="1"/>
        </p:nvSpPr>
        <p:spPr>
          <a:xfrm rot="4308689">
            <a:off x="8878526" y="-532562"/>
            <a:ext cx="3571215" cy="3737093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手繪多邊形：圖形 6">
            <a:extLst>
              <a:ext uri="{FF2B5EF4-FFF2-40B4-BE49-F238E27FC236}">
                <a16:creationId xmlns:a16="http://schemas.microsoft.com/office/drawing/2014/main" id="{AAF58058-47D7-451D-B2D5-713873CFA06B}"/>
              </a:ext>
            </a:extLst>
          </p:cNvPr>
          <p:cNvSpPr/>
          <p:nvPr userDrawn="1"/>
        </p:nvSpPr>
        <p:spPr>
          <a:xfrm rot="4308689">
            <a:off x="9191192" y="1651650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手繪多邊形：圖案 7">
            <a:extLst>
              <a:ext uri="{FF2B5EF4-FFF2-40B4-BE49-F238E27FC236}">
                <a16:creationId xmlns:a16="http://schemas.microsoft.com/office/drawing/2014/main" id="{E6D9AC51-13A8-43F2-B0AE-A475CD84575E}"/>
              </a:ext>
            </a:extLst>
          </p:cNvPr>
          <p:cNvSpPr/>
          <p:nvPr userDrawn="1"/>
        </p:nvSpPr>
        <p:spPr>
          <a:xfrm rot="13830869">
            <a:off x="9457431" y="3977898"/>
            <a:ext cx="346713" cy="206124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手繪多邊形：圖案 8">
            <a:extLst>
              <a:ext uri="{FF2B5EF4-FFF2-40B4-BE49-F238E27FC236}">
                <a16:creationId xmlns:a16="http://schemas.microsoft.com/office/drawing/2014/main" id="{CBA8CC4C-FA3C-45FB-A5CE-C0F41063A4AA}"/>
              </a:ext>
            </a:extLst>
          </p:cNvPr>
          <p:cNvSpPr/>
          <p:nvPr userDrawn="1"/>
        </p:nvSpPr>
        <p:spPr>
          <a:xfrm rot="12431080">
            <a:off x="9528615" y="3713859"/>
            <a:ext cx="710669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手繪多邊形：圖案 9">
            <a:extLst>
              <a:ext uri="{FF2B5EF4-FFF2-40B4-BE49-F238E27FC236}">
                <a16:creationId xmlns:a16="http://schemas.microsoft.com/office/drawing/2014/main" id="{320D0EA4-6C0E-4F3B-B209-84132CF9DCEE}"/>
              </a:ext>
            </a:extLst>
          </p:cNvPr>
          <p:cNvSpPr/>
          <p:nvPr userDrawn="1"/>
        </p:nvSpPr>
        <p:spPr>
          <a:xfrm rot="4308689">
            <a:off x="8785444" y="1075879"/>
            <a:ext cx="1246227" cy="1580187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手繪多邊形：圖案 10">
            <a:extLst>
              <a:ext uri="{FF2B5EF4-FFF2-40B4-BE49-F238E27FC236}">
                <a16:creationId xmlns:a16="http://schemas.microsoft.com/office/drawing/2014/main" id="{B2637900-ABE5-44BB-8955-B59B20FACF68}"/>
              </a:ext>
            </a:extLst>
          </p:cNvPr>
          <p:cNvSpPr/>
          <p:nvPr userDrawn="1"/>
        </p:nvSpPr>
        <p:spPr>
          <a:xfrm rot="17193105">
            <a:off x="11374788" y="284642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手繪多邊形：圖案 11">
            <a:extLst>
              <a:ext uri="{FF2B5EF4-FFF2-40B4-BE49-F238E27FC236}">
                <a16:creationId xmlns:a16="http://schemas.microsoft.com/office/drawing/2014/main" id="{8878CEF9-0D4E-43CF-A1AC-B8A752A7EDD3}"/>
              </a:ext>
            </a:extLst>
          </p:cNvPr>
          <p:cNvSpPr/>
          <p:nvPr userDrawn="1"/>
        </p:nvSpPr>
        <p:spPr>
          <a:xfrm rot="17193105">
            <a:off x="10879052" y="262735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13952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86714"/>
            <a:ext cx="6009287" cy="4068402"/>
          </a:xfrm>
          <a:solidFill>
            <a:schemeClr val="tx1">
              <a:lumMod val="85000"/>
              <a:lumOff val="15000"/>
              <a:alpha val="80000"/>
            </a:schemeClr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 </a:t>
            </a:r>
            <a:br>
              <a:rPr lang="zh-TW" altLang="en-US" noProof="0" dirty="0"/>
            </a:br>
            <a:r>
              <a:rPr lang="zh-TW" altLang="en-US" noProof="0" dirty="0"/>
              <a:t>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4152672"/>
            <a:ext cx="6009287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 dirty="0"/>
              <a:t>按一下以編輯母片副標題樣式</a:t>
            </a:r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zh-TW" alt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手繪多邊形：圖案 12">
            <a:extLst>
              <a:ext uri="{FF2B5EF4-FFF2-40B4-BE49-F238E27FC236}">
                <a16:creationId xmlns:a16="http://schemas.microsoft.com/office/drawing/2014/main" id="{20052C3A-3942-4B16-A466-441F8E3C2260}"/>
              </a:ext>
            </a:extLst>
          </p:cNvPr>
          <p:cNvSpPr/>
          <p:nvPr userDrawn="1"/>
        </p:nvSpPr>
        <p:spPr>
          <a:xfrm>
            <a:off x="0" y="2539992"/>
            <a:ext cx="5373076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69484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手繪多邊形：圖案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8139110" y="-52404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：圖案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8878526" y="-532562"/>
            <a:ext cx="3571215" cy="3737093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9191192" y="1651650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手繪多邊形：圖案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9457431" y="3977898"/>
            <a:ext cx="346713" cy="206124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：圖案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9528615" y="3713859"/>
            <a:ext cx="710669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8785444" y="1075879"/>
            <a:ext cx="1246227" cy="1580187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11374788" y="284642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手繪多邊形：圖案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10879052" y="262735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E73E47D5-BDE7-46E7-8C4E-6111A41AF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16" name="文字版面配置區 3">
            <a:extLst>
              <a:ext uri="{FF2B5EF4-FFF2-40B4-BE49-F238E27FC236}">
                <a16:creationId xmlns:a16="http://schemas.microsoft.com/office/drawing/2014/main" id="{4D90A547-C01D-42BC-98ED-831FDD76F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</p:txBody>
      </p:sp>
      <p:sp>
        <p:nvSpPr>
          <p:cNvPr id="17" name="內容預留位置 2">
            <a:extLst>
              <a:ext uri="{FF2B5EF4-FFF2-40B4-BE49-F238E27FC236}">
                <a16:creationId xmlns:a16="http://schemas.microsoft.com/office/drawing/2014/main" id="{AEBF3BE3-47D8-4511-B598-743DF88DF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000084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手繪多邊形：圖案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8139110" y="-52404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：圖案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8878526" y="-532562"/>
            <a:ext cx="3571215" cy="3737093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9191192" y="1651650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手繪多邊形：圖案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9457431" y="3977898"/>
            <a:ext cx="346713" cy="206124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：圖案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9528615" y="3713859"/>
            <a:ext cx="710669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8785444" y="1075879"/>
            <a:ext cx="1246227" cy="1580187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11374788" y="284642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手繪多邊形：圖案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10879052" y="262735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91434632-BEE5-428E-872A-794325BA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16" name="文字版面配置區 3">
            <a:extLst>
              <a:ext uri="{FF2B5EF4-FFF2-40B4-BE49-F238E27FC236}">
                <a16:creationId xmlns:a16="http://schemas.microsoft.com/office/drawing/2014/main" id="{7CB95FD3-7DAC-4417-8633-7EFA4852E0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</p:txBody>
      </p:sp>
      <p:sp>
        <p:nvSpPr>
          <p:cNvPr id="17" name="圖片預留位置 2">
            <a:extLst>
              <a:ext uri="{FF2B5EF4-FFF2-40B4-BE49-F238E27FC236}">
                <a16:creationId xmlns:a16="http://schemas.microsoft.com/office/drawing/2014/main" id="{94CDAD6C-9665-443F-B344-147513A6C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 rtlCol="0"/>
          <a:lstStyle>
            <a:lvl1pPr marL="0" indent="0">
              <a:buNone/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 noProof="0" dirty="0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6412094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手繪多邊形：圖案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8139110" y="-52404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：圖案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8878526" y="-532562"/>
            <a:ext cx="3571215" cy="3737093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14" name="手繪多邊形：圖案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9191192" y="1651650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手繪多邊形：圖案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9457431" y="3977898"/>
            <a:ext cx="346713" cy="206124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：圖案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9528615" y="3713859"/>
            <a:ext cx="710669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手繪多邊形：圖案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8785444" y="1075879"/>
            <a:ext cx="1246227" cy="1580187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手繪多邊形：圖案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11374788" y="284642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手繪多邊形：圖案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10879052" y="262735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992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八邊形 6">
            <a:extLst>
              <a:ext uri="{FF2B5EF4-FFF2-40B4-BE49-F238E27FC236}">
                <a16:creationId xmlns:a16="http://schemas.microsoft.com/office/drawing/2014/main" id="{12B87281-2FCA-44C5-BFC9-FD653787EFC4}"/>
              </a:ext>
            </a:extLst>
          </p:cNvPr>
          <p:cNvSpPr/>
          <p:nvPr userDrawn="1"/>
        </p:nvSpPr>
        <p:spPr>
          <a:xfrm rot="1361022">
            <a:off x="11394972" y="6053793"/>
            <a:ext cx="634795" cy="634795"/>
          </a:xfrm>
          <a:prstGeom prst="octagon">
            <a:avLst/>
          </a:prstGeom>
          <a:noFill/>
          <a:ln w="3175">
            <a:solidFill>
              <a:schemeClr val="bg1">
                <a:lumMod val="8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預留位置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40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5" name="頁尾預留位置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 dirty="0"/>
              <a:t>新增頁尾</a:t>
            </a:r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369" y="6155190"/>
            <a:ext cx="432000" cy="432000"/>
          </a:xfrm>
          <a:prstGeom prst="ellipse">
            <a:avLst/>
          </a:prstGeom>
          <a:noFill/>
          <a:ln w="3175">
            <a:solidFill>
              <a:schemeClr val="accent1"/>
            </a:solidFill>
          </a:ln>
        </p:spPr>
        <p:txBody>
          <a:bodyPr vert="horz" lIns="0" tIns="0" rIns="0" bIns="0" rtlCol="0" anchor="ctr"/>
          <a:lstStyle>
            <a:lvl1pPr algn="ctr">
              <a:defRPr sz="1200" b="1" i="1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9B51A1E-902D-48AF-9020-955120F399B6}" type="slidenum">
              <a:rPr lang="en-US" altLang="zh-TW" noProof="0" smtClean="0"/>
              <a:pPr/>
              <a:t>‹#›</a:t>
            </a:fld>
            <a:endParaRPr lang="zh-TW" altLang="en-US" noProof="0" dirty="0"/>
          </a:p>
        </p:txBody>
      </p:sp>
      <p:sp>
        <p:nvSpPr>
          <p:cNvPr id="9" name="橢圓​​ 8">
            <a:extLst>
              <a:ext uri="{FF2B5EF4-FFF2-40B4-BE49-F238E27FC236}">
                <a16:creationId xmlns:a16="http://schemas.microsoft.com/office/drawing/2014/main" id="{B66BF03E-F48E-4C0A-9078-07AC4DDF896A}"/>
              </a:ext>
            </a:extLst>
          </p:cNvPr>
          <p:cNvSpPr/>
          <p:nvPr userDrawn="1"/>
        </p:nvSpPr>
        <p:spPr>
          <a:xfrm>
            <a:off x="11533871" y="6185902"/>
            <a:ext cx="73515" cy="73515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solidFill>
                <a:schemeClr val="accent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橢圓​​ 9">
            <a:extLst>
              <a:ext uri="{FF2B5EF4-FFF2-40B4-BE49-F238E27FC236}">
                <a16:creationId xmlns:a16="http://schemas.microsoft.com/office/drawing/2014/main" id="{9F827500-FC74-463C-9312-BC59104AEBD6}"/>
              </a:ext>
            </a:extLst>
          </p:cNvPr>
          <p:cNvSpPr/>
          <p:nvPr userDrawn="1"/>
        </p:nvSpPr>
        <p:spPr>
          <a:xfrm>
            <a:off x="11892084" y="6561525"/>
            <a:ext cx="100439" cy="10043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橢圓​​ 13">
            <a:extLst>
              <a:ext uri="{FF2B5EF4-FFF2-40B4-BE49-F238E27FC236}">
                <a16:creationId xmlns:a16="http://schemas.microsoft.com/office/drawing/2014/main" id="{2AF375EA-F235-4EAA-A52F-D6BF0D6EDDCA}"/>
              </a:ext>
            </a:extLst>
          </p:cNvPr>
          <p:cNvSpPr/>
          <p:nvPr userDrawn="1"/>
        </p:nvSpPr>
        <p:spPr>
          <a:xfrm>
            <a:off x="11342875" y="5990144"/>
            <a:ext cx="260512" cy="260512"/>
          </a:xfrm>
          <a:prstGeom prst="ellips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solidFill>
                <a:schemeClr val="accent1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50" r:id="rId4"/>
    <p:sldLayoutId id="2147483688" r:id="rId5"/>
    <p:sldLayoutId id="2147483656" r:id="rId6"/>
    <p:sldLayoutId id="2147483657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1" r:id="rId13"/>
    <p:sldLayoutId id="2147483687" r:id="rId14"/>
    <p:sldLayoutId id="2147483672" r:id="rId15"/>
    <p:sldLayoutId id="2147483673" r:id="rId16"/>
    <p:sldLayoutId id="2147483674" r:id="rId17"/>
    <p:sldLayoutId id="2147483677" r:id="rId18"/>
    <p:sldLayoutId id="2147483654" r:id="rId19"/>
    <p:sldLayoutId id="2147483660" r:id="rId20"/>
    <p:sldLayoutId id="2147483661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9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43.jpeg"/><Relationship Id="rId7" Type="http://schemas.openxmlformats.org/officeDocument/2006/relationships/image" Target="../media/image4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26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1.sv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13" Type="http://schemas.openxmlformats.org/officeDocument/2006/relationships/image" Target="../media/image66.sv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0.svg"/><Relationship Id="rId11" Type="http://schemas.openxmlformats.org/officeDocument/2006/relationships/hyperlink" Target="http://www.fabrikcam.com/" TargetMode="External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2.png"/><Relationship Id="rId9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圖片版面配置區 43" descr="花束卡通插畫&#10;">
            <a:extLst>
              <a:ext uri="{FF2B5EF4-FFF2-40B4-BE49-F238E27FC236}">
                <a16:creationId xmlns:a16="http://schemas.microsoft.com/office/drawing/2014/main" id="{1583F255-AF13-4756-96C9-236AB3183BB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" r="12"/>
          <a:stretch>
            <a:fillRect/>
          </a:stretch>
        </p:blipFill>
        <p:spPr/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簡報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標題</a:t>
            </a:r>
          </a:p>
        </p:txBody>
      </p:sp>
      <p:cxnSp>
        <p:nvCxnSpPr>
          <p:cNvPr id="15" name="直線接點​​(S) 14" descr="圖案" title="圖案">
            <a:extLst>
              <a:ext uri="{FF2B5EF4-FFF2-40B4-BE49-F238E27FC236}">
                <a16:creationId xmlns:a16="http://schemas.microsoft.com/office/drawing/2014/main" id="{E99227BA-E7FE-418C-A9C9-21C49E9DF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77113" y="2407072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版面配置區 7" descr="公司標誌預留位置">
            <a:extLst>
              <a:ext uri="{FF2B5EF4-FFF2-40B4-BE49-F238E27FC236}">
                <a16:creationId xmlns:a16="http://schemas.microsoft.com/office/drawing/2014/main" id="{B01E2EF0-EFFC-4938-87C9-FEE301C9BD3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/>
          <a:srcRect/>
          <a:stretch/>
        </p:blipFill>
        <p:spPr>
          <a:xfrm>
            <a:off x="8043973" y="2560044"/>
            <a:ext cx="1352020" cy="919510"/>
          </a:xfrm>
          <a:prstGeom prst="rect">
            <a:avLst/>
          </a:prstGeom>
        </p:spPr>
      </p:pic>
      <p:sp>
        <p:nvSpPr>
          <p:cNvPr id="7" name="副標題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募資簡報標語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可以延伸為兩行</a:t>
            </a:r>
          </a:p>
        </p:txBody>
      </p:sp>
      <p:grpSp>
        <p:nvGrpSpPr>
          <p:cNvPr id="34" name="群組 33" descr="圖案" title="圖案">
            <a:extLst>
              <a:ext uri="{FF2B5EF4-FFF2-40B4-BE49-F238E27FC236}">
                <a16:creationId xmlns:a16="http://schemas.microsoft.com/office/drawing/2014/main" id="{F83DDF3D-91CE-40FB-BC3D-FFB1B5D89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4400000">
            <a:off x="2652367" y="2055974"/>
            <a:ext cx="1166491" cy="1379850"/>
            <a:chOff x="2451164" y="891257"/>
            <a:chExt cx="2066510" cy="2444489"/>
          </a:xfrm>
        </p:grpSpPr>
        <p:sp>
          <p:nvSpPr>
            <p:cNvPr id="47" name="手繪多邊形：圖案 46">
              <a:extLst>
                <a:ext uri="{FF2B5EF4-FFF2-40B4-BE49-F238E27FC236}">
                  <a16:creationId xmlns:a16="http://schemas.microsoft.com/office/drawing/2014/main" id="{B6D0B8EE-8E06-4051-87BF-62C153F3FBBB}"/>
                </a:ext>
              </a:extLst>
            </p:cNvPr>
            <p:cNvSpPr/>
            <p:nvPr/>
          </p:nvSpPr>
          <p:spPr>
            <a:xfrm rot="4308689">
              <a:off x="2494071" y="848350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2" name="手繪多邊形：圖案 11">
              <a:extLst>
                <a:ext uri="{FF2B5EF4-FFF2-40B4-BE49-F238E27FC236}">
                  <a16:creationId xmlns:a16="http://schemas.microsoft.com/office/drawing/2014/main" id="{298CE312-D679-4677-A70A-DD8680158C70}"/>
                </a:ext>
              </a:extLst>
            </p:cNvPr>
            <p:cNvSpPr/>
            <p:nvPr/>
          </p:nvSpPr>
          <p:spPr>
            <a:xfrm rot="17100000">
              <a:off x="2845997" y="2637537"/>
              <a:ext cx="749854" cy="646563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6287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版面配置區 9" descr="冬天在林地吃漿果的鳥的卡通插畫">
            <a:extLst>
              <a:ext uri="{FF2B5EF4-FFF2-40B4-BE49-F238E27FC236}">
                <a16:creationId xmlns:a16="http://schemas.microsoft.com/office/drawing/2014/main" id="{EE75983F-2708-4C39-B331-8F594511A3F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00" y="86714"/>
            <a:ext cx="6009285" cy="3977285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CB1D87D-E475-451A-B36C-E4A4F6360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00" y="4063999"/>
            <a:ext cx="6012000" cy="863601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關於我們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56BE522-961D-4737-9715-127DB8A86E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elit.Maecenas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porttitor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congue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massa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2645A1B7-8B88-4D90-983D-BAA2E9AAFFD3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64300" y="1152000"/>
            <a:ext cx="5307700" cy="4680000"/>
          </a:xfrm>
        </p:spPr>
        <p:txBody>
          <a:bodyPr rtlCol="0"/>
          <a:lstStyle/>
          <a:p>
            <a:pPr marL="0" indent="0" rtl="0">
              <a:buNone/>
            </a:pPr>
            <a:r>
              <a:rPr lang="zh-TW" altLang="en-US" sz="4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較大的標題</a:t>
            </a:r>
            <a:br>
              <a:rPr lang="zh-TW" altLang="en-US" sz="4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4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在此輸入</a:t>
            </a:r>
          </a:p>
          <a:p>
            <a:pPr marL="0" indent="0" rtl="0">
              <a:buNone/>
            </a:pP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Pellentesque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habitant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morbi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tristique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senectus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netus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malesuada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fames ac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turpis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egestas.Proin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pharetra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nonummy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pede.Mauris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orci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46" name="群組 45" descr="圖案" title="圖案">
            <a:extLst>
              <a:ext uri="{FF2B5EF4-FFF2-40B4-BE49-F238E27FC236}">
                <a16:creationId xmlns:a16="http://schemas.microsoft.com/office/drawing/2014/main" id="{62DF6AE8-6133-4C1E-91DD-755705ACF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62160" y="831132"/>
            <a:ext cx="1850209" cy="1915995"/>
            <a:chOff x="9862160" y="831132"/>
            <a:chExt cx="1850209" cy="1915995"/>
          </a:xfrm>
        </p:grpSpPr>
        <p:sp>
          <p:nvSpPr>
            <p:cNvPr id="16" name="手繪多邊形：圖案 15" title="三角形">
              <a:extLst>
                <a:ext uri="{FF2B5EF4-FFF2-40B4-BE49-F238E27FC236}">
                  <a16:creationId xmlns:a16="http://schemas.microsoft.com/office/drawing/2014/main" id="{156942E6-31A5-42F5-A00C-A90D409A08BC}"/>
                </a:ext>
              </a:extLst>
            </p:cNvPr>
            <p:cNvSpPr/>
            <p:nvPr/>
          </p:nvSpPr>
          <p:spPr>
            <a:xfrm rot="19260823">
              <a:off x="9984083" y="1150976"/>
              <a:ext cx="467362" cy="344458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7" name="手繪多邊形：圖案 16" title="三角形">
              <a:extLst>
                <a:ext uri="{FF2B5EF4-FFF2-40B4-BE49-F238E27FC236}">
                  <a16:creationId xmlns:a16="http://schemas.microsoft.com/office/drawing/2014/main" id="{055D27E0-4C92-4640-A2B8-86540741DCE6}"/>
                </a:ext>
              </a:extLst>
            </p:cNvPr>
            <p:cNvSpPr/>
            <p:nvPr/>
          </p:nvSpPr>
          <p:spPr>
            <a:xfrm rot="20377627">
              <a:off x="10445799" y="1461330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8" name="手繪多邊形：圖案 17" title="三角形">
              <a:extLst>
                <a:ext uri="{FF2B5EF4-FFF2-40B4-BE49-F238E27FC236}">
                  <a16:creationId xmlns:a16="http://schemas.microsoft.com/office/drawing/2014/main" id="{E760DC62-191E-4D60-AAAC-37DDF411BF9D}"/>
                </a:ext>
              </a:extLst>
            </p:cNvPr>
            <p:cNvSpPr/>
            <p:nvPr/>
          </p:nvSpPr>
          <p:spPr>
            <a:xfrm rot="19260823">
              <a:off x="10485025" y="1232684"/>
              <a:ext cx="250689" cy="18476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9" name="手繪多邊形：圖案 18" title="三角形">
              <a:extLst>
                <a:ext uri="{FF2B5EF4-FFF2-40B4-BE49-F238E27FC236}">
                  <a16:creationId xmlns:a16="http://schemas.microsoft.com/office/drawing/2014/main" id="{B21F5D55-03CC-4A29-B8D0-2B1C7DE7C79D}"/>
                </a:ext>
              </a:extLst>
            </p:cNvPr>
            <p:cNvSpPr/>
            <p:nvPr/>
          </p:nvSpPr>
          <p:spPr>
            <a:xfrm rot="19810388">
              <a:off x="10832584" y="139371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0" name="手繪多邊形：圖案 19" title="三角形">
              <a:extLst>
                <a:ext uri="{FF2B5EF4-FFF2-40B4-BE49-F238E27FC236}">
                  <a16:creationId xmlns:a16="http://schemas.microsoft.com/office/drawing/2014/main" id="{6A692EA0-8FB5-4D6A-B1B1-20463392DEDE}"/>
                </a:ext>
              </a:extLst>
            </p:cNvPr>
            <p:cNvSpPr/>
            <p:nvPr/>
          </p:nvSpPr>
          <p:spPr>
            <a:xfrm rot="18277851">
              <a:off x="10920185" y="9941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1" name="手繪多邊形：圖案 20" title="三角形">
              <a:extLst>
                <a:ext uri="{FF2B5EF4-FFF2-40B4-BE49-F238E27FC236}">
                  <a16:creationId xmlns:a16="http://schemas.microsoft.com/office/drawing/2014/main" id="{46FB2BA9-5E08-4A8F-BC47-8EFA61E4E6CE}"/>
                </a:ext>
              </a:extLst>
            </p:cNvPr>
            <p:cNvSpPr/>
            <p:nvPr/>
          </p:nvSpPr>
          <p:spPr>
            <a:xfrm rot="20761418">
              <a:off x="11313110" y="1642801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2" name="手繪多邊形：圖案 21" title="三角形">
              <a:extLst>
                <a:ext uri="{FF2B5EF4-FFF2-40B4-BE49-F238E27FC236}">
                  <a16:creationId xmlns:a16="http://schemas.microsoft.com/office/drawing/2014/main" id="{5B0A2587-D640-4AEE-9456-860CD02427C8}"/>
                </a:ext>
              </a:extLst>
            </p:cNvPr>
            <p:cNvSpPr/>
            <p:nvPr/>
          </p:nvSpPr>
          <p:spPr>
            <a:xfrm rot="17315293">
              <a:off x="11523906" y="859664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3" name="手繪多邊形：圖案 22" title="三角形">
              <a:extLst>
                <a:ext uri="{FF2B5EF4-FFF2-40B4-BE49-F238E27FC236}">
                  <a16:creationId xmlns:a16="http://schemas.microsoft.com/office/drawing/2014/main" id="{373F2649-8DA3-441F-9BDD-77A942FA3DBE}"/>
                </a:ext>
              </a:extLst>
            </p:cNvPr>
            <p:cNvSpPr/>
            <p:nvPr/>
          </p:nvSpPr>
          <p:spPr>
            <a:xfrm rot="20082236">
              <a:off x="11215766" y="1243239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4" name="手繪多邊形：圖案 23" title="三角形">
              <a:extLst>
                <a:ext uri="{FF2B5EF4-FFF2-40B4-BE49-F238E27FC236}">
                  <a16:creationId xmlns:a16="http://schemas.microsoft.com/office/drawing/2014/main" id="{95933F98-3B9B-4270-9281-570AD41C3F19}"/>
                </a:ext>
              </a:extLst>
            </p:cNvPr>
            <p:cNvSpPr/>
            <p:nvPr/>
          </p:nvSpPr>
          <p:spPr>
            <a:xfrm rot="19879732">
              <a:off x="11436537" y="1436545"/>
              <a:ext cx="216995" cy="159931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5" name="手繪多邊形：圖案 24" title="三角形">
              <a:extLst>
                <a:ext uri="{FF2B5EF4-FFF2-40B4-BE49-F238E27FC236}">
                  <a16:creationId xmlns:a16="http://schemas.microsoft.com/office/drawing/2014/main" id="{3DAB5C84-F2AD-47FD-ABEC-6D6626D2B7FF}"/>
                </a:ext>
              </a:extLst>
            </p:cNvPr>
            <p:cNvSpPr/>
            <p:nvPr/>
          </p:nvSpPr>
          <p:spPr>
            <a:xfrm rot="328041">
              <a:off x="9862160" y="1513660"/>
              <a:ext cx="579699" cy="606799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  <a:gd name="connsiteX0" fmla="*/ 487806 w 487806"/>
                <a:gd name="connsiteY0" fmla="*/ 171848 h 510610"/>
                <a:gd name="connsiteX1" fmla="*/ 308036 w 487806"/>
                <a:gd name="connsiteY1" fmla="*/ 510610 h 510610"/>
                <a:gd name="connsiteX2" fmla="*/ 0 w 487806"/>
                <a:gd name="connsiteY2" fmla="*/ 0 h 510610"/>
                <a:gd name="connsiteX3" fmla="*/ 487806 w 487806"/>
                <a:gd name="connsiteY3" fmla="*/ 171848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7806" h="510610">
                  <a:moveTo>
                    <a:pt x="487806" y="171848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487806" y="171848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6" name="手繪多邊形：圖案 25" title="三角形">
              <a:extLst>
                <a:ext uri="{FF2B5EF4-FFF2-40B4-BE49-F238E27FC236}">
                  <a16:creationId xmlns:a16="http://schemas.microsoft.com/office/drawing/2014/main" id="{A4E2ACF8-4066-4DB9-B5D5-E8AA3B152710}"/>
                </a:ext>
              </a:extLst>
            </p:cNvPr>
            <p:cNvSpPr/>
            <p:nvPr/>
          </p:nvSpPr>
          <p:spPr>
            <a:xfrm>
              <a:off x="10639428" y="1814668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7" name="手繪多邊形：圖案 26" title="三角形">
              <a:extLst>
                <a:ext uri="{FF2B5EF4-FFF2-40B4-BE49-F238E27FC236}">
                  <a16:creationId xmlns:a16="http://schemas.microsoft.com/office/drawing/2014/main" id="{74FCCA2A-37FF-4031-AF2F-A894DBE6EE0E}"/>
                </a:ext>
              </a:extLst>
            </p:cNvPr>
            <p:cNvSpPr/>
            <p:nvPr/>
          </p:nvSpPr>
          <p:spPr>
            <a:xfrm rot="20761418">
              <a:off x="11280262" y="2096947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8" name="手繪多邊形：圖案 27" title="三角形">
              <a:extLst>
                <a:ext uri="{FF2B5EF4-FFF2-40B4-BE49-F238E27FC236}">
                  <a16:creationId xmlns:a16="http://schemas.microsoft.com/office/drawing/2014/main" id="{5C7D7734-820D-40CE-BBBA-6E6D9452D308}"/>
                </a:ext>
              </a:extLst>
            </p:cNvPr>
            <p:cNvSpPr/>
            <p:nvPr/>
          </p:nvSpPr>
          <p:spPr>
            <a:xfrm rot="1160487">
              <a:off x="10059320" y="2226127"/>
              <a:ext cx="316887" cy="233554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0 w 692798"/>
                <a:gd name="connsiteY2" fmla="*/ 0 h 510610"/>
                <a:gd name="connsiteX3" fmla="*/ 692798 w 692798"/>
                <a:gd name="connsiteY3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29" name="手繪多邊形：圖案 28" title="三角形">
              <a:extLst>
                <a:ext uri="{FF2B5EF4-FFF2-40B4-BE49-F238E27FC236}">
                  <a16:creationId xmlns:a16="http://schemas.microsoft.com/office/drawing/2014/main" id="{5BCE508A-E107-4075-9976-73D3ED8272C2}"/>
                </a:ext>
              </a:extLst>
            </p:cNvPr>
            <p:cNvSpPr/>
            <p:nvPr/>
          </p:nvSpPr>
          <p:spPr>
            <a:xfrm rot="803026">
              <a:off x="11353765" y="2627540"/>
              <a:ext cx="162256" cy="119587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1DAF16E1-87DB-4920-A90B-23E1C72DDC7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2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6077BDA-B9F5-4D2A-9EE7-6631CD52134A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79575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問題</a:t>
            </a:r>
          </a:p>
        </p:txBody>
      </p:sp>
      <p:pic>
        <p:nvPicPr>
          <p:cNvPr id="67" name="圖片預留位置 66" descr="雲">
            <a:extLst>
              <a:ext uri="{FF2B5EF4-FFF2-40B4-BE49-F238E27FC236}">
                <a16:creationId xmlns:a16="http://schemas.microsoft.com/office/drawing/2014/main" id="{83A6FB07-C3E8-FC4B-818B-404D48DAF4F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文字預留位置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變更的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氣候</a:t>
            </a:r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59" name="圖片版面配置區 158" descr="仙人掌">
            <a:extLst>
              <a:ext uri="{FF2B5EF4-FFF2-40B4-BE49-F238E27FC236}">
                <a16:creationId xmlns:a16="http://schemas.microsoft.com/office/drawing/2014/main" id="{9F99EF5B-831D-4852-A739-269399B8FA71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水資源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不足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61" name="圖片版面配置區 160" descr="溫度計">
            <a:extLst>
              <a:ext uri="{FF2B5EF4-FFF2-40B4-BE49-F238E27FC236}">
                <a16:creationId xmlns:a16="http://schemas.microsoft.com/office/drawing/2014/main" id="{22C4A1E7-2C42-4D5E-9D5C-DB503F231A34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較長的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冬天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63" name="圖片版面配置區 162" descr="棕櫚樹">
            <a:extLst>
              <a:ext uri="{FF2B5EF4-FFF2-40B4-BE49-F238E27FC236}">
                <a16:creationId xmlns:a16="http://schemas.microsoft.com/office/drawing/2014/main" id="{B21D58C1-B806-40E0-9006-675AF7916756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/>
      </p:pic>
      <p:sp>
        <p:nvSpPr>
          <p:cNvPr id="11" name="文字預留位置 10">
            <a:extLst>
              <a:ext uri="{FF2B5EF4-FFF2-40B4-BE49-F238E27FC236}">
                <a16:creationId xmlns:a16="http://schemas.microsoft.com/office/drawing/2014/main" id="{ACD29343-5246-427C-BFCC-F61B25177CF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新的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地勢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A163F1F1-E70E-4823-905B-45B18FCD3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65" name="圖片版面配置區 164" descr="工廠">
            <a:extLst>
              <a:ext uri="{FF2B5EF4-FFF2-40B4-BE49-F238E27FC236}">
                <a16:creationId xmlns:a16="http://schemas.microsoft.com/office/drawing/2014/main" id="{6D714D76-10CE-413E-BCF3-42860232AB9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/>
      </p:pic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6248F5E2-762B-44E2-83B5-C078E3551B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工業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影響</a:t>
            </a:r>
          </a:p>
        </p:txBody>
      </p:sp>
      <p:sp>
        <p:nvSpPr>
          <p:cNvPr id="7" name="文字預留位置 6">
            <a:extLst>
              <a:ext uri="{FF2B5EF4-FFF2-40B4-BE49-F238E27FC236}">
                <a16:creationId xmlns:a16="http://schemas.microsoft.com/office/drawing/2014/main" id="{A938F1A8-AEA6-473B-9AF3-DA6DF3A50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3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B0B76CAB-21AE-4C59-A288-C3C60E5F5AEC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199193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解決方案</a:t>
            </a:r>
          </a:p>
        </p:txBody>
      </p:sp>
      <p:pic>
        <p:nvPicPr>
          <p:cNvPr id="93" name="圖片預留位置 92" descr="放大鏡">
            <a:extLst>
              <a:ext uri="{FF2B5EF4-FFF2-40B4-BE49-F238E27FC236}">
                <a16:creationId xmlns:a16="http://schemas.microsoft.com/office/drawing/2014/main" id="{EAF3579C-5F54-BD44-AD76-C07BBA5EFEA7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文字預留位置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乾淨的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水資源</a:t>
            </a:r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A6B0E616-411B-4401-BC87-821D72B9D6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95" name="圖片版面配置區 94" descr="葉子">
            <a:extLst>
              <a:ext uri="{FF2B5EF4-FFF2-40B4-BE49-F238E27FC236}">
                <a16:creationId xmlns:a16="http://schemas.microsoft.com/office/drawing/2014/main" id="{1B98F2ED-22A7-8047-A12B-3AE19B270198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萬年青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葉子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79CEA89E-0B03-4727-AB47-73EA4E2DF94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97" name="圖片版面配置區 96" descr="蘋果">
            <a:extLst>
              <a:ext uri="{FF2B5EF4-FFF2-40B4-BE49-F238E27FC236}">
                <a16:creationId xmlns:a16="http://schemas.microsoft.com/office/drawing/2014/main" id="{41A48230-7A6F-634A-84FA-2508F0A6B9D5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5673898" y="2358091"/>
            <a:ext cx="854075" cy="854075"/>
          </a:xfrm>
        </p:spPr>
      </p:pic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健康的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蔬菜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C4F969E5-6F82-4658-A735-72D16DDDD1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179" name="圖片預留位置 178" descr="預留位置圖片">
            <a:extLst>
              <a:ext uri="{FF2B5EF4-FFF2-40B4-BE49-F238E27FC236}">
                <a16:creationId xmlns:a16="http://schemas.microsoft.com/office/drawing/2014/main" id="{9BB8F54F-F5BC-471B-9740-0BA6847A4574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0" b="50"/>
          <a:stretch/>
        </p:blipFill>
        <p:spPr/>
      </p:pic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B2A7A116-BC28-4E39-B586-25212F9948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4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1068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圖片預留位置 104" descr="預留位置圖片">
            <a:extLst>
              <a:ext uri="{FF2B5EF4-FFF2-40B4-BE49-F238E27FC236}">
                <a16:creationId xmlns:a16="http://schemas.microsoft.com/office/drawing/2014/main" id="{9CF9A97B-8C9E-410A-A1D7-238293088B5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" r="13"/>
          <a:stretch>
            <a:fillRect/>
          </a:stretch>
        </p:blipFill>
        <p:spPr>
          <a:xfrm>
            <a:off x="97536" y="496139"/>
            <a:ext cx="6208364" cy="6275148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52D215A-7D9D-4B71-81A1-3220FCFE3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產品</a:t>
            </a:r>
          </a:p>
        </p:txBody>
      </p:sp>
      <p:pic>
        <p:nvPicPr>
          <p:cNvPr id="71" name="圖片預留位置 70" descr="連結">
            <a:extLst>
              <a:ext uri="{FF2B5EF4-FFF2-40B4-BE49-F238E27FC236}">
                <a16:creationId xmlns:a16="http://schemas.microsoft.com/office/drawing/2014/main" id="{E5542F6D-CB05-1E49-9D10-41D51547FB68}"/>
              </a:ext>
            </a:extLst>
          </p:cNvPr>
          <p:cNvPicPr>
            <a:picLocks noGrp="1" noChangeAspect="1"/>
          </p:cNvPicPr>
          <p:nvPr>
            <p:ph type="pic" sz="quarter" idx="32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E6971D8C-ECC5-4EDD-AC10-DDF4CA7E9D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8283" y="1541062"/>
            <a:ext cx="3002400" cy="432000"/>
          </a:xfrm>
        </p:spPr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Web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深層連結</a:t>
            </a:r>
          </a:p>
        </p:txBody>
      </p:sp>
      <p:sp>
        <p:nvSpPr>
          <p:cNvPr id="78" name="文字版面配置區 12">
            <a:extLst>
              <a:ext uri="{FF2B5EF4-FFF2-40B4-BE49-F238E27FC236}">
                <a16:creationId xmlns:a16="http://schemas.microsoft.com/office/drawing/2014/main" id="{B9366D2C-DAC9-484E-BC91-EFDB13FDA0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768283" y="1866196"/>
            <a:ext cx="2222102" cy="720000"/>
          </a:xfrm>
        </p:spPr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73" name="圖片版面配置區 72" descr="傳送">
            <a:extLst>
              <a:ext uri="{FF2B5EF4-FFF2-40B4-BE49-F238E27FC236}">
                <a16:creationId xmlns:a16="http://schemas.microsoft.com/office/drawing/2014/main" id="{434488A9-1494-5A4A-9B81-A4830C2F8568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" b="115"/>
          <a:stretch>
            <a:fillRect/>
          </a:stretch>
        </p:blipFill>
        <p:spPr/>
      </p:pic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A6E9F776-E542-4D93-851A-A3A10F6D2A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68283" y="3074440"/>
            <a:ext cx="2728086" cy="432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即時通訊</a:t>
            </a:r>
          </a:p>
        </p:txBody>
      </p:sp>
      <p:sp>
        <p:nvSpPr>
          <p:cNvPr id="76" name="文字版面配置區 3">
            <a:extLst>
              <a:ext uri="{FF2B5EF4-FFF2-40B4-BE49-F238E27FC236}">
                <a16:creationId xmlns:a16="http://schemas.microsoft.com/office/drawing/2014/main" id="{4BB1D872-AE86-6841-98FC-E66E61831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8283" y="3442669"/>
            <a:ext cx="2222102" cy="720000"/>
          </a:xfrm>
        </p:spPr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75" name="圖片版面配置區 74" descr="網路">
            <a:extLst>
              <a:ext uri="{FF2B5EF4-FFF2-40B4-BE49-F238E27FC236}">
                <a16:creationId xmlns:a16="http://schemas.microsoft.com/office/drawing/2014/main" id="{2259C1B6-6592-CA47-8223-67E45CA2A8C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CE222CAE-9234-4B0E-90FC-584C469313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68283" y="4662515"/>
            <a:ext cx="3002400" cy="432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網路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API</a:t>
            </a:r>
          </a:p>
        </p:txBody>
      </p:sp>
      <p:sp>
        <p:nvSpPr>
          <p:cNvPr id="77" name="文字版面配置區 4">
            <a:extLst>
              <a:ext uri="{FF2B5EF4-FFF2-40B4-BE49-F238E27FC236}">
                <a16:creationId xmlns:a16="http://schemas.microsoft.com/office/drawing/2014/main" id="{428D8FC0-4DC8-7F4A-AA1F-F12F19656F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8283" y="5030744"/>
            <a:ext cx="2222102" cy="720000"/>
          </a:xfrm>
        </p:spPr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2A7A116-BC28-4E39-B586-25212F9948F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5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694BCB-64C9-477D-B264-2C05D1DB7584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252086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8F35FE5-0290-47F2-B7E6-3CC40E48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數位產品</a:t>
            </a:r>
          </a:p>
        </p:txBody>
      </p:sp>
      <p:sp>
        <p:nvSpPr>
          <p:cNvPr id="8" name="內容預留位置 7">
            <a:extLst>
              <a:ext uri="{FF2B5EF4-FFF2-40B4-BE49-F238E27FC236}">
                <a16:creationId xmlns:a16="http://schemas.microsoft.com/office/drawing/2014/main" id="{841DD5B3-8651-4B9B-A7E5-6560B2FD9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強調您的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主要優勢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E1B34DAC-653D-4287-8375-0858E3DB01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3509766"/>
            <a:ext cx="3023577" cy="2322709"/>
          </a:xfrm>
        </p:spPr>
        <p:txBody>
          <a:bodyPr rtlCol="0"/>
          <a:lstStyle/>
          <a:p>
            <a:pPr marL="0" indent="0" rtl="0">
              <a:buNone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其他優勢包括</a:t>
            </a:r>
          </a:p>
          <a:p>
            <a:pPr rtl="0"/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Nunc </a:t>
            </a: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viverra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imperdiet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enim.Fusce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est.</a:t>
            </a:r>
            <a:b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Vivamus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a </a:t>
            </a: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tellus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rtl="0"/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Nunc </a:t>
            </a: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viverra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imperdiet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enim.Fusce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est.</a:t>
            </a:r>
            <a:br>
              <a:rPr lang="zh-TW" altLang="en-US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Vivamus</a:t>
            </a:r>
            <a:r>
              <a:rPr lang="en-US" altLang="zh-TW" sz="12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a </a:t>
            </a:r>
            <a:r>
              <a:rPr lang="en-US" altLang="zh-TW" sz="1200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tellus</a:t>
            </a:r>
            <a:endParaRPr lang="en-US" altLang="zh-TW" sz="12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24" name="圖片版面配置區 23" descr="花束卡通插畫&#10;">
            <a:extLst>
              <a:ext uri="{FF2B5EF4-FFF2-40B4-BE49-F238E27FC236}">
                <a16:creationId xmlns:a16="http://schemas.microsoft.com/office/drawing/2014/main" id="{0ED97842-6676-4F84-821B-4640F5BEECC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2796" y="1376357"/>
            <a:ext cx="6333545" cy="4379625"/>
          </a:xfr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AB8A96-4ECB-445D-90F1-4C7E558D2A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6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DD77C4-77EC-4FA4-B595-96F03A5324FB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3797378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圖片版面配置區 25" descr="預留位置圖片">
            <a:extLst>
              <a:ext uri="{FF2B5EF4-FFF2-40B4-BE49-F238E27FC236}">
                <a16:creationId xmlns:a16="http://schemas.microsoft.com/office/drawing/2014/main" id="{925A3C19-2816-4D4F-B6A9-C4A6DA022E3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714" y="86714"/>
            <a:ext cx="6009285" cy="6684572"/>
          </a:xfrm>
        </p:spPr>
      </p:pic>
      <p:sp>
        <p:nvSpPr>
          <p:cNvPr id="6" name="標題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分隔線投影片標題</a:t>
            </a: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elit.Maecenas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porttitor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congue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60" name="群組 59" descr="圖案" title="圖案">
            <a:extLst>
              <a:ext uri="{FF2B5EF4-FFF2-40B4-BE49-F238E27FC236}">
                <a16:creationId xmlns:a16="http://schemas.microsoft.com/office/drawing/2014/main" id="{502D7333-D43E-4F9D-B14F-59FA693F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03224" y="-109"/>
            <a:ext cx="3081180" cy="3011457"/>
            <a:chOff x="8203224" y="-109"/>
            <a:chExt cx="3081180" cy="3011457"/>
          </a:xfrm>
        </p:grpSpPr>
        <p:sp>
          <p:nvSpPr>
            <p:cNvPr id="50" name="手繪多邊形：圖案 13">
              <a:extLst>
                <a:ext uri="{FF2B5EF4-FFF2-40B4-BE49-F238E27FC236}">
                  <a16:creationId xmlns:a16="http://schemas.microsoft.com/office/drawing/2014/main" id="{59FDA323-CBDE-41E6-924C-03E74A614CC9}"/>
                </a:ext>
              </a:extLst>
            </p:cNvPr>
            <p:cNvSpPr/>
            <p:nvPr/>
          </p:nvSpPr>
          <p:spPr>
            <a:xfrm rot="4308689">
              <a:off x="8775952" y="408682"/>
              <a:ext cx="1980696" cy="2066510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0696" h="2066510">
                  <a:moveTo>
                    <a:pt x="0" y="2066510"/>
                  </a:moveTo>
                  <a:lnTo>
                    <a:pt x="1138078" y="0"/>
                  </a:lnTo>
                  <a:lnTo>
                    <a:pt x="1980696" y="1530016"/>
                  </a:lnTo>
                  <a:lnTo>
                    <a:pt x="1459417" y="206651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1" name="手繪多邊形：圖案 50">
              <a:extLst>
                <a:ext uri="{FF2B5EF4-FFF2-40B4-BE49-F238E27FC236}">
                  <a16:creationId xmlns:a16="http://schemas.microsoft.com/office/drawing/2014/main" id="{9CE92FB3-8AD8-47EB-97CA-0ECDC09120D0}"/>
                </a:ext>
              </a:extLst>
            </p:cNvPr>
            <p:cNvSpPr/>
            <p:nvPr/>
          </p:nvSpPr>
          <p:spPr>
            <a:xfrm rot="13830869">
              <a:off x="9042191" y="2734930"/>
              <a:ext cx="346713" cy="206124"/>
            </a:xfrm>
            <a:custGeom>
              <a:avLst/>
              <a:gdLst>
                <a:gd name="connsiteX0" fmla="*/ 346713 w 346713"/>
                <a:gd name="connsiteY0" fmla="*/ 206124 h 206124"/>
                <a:gd name="connsiteX1" fmla="*/ 0 w 346713"/>
                <a:gd name="connsiteY1" fmla="*/ 206124 h 206124"/>
                <a:gd name="connsiteX2" fmla="*/ 86666 w 346713"/>
                <a:gd name="connsiteY2" fmla="*/ 0 h 206124"/>
                <a:gd name="connsiteX3" fmla="*/ 346713 w 346713"/>
                <a:gd name="connsiteY3" fmla="*/ 206124 h 206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713" h="206124">
                  <a:moveTo>
                    <a:pt x="346713" y="206124"/>
                  </a:moveTo>
                  <a:lnTo>
                    <a:pt x="0" y="206124"/>
                  </a:lnTo>
                  <a:lnTo>
                    <a:pt x="86666" y="0"/>
                  </a:lnTo>
                  <a:lnTo>
                    <a:pt x="346713" y="206124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2" name="手繪多邊形：圖案 17">
              <a:extLst>
                <a:ext uri="{FF2B5EF4-FFF2-40B4-BE49-F238E27FC236}">
                  <a16:creationId xmlns:a16="http://schemas.microsoft.com/office/drawing/2014/main" id="{4F13AF84-D580-486F-B6A7-DD766242180B}"/>
                </a:ext>
              </a:extLst>
            </p:cNvPr>
            <p:cNvSpPr/>
            <p:nvPr/>
          </p:nvSpPr>
          <p:spPr>
            <a:xfrm rot="12431080">
              <a:off x="9113375" y="2470891"/>
              <a:ext cx="710669" cy="335543"/>
            </a:xfrm>
            <a:custGeom>
              <a:avLst/>
              <a:gdLst>
                <a:gd name="connsiteX0" fmla="*/ 710669 w 710669"/>
                <a:gd name="connsiteY0" fmla="*/ 176660 h 335543"/>
                <a:gd name="connsiteX1" fmla="*/ 0 w 710669"/>
                <a:gd name="connsiteY1" fmla="*/ 335543 h 335543"/>
                <a:gd name="connsiteX2" fmla="*/ 141082 w 710669"/>
                <a:gd name="connsiteY2" fmla="*/ 0 h 335543"/>
                <a:gd name="connsiteX3" fmla="*/ 487795 w 710669"/>
                <a:gd name="connsiteY3" fmla="*/ 0 h 335543"/>
                <a:gd name="connsiteX4" fmla="*/ 710669 w 710669"/>
                <a:gd name="connsiteY4" fmla="*/ 176660 h 335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669" h="335543">
                  <a:moveTo>
                    <a:pt x="710669" y="176660"/>
                  </a:moveTo>
                  <a:lnTo>
                    <a:pt x="0" y="335543"/>
                  </a:lnTo>
                  <a:lnTo>
                    <a:pt x="141082" y="0"/>
                  </a:lnTo>
                  <a:lnTo>
                    <a:pt x="487795" y="0"/>
                  </a:lnTo>
                  <a:lnTo>
                    <a:pt x="710669" y="176660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3" name="手繪多邊形：圖案 19">
              <a:extLst>
                <a:ext uri="{FF2B5EF4-FFF2-40B4-BE49-F238E27FC236}">
                  <a16:creationId xmlns:a16="http://schemas.microsoft.com/office/drawing/2014/main" id="{D9B80E43-DA23-4DAF-9988-45904EB5005D}"/>
                </a:ext>
              </a:extLst>
            </p:cNvPr>
            <p:cNvSpPr/>
            <p:nvPr/>
          </p:nvSpPr>
          <p:spPr>
            <a:xfrm rot="4308689">
              <a:off x="8370204" y="-167089"/>
              <a:ext cx="1246227" cy="1580187"/>
            </a:xfrm>
            <a:custGeom>
              <a:avLst/>
              <a:gdLst>
                <a:gd name="connsiteX0" fmla="*/ 0 w 1980696"/>
                <a:gd name="connsiteY0" fmla="*/ 2066510 h 2066510"/>
                <a:gd name="connsiteX1" fmla="*/ 1138078 w 1980696"/>
                <a:gd name="connsiteY1" fmla="*/ 0 h 2066510"/>
                <a:gd name="connsiteX2" fmla="*/ 1980696 w 1980696"/>
                <a:gd name="connsiteY2" fmla="*/ 1530016 h 2066510"/>
                <a:gd name="connsiteX3" fmla="*/ 1459417 w 1980696"/>
                <a:gd name="connsiteY3" fmla="*/ 2066510 h 2066510"/>
                <a:gd name="connsiteX0" fmla="*/ 0 w 1980696"/>
                <a:gd name="connsiteY0" fmla="*/ 1680311 h 1680311"/>
                <a:gd name="connsiteX1" fmla="*/ 1337031 w 1980696"/>
                <a:gd name="connsiteY1" fmla="*/ 0 h 1680311"/>
                <a:gd name="connsiteX2" fmla="*/ 1980696 w 1980696"/>
                <a:gd name="connsiteY2" fmla="*/ 1143817 h 1680311"/>
                <a:gd name="connsiteX3" fmla="*/ 1459417 w 1980696"/>
                <a:gd name="connsiteY3" fmla="*/ 1680311 h 1680311"/>
                <a:gd name="connsiteX4" fmla="*/ 0 w 1980696"/>
                <a:gd name="connsiteY4" fmla="*/ 1680311 h 1680311"/>
                <a:gd name="connsiteX0" fmla="*/ 0 w 1459417"/>
                <a:gd name="connsiteY0" fmla="*/ 1680311 h 1680311"/>
                <a:gd name="connsiteX1" fmla="*/ 1337031 w 1459417"/>
                <a:gd name="connsiteY1" fmla="*/ 0 h 1680311"/>
                <a:gd name="connsiteX2" fmla="*/ 1360698 w 1459417"/>
                <a:gd name="connsiteY2" fmla="*/ 208215 h 1680311"/>
                <a:gd name="connsiteX3" fmla="*/ 1459417 w 1459417"/>
                <a:gd name="connsiteY3" fmla="*/ 1680311 h 1680311"/>
                <a:gd name="connsiteX4" fmla="*/ 0 w 1459417"/>
                <a:gd name="connsiteY4" fmla="*/ 1680311 h 1680311"/>
                <a:gd name="connsiteX0" fmla="*/ 0 w 1360698"/>
                <a:gd name="connsiteY0" fmla="*/ 1680311 h 1688402"/>
                <a:gd name="connsiteX1" fmla="*/ 1337031 w 1360698"/>
                <a:gd name="connsiteY1" fmla="*/ 0 h 1688402"/>
                <a:gd name="connsiteX2" fmla="*/ 1360698 w 1360698"/>
                <a:gd name="connsiteY2" fmla="*/ 208215 h 1688402"/>
                <a:gd name="connsiteX3" fmla="*/ 278710 w 1360698"/>
                <a:gd name="connsiteY3" fmla="*/ 1688402 h 1688402"/>
                <a:gd name="connsiteX4" fmla="*/ 0 w 1360698"/>
                <a:gd name="connsiteY4" fmla="*/ 1680311 h 1688402"/>
                <a:gd name="connsiteX0" fmla="*/ 0 w 1360698"/>
                <a:gd name="connsiteY0" fmla="*/ 1680311 h 1698354"/>
                <a:gd name="connsiteX1" fmla="*/ 1337031 w 1360698"/>
                <a:gd name="connsiteY1" fmla="*/ 0 h 1698354"/>
                <a:gd name="connsiteX2" fmla="*/ 1360698 w 1360698"/>
                <a:gd name="connsiteY2" fmla="*/ 208215 h 1698354"/>
                <a:gd name="connsiteX3" fmla="*/ 415804 w 1360698"/>
                <a:gd name="connsiteY3" fmla="*/ 1698354 h 1698354"/>
                <a:gd name="connsiteX4" fmla="*/ 0 w 1360698"/>
                <a:gd name="connsiteY4" fmla="*/ 1680311 h 1698354"/>
                <a:gd name="connsiteX0" fmla="*/ 0 w 1360698"/>
                <a:gd name="connsiteY0" fmla="*/ 1556337 h 1574380"/>
                <a:gd name="connsiteX1" fmla="*/ 1226116 w 1360698"/>
                <a:gd name="connsiteY1" fmla="*/ 0 h 1574380"/>
                <a:gd name="connsiteX2" fmla="*/ 1360698 w 1360698"/>
                <a:gd name="connsiteY2" fmla="*/ 84241 h 1574380"/>
                <a:gd name="connsiteX3" fmla="*/ 415804 w 1360698"/>
                <a:gd name="connsiteY3" fmla="*/ 1574380 h 1574380"/>
                <a:gd name="connsiteX4" fmla="*/ 0 w 1360698"/>
                <a:gd name="connsiteY4" fmla="*/ 1556337 h 1574380"/>
                <a:gd name="connsiteX0" fmla="*/ 0 w 1303560"/>
                <a:gd name="connsiteY0" fmla="*/ 1556337 h 1574380"/>
                <a:gd name="connsiteX1" fmla="*/ 1226116 w 1303560"/>
                <a:gd name="connsiteY1" fmla="*/ 0 h 1574380"/>
                <a:gd name="connsiteX2" fmla="*/ 1303560 w 1303560"/>
                <a:gd name="connsiteY2" fmla="*/ 105569 h 1574380"/>
                <a:gd name="connsiteX3" fmla="*/ 415804 w 1303560"/>
                <a:gd name="connsiteY3" fmla="*/ 1574380 h 1574380"/>
                <a:gd name="connsiteX4" fmla="*/ 0 w 1303560"/>
                <a:gd name="connsiteY4" fmla="*/ 1556337 h 1574380"/>
                <a:gd name="connsiteX0" fmla="*/ 0 w 1246227"/>
                <a:gd name="connsiteY0" fmla="*/ 1580187 h 1580187"/>
                <a:gd name="connsiteX1" fmla="*/ 1168783 w 1246227"/>
                <a:gd name="connsiteY1" fmla="*/ 0 h 1580187"/>
                <a:gd name="connsiteX2" fmla="*/ 1246227 w 1246227"/>
                <a:gd name="connsiteY2" fmla="*/ 105569 h 1580187"/>
                <a:gd name="connsiteX3" fmla="*/ 358471 w 1246227"/>
                <a:gd name="connsiteY3" fmla="*/ 1574380 h 1580187"/>
                <a:gd name="connsiteX4" fmla="*/ 0 w 1246227"/>
                <a:gd name="connsiteY4" fmla="*/ 1580187 h 158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46227" h="1580187">
                  <a:moveTo>
                    <a:pt x="0" y="1580187"/>
                  </a:moveTo>
                  <a:lnTo>
                    <a:pt x="1168783" y="0"/>
                  </a:lnTo>
                  <a:lnTo>
                    <a:pt x="1246227" y="105569"/>
                  </a:lnTo>
                  <a:lnTo>
                    <a:pt x="358471" y="1574380"/>
                  </a:lnTo>
                  <a:lnTo>
                    <a:pt x="0" y="1580187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4" name="手繪多邊形：圖案 23">
              <a:extLst>
                <a:ext uri="{FF2B5EF4-FFF2-40B4-BE49-F238E27FC236}">
                  <a16:creationId xmlns:a16="http://schemas.microsoft.com/office/drawing/2014/main" id="{F9FBA27B-A072-4DE9-A04B-B238E9C6C89C}"/>
                </a:ext>
              </a:extLst>
            </p:cNvPr>
            <p:cNvSpPr/>
            <p:nvPr/>
          </p:nvSpPr>
          <p:spPr>
            <a:xfrm rot="17193105">
              <a:off x="10959548" y="1603457"/>
              <a:ext cx="243160" cy="406553"/>
            </a:xfrm>
            <a:custGeom>
              <a:avLst/>
              <a:gdLst>
                <a:gd name="connsiteX0" fmla="*/ 243160 w 243160"/>
                <a:gd name="connsiteY0" fmla="*/ 342071 h 406553"/>
                <a:gd name="connsiteX1" fmla="*/ 156493 w 243160"/>
                <a:gd name="connsiteY1" fmla="*/ 406553 h 406553"/>
                <a:gd name="connsiteX2" fmla="*/ 0 w 243160"/>
                <a:gd name="connsiteY2" fmla="*/ 0 h 406553"/>
                <a:gd name="connsiteX3" fmla="*/ 243160 w 243160"/>
                <a:gd name="connsiteY3" fmla="*/ 342071 h 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3160" h="406553">
                  <a:moveTo>
                    <a:pt x="243160" y="342071"/>
                  </a:moveTo>
                  <a:lnTo>
                    <a:pt x="156493" y="406553"/>
                  </a:lnTo>
                  <a:lnTo>
                    <a:pt x="0" y="0"/>
                  </a:lnTo>
                  <a:lnTo>
                    <a:pt x="243160" y="342071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55" name="手繪多邊形：圖案 54">
              <a:extLst>
                <a:ext uri="{FF2B5EF4-FFF2-40B4-BE49-F238E27FC236}">
                  <a16:creationId xmlns:a16="http://schemas.microsoft.com/office/drawing/2014/main" id="{E67CB484-653D-4AC0-97B9-380A17B2A23B}"/>
                </a:ext>
              </a:extLst>
            </p:cNvPr>
            <p:cNvSpPr/>
            <p:nvPr/>
          </p:nvSpPr>
          <p:spPr>
            <a:xfrm rot="17193105">
              <a:off x="10463812" y="1384386"/>
              <a:ext cx="692798" cy="510610"/>
            </a:xfrm>
            <a:custGeom>
              <a:avLst/>
              <a:gdLst>
                <a:gd name="connsiteX0" fmla="*/ 692798 w 692798"/>
                <a:gd name="connsiteY0" fmla="*/ 224339 h 510610"/>
                <a:gd name="connsiteX1" fmla="*/ 308036 w 692798"/>
                <a:gd name="connsiteY1" fmla="*/ 510610 h 510610"/>
                <a:gd name="connsiteX2" fmla="*/ 64876 w 692798"/>
                <a:gd name="connsiteY2" fmla="*/ 168539 h 510610"/>
                <a:gd name="connsiteX3" fmla="*/ 0 w 692798"/>
                <a:gd name="connsiteY3" fmla="*/ 0 h 510610"/>
                <a:gd name="connsiteX4" fmla="*/ 692798 w 692798"/>
                <a:gd name="connsiteY4" fmla="*/ 224339 h 510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2798" h="510610">
                  <a:moveTo>
                    <a:pt x="692798" y="224339"/>
                  </a:moveTo>
                  <a:lnTo>
                    <a:pt x="308036" y="510610"/>
                  </a:lnTo>
                  <a:lnTo>
                    <a:pt x="64876" y="168539"/>
                  </a:lnTo>
                  <a:lnTo>
                    <a:pt x="0" y="0"/>
                  </a:lnTo>
                  <a:lnTo>
                    <a:pt x="692798" y="224339"/>
                  </a:lnTo>
                  <a:close/>
                </a:path>
              </a:pathLst>
            </a:cu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3DFB2076-ED27-384F-AA60-C162A455D1C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7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9404657-4808-481B-92C5-30D876177880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203726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>
            <a:extLst>
              <a:ext uri="{FF2B5EF4-FFF2-40B4-BE49-F238E27FC236}">
                <a16:creationId xmlns:a16="http://schemas.microsoft.com/office/drawing/2014/main" id="{5A66ED23-4FD1-4E82-A830-0FFC1B6F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商業模型</a:t>
            </a:r>
          </a:p>
        </p:txBody>
      </p:sp>
      <p:sp>
        <p:nvSpPr>
          <p:cNvPr id="24" name="文字預留位置 23">
            <a:extLst>
              <a:ext uri="{FF2B5EF4-FFF2-40B4-BE49-F238E27FC236}">
                <a16:creationId xmlns:a16="http://schemas.microsoft.com/office/drawing/2014/main" id="{7DDE25BB-92A4-43F5-9121-27E4398711F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有一個成功的機會</a:t>
            </a:r>
          </a:p>
        </p:txBody>
      </p:sp>
      <p:pic>
        <p:nvPicPr>
          <p:cNvPr id="33" name="圖片預留位置 32" descr="教師">
            <a:extLst>
              <a:ext uri="{FF2B5EF4-FFF2-40B4-BE49-F238E27FC236}">
                <a16:creationId xmlns:a16="http://schemas.microsoft.com/office/drawing/2014/main" id="{DDFE365F-F609-43BD-AA8F-F26828263D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/>
      </p:pic>
      <p:sp>
        <p:nvSpPr>
          <p:cNvPr id="18" name="文字預留位置 17">
            <a:extLst>
              <a:ext uri="{FF2B5EF4-FFF2-40B4-BE49-F238E27FC236}">
                <a16:creationId xmlns:a16="http://schemas.microsoft.com/office/drawing/2014/main" id="{EF1735BC-D84A-49D9-A1F5-98B0F92CC4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加強</a:t>
            </a:r>
          </a:p>
        </p:txBody>
      </p:sp>
      <p:sp>
        <p:nvSpPr>
          <p:cNvPr id="15" name="文字預留位置 14">
            <a:extLst>
              <a:ext uri="{FF2B5EF4-FFF2-40B4-BE49-F238E27FC236}">
                <a16:creationId xmlns:a16="http://schemas.microsoft.com/office/drawing/2014/main" id="{FC7A0458-F32A-49CF-9495-28592AEBA2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35" name="圖片版面配置區 34" descr="群組">
            <a:extLst>
              <a:ext uri="{FF2B5EF4-FFF2-40B4-BE49-F238E27FC236}">
                <a16:creationId xmlns:a16="http://schemas.microsoft.com/office/drawing/2014/main" id="{29D864EF-7534-4411-9666-4707F93191F9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/>
      </p:pic>
      <p:sp>
        <p:nvSpPr>
          <p:cNvPr id="19" name="文字預留位置 18">
            <a:extLst>
              <a:ext uri="{FF2B5EF4-FFF2-40B4-BE49-F238E27FC236}">
                <a16:creationId xmlns:a16="http://schemas.microsoft.com/office/drawing/2014/main" id="{015436B2-77D6-4D3F-8744-02853C3A274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去邊緣化</a:t>
            </a:r>
          </a:p>
        </p:txBody>
      </p:sp>
      <p:sp>
        <p:nvSpPr>
          <p:cNvPr id="16" name="文字預留位置 15">
            <a:extLst>
              <a:ext uri="{FF2B5EF4-FFF2-40B4-BE49-F238E27FC236}">
                <a16:creationId xmlns:a16="http://schemas.microsoft.com/office/drawing/2014/main" id="{BFEB8D05-C4DC-4D45-A8B0-4428698040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37" name="圖片版面配置區 36" descr="書籍">
            <a:extLst>
              <a:ext uri="{FF2B5EF4-FFF2-40B4-BE49-F238E27FC236}">
                <a16:creationId xmlns:a16="http://schemas.microsoft.com/office/drawing/2014/main" id="{A3A82211-756C-4184-979C-5420002F8071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/>
      </p:pic>
      <p:sp>
        <p:nvSpPr>
          <p:cNvPr id="20" name="文字預留位置 19">
            <a:extLst>
              <a:ext uri="{FF2B5EF4-FFF2-40B4-BE49-F238E27FC236}">
                <a16:creationId xmlns:a16="http://schemas.microsoft.com/office/drawing/2014/main" id="{CC9889A9-325A-412C-9CE0-44F85B421B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研究</a:t>
            </a:r>
          </a:p>
        </p:txBody>
      </p:sp>
      <p:sp>
        <p:nvSpPr>
          <p:cNvPr id="17" name="文字預留位置 16">
            <a:extLst>
              <a:ext uri="{FF2B5EF4-FFF2-40B4-BE49-F238E27FC236}">
                <a16:creationId xmlns:a16="http://schemas.microsoft.com/office/drawing/2014/main" id="{61B02380-86E2-479F-BE93-7A7EA97E0C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BCF05422-1112-470B-99A8-5D6041CBE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8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D7D9EBF-91E9-47F7-AE04-B1505AB498AA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1248153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8F0BE1F-DA5B-41F6-9625-CD1501B4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市場商機</a:t>
            </a:r>
          </a:p>
        </p:txBody>
      </p:sp>
      <p:sp>
        <p:nvSpPr>
          <p:cNvPr id="2" name="文字預留位置 1">
            <a:extLst>
              <a:ext uri="{FF2B5EF4-FFF2-40B4-BE49-F238E27FC236}">
                <a16:creationId xmlns:a16="http://schemas.microsoft.com/office/drawing/2014/main" id="{909EDE69-A499-499E-A406-452AE63D3EE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建置商機</a:t>
            </a:r>
          </a:p>
        </p:txBody>
      </p:sp>
      <p:sp>
        <p:nvSpPr>
          <p:cNvPr id="7" name="文字預留位置 6">
            <a:extLst>
              <a:ext uri="{FF2B5EF4-FFF2-40B4-BE49-F238E27FC236}">
                <a16:creationId xmlns:a16="http://schemas.microsoft.com/office/drawing/2014/main" id="{1DD63819-D563-41C4-B096-DBA43B6ADA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r>
              <a:rPr lang="en-US" altLang="zh-TW" sz="3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NT$30 </a:t>
            </a:r>
            <a:r>
              <a:rPr lang="zh-TW" altLang="en-US" sz="3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億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CFD31A3E-C717-4F03-8065-D2164B4E6B7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2971CC00-8E3A-4EC3-89C9-991C12AFF36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投資自由</a:t>
            </a:r>
          </a:p>
        </p:txBody>
      </p:sp>
      <p:sp>
        <p:nvSpPr>
          <p:cNvPr id="8" name="文字預留位置 7">
            <a:extLst>
              <a:ext uri="{FF2B5EF4-FFF2-40B4-BE49-F238E27FC236}">
                <a16:creationId xmlns:a16="http://schemas.microsoft.com/office/drawing/2014/main" id="{255B9A2E-DF23-4FE6-B710-467DE61B96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r>
              <a:rPr lang="en-US" altLang="zh-TW" sz="3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NT$20 </a:t>
            </a:r>
            <a:r>
              <a:rPr lang="zh-TW" altLang="en-US" sz="3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億</a:t>
            </a:r>
          </a:p>
        </p:txBody>
      </p:sp>
      <p:sp>
        <p:nvSpPr>
          <p:cNvPr id="11" name="文字預留位置 10">
            <a:extLst>
              <a:ext uri="{FF2B5EF4-FFF2-40B4-BE49-F238E27FC236}">
                <a16:creationId xmlns:a16="http://schemas.microsoft.com/office/drawing/2014/main" id="{759900FE-3586-4DC8-BD28-3203985ECEA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578DF6A3-2263-4753-AD41-F21E817404A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少數競爭者</a:t>
            </a:r>
          </a:p>
        </p:txBody>
      </p:sp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6211A720-7883-460C-97EC-758191E0762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 rtlCol="0"/>
          <a:lstStyle/>
          <a:p>
            <a:r>
              <a:rPr lang="en-US" altLang="zh-TW" sz="3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NT$10 </a:t>
            </a:r>
            <a:r>
              <a:rPr lang="zh-TW" altLang="en-US" sz="3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億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0887AF0E-3C95-4493-A569-203A63D31D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AACCF06E-4528-4A0F-A6B9-9DD69DF5D8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9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6197761-77A1-4FE6-B7C4-21D9032D54EF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164268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98CDD-CDB4-4C24-9C88-F28B9CF5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競爭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C24B367D-56C0-4AF2-9544-44537F85F7F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方便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77E6C9DE-7CCE-4CC3-86E9-F85EC17201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不方便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5CB50078-CDA0-449C-935E-A3E03BDBF8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昂貴</a:t>
            </a:r>
          </a:p>
        </p:txBody>
      </p:sp>
      <p:sp>
        <p:nvSpPr>
          <p:cNvPr id="7" name="文字預留位置 6">
            <a:extLst>
              <a:ext uri="{FF2B5EF4-FFF2-40B4-BE49-F238E27FC236}">
                <a16:creationId xmlns:a16="http://schemas.microsoft.com/office/drawing/2014/main" id="{6C45F246-FC7D-4890-B6BB-2FE688BA8E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經濟</a:t>
            </a:r>
          </a:p>
        </p:txBody>
      </p:sp>
      <p:pic>
        <p:nvPicPr>
          <p:cNvPr id="9" name="圖片 8" descr="預留位置標誌">
            <a:extLst>
              <a:ext uri="{FF2B5EF4-FFF2-40B4-BE49-F238E27FC236}">
                <a16:creationId xmlns:a16="http://schemas.microsoft.com/office/drawing/2014/main" id="{E785182E-0EA4-4F82-8714-409843EA58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6807" y="1739080"/>
            <a:ext cx="1603385" cy="646232"/>
          </a:xfrm>
          <a:prstGeom prst="rect">
            <a:avLst/>
          </a:prstGeom>
        </p:spPr>
      </p:pic>
      <p:pic>
        <p:nvPicPr>
          <p:cNvPr id="10" name="圖片 9" descr="預留位置標誌">
            <a:extLst>
              <a:ext uri="{FF2B5EF4-FFF2-40B4-BE49-F238E27FC236}">
                <a16:creationId xmlns:a16="http://schemas.microsoft.com/office/drawing/2014/main" id="{33DCC954-B56F-4738-9AB9-2F866972C7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04086" y="4590410"/>
            <a:ext cx="1554613" cy="646232"/>
          </a:xfrm>
          <a:prstGeom prst="rect">
            <a:avLst/>
          </a:prstGeom>
        </p:spPr>
      </p:pic>
      <p:pic>
        <p:nvPicPr>
          <p:cNvPr id="11" name="圖片 10" descr="預留位置標誌">
            <a:extLst>
              <a:ext uri="{FF2B5EF4-FFF2-40B4-BE49-F238E27FC236}">
                <a16:creationId xmlns:a16="http://schemas.microsoft.com/office/drawing/2014/main" id="{0DFBC7CF-9B39-4509-9322-329E6854B8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34393" y="4135473"/>
            <a:ext cx="1615578" cy="646232"/>
          </a:xfrm>
          <a:prstGeom prst="rect">
            <a:avLst/>
          </a:prstGeom>
        </p:spPr>
      </p:pic>
      <p:pic>
        <p:nvPicPr>
          <p:cNvPr id="12" name="圖片 11" descr="預留位置標誌">
            <a:extLst>
              <a:ext uri="{FF2B5EF4-FFF2-40B4-BE49-F238E27FC236}">
                <a16:creationId xmlns:a16="http://schemas.microsoft.com/office/drawing/2014/main" id="{5AB4D003-2DC4-4823-94F6-3223A84250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54222" y="4070821"/>
            <a:ext cx="1621675" cy="646232"/>
          </a:xfrm>
          <a:prstGeom prst="rect">
            <a:avLst/>
          </a:prstGeom>
        </p:spPr>
      </p:pic>
      <p:pic>
        <p:nvPicPr>
          <p:cNvPr id="13" name="圖片 12" descr="預留位置標誌">
            <a:extLst>
              <a:ext uri="{FF2B5EF4-FFF2-40B4-BE49-F238E27FC236}">
                <a16:creationId xmlns:a16="http://schemas.microsoft.com/office/drawing/2014/main" id="{A7EA7E67-5346-4F39-9396-6EBD95C84CE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492777" y="4634914"/>
            <a:ext cx="1578999" cy="646232"/>
          </a:xfrm>
          <a:prstGeom prst="rect">
            <a:avLst/>
          </a:prstGeom>
        </p:spPr>
      </p:pic>
      <p:pic>
        <p:nvPicPr>
          <p:cNvPr id="8" name="圖片 7" descr="預留位置圖片">
            <a:extLst>
              <a:ext uri="{FF2B5EF4-FFF2-40B4-BE49-F238E27FC236}">
                <a16:creationId xmlns:a16="http://schemas.microsoft.com/office/drawing/2014/main" id="{8891A60D-039D-4377-AE35-D1B9EB676E4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98982" y="2102201"/>
            <a:ext cx="995352" cy="515773"/>
          </a:xfrm>
          <a:prstGeom prst="rect">
            <a:avLst/>
          </a:prstGeom>
        </p:spPr>
      </p:pic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F29FDED6-8151-41E2-8645-8FBD8D8ADE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10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527B5CB-8CCF-472E-8248-BB4E613B253A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3464704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24E6C1-B1C5-40C3-9B90-EF2666FB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成長策略</a:t>
            </a:r>
          </a:p>
        </p:txBody>
      </p:sp>
      <p:sp>
        <p:nvSpPr>
          <p:cNvPr id="7" name="文字預留位置 6">
            <a:extLst>
              <a:ext uri="{FF2B5EF4-FFF2-40B4-BE49-F238E27FC236}">
                <a16:creationId xmlns:a16="http://schemas.microsoft.com/office/drawing/2014/main" id="{DDC64B4F-EF8E-442A-8D01-0AD7034A68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我們在未來如何調整規模</a:t>
            </a:r>
          </a:p>
        </p:txBody>
      </p:sp>
      <p:sp>
        <p:nvSpPr>
          <p:cNvPr id="8" name="文字預留位置 7">
            <a:extLst>
              <a:ext uri="{FF2B5EF4-FFF2-40B4-BE49-F238E27FC236}">
                <a16:creationId xmlns:a16="http://schemas.microsoft.com/office/drawing/2014/main" id="{E869ACF9-B7F9-4774-B207-2EF78971151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階段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月份，年份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F350F641-F6F8-461C-9C2D-07E416875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elit.Maecenas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porttitor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congue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massa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</a:t>
            </a:r>
          </a:p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Nunc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viverra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imperdiet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enim.Fusce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est.Vivamus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a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tellus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</a:t>
            </a:r>
          </a:p>
        </p:txBody>
      </p:sp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3A2613D7-9904-47E7-A848-78E09B4F4A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階段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月份，年份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1B9D7DA5-9DA5-4EDA-AAC1-B5A593D730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elit.Maecenas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porttitor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congue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massa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</a:t>
            </a:r>
          </a:p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Nunc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viverra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imperdiet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enim.Fusce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est.Vivamus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a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tellus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FCAA0F0E-6B7F-4145-A8E2-90DC4D67578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階段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zh-TW" altLang="en-US" sz="14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月份，年份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4B29415E-FF87-4959-B427-0EA155C16B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elit.Maecenas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porttitor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congue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massa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</a:t>
            </a:r>
          </a:p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Nunc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viverra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imperdiet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enim.Fusce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est.Vivamus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a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tellus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.</a:t>
            </a:r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81B23B52-8351-4A05-ABAB-5A128EE68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11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1563F37-A0ED-488C-9DDB-DC40E3B63FB0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3635933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9AB7435-FDC7-403C-A171-B7EF270C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受歡迎程度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E657985-EFB2-47B6-8166-144FEAEC16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12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8C47F593-8BBB-4E42-93A0-A6382BB42B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預測成功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A6FC5CC-5CC2-43D6-94AF-A54C05979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38819"/>
              </p:ext>
            </p:extLst>
          </p:nvPr>
        </p:nvGraphicFramePr>
        <p:xfrm>
          <a:off x="431800" y="1728000"/>
          <a:ext cx="6680200" cy="417750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336040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1336040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  <a:gridCol w="1336040">
                  <a:extLst>
                    <a:ext uri="{9D8B030D-6E8A-4147-A177-3AD203B41FA5}">
                      <a16:colId xmlns:a16="http://schemas.microsoft.com/office/drawing/2014/main" val="1010693434"/>
                    </a:ext>
                  </a:extLst>
                </a:gridCol>
                <a:gridCol w="1336040">
                  <a:extLst>
                    <a:ext uri="{9D8B030D-6E8A-4147-A177-3AD203B41FA5}">
                      <a16:colId xmlns:a16="http://schemas.microsoft.com/office/drawing/2014/main" val="3778082769"/>
                    </a:ext>
                  </a:extLst>
                </a:gridCol>
                <a:gridCol w="1336040">
                  <a:extLst>
                    <a:ext uri="{9D8B030D-6E8A-4147-A177-3AD203B41FA5}">
                      <a16:colId xmlns:a16="http://schemas.microsoft.com/office/drawing/2014/main" val="1136644251"/>
                    </a:ext>
                  </a:extLst>
                </a:gridCol>
              </a:tblGrid>
              <a:tr h="578291">
                <a:tc>
                  <a:txBody>
                    <a:bodyPr/>
                    <a:lstStyle/>
                    <a:p>
                      <a:pPr rtl="0"/>
                      <a:endParaRPr lang="zh-TW" altLang="en-US" noProof="0" dirty="0"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sz="1600" b="0" noProof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廠商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sz="1600" b="0" noProof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使用者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sz="1600" b="0" noProof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總收入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zh-TW" altLang="en-US" sz="1600" b="0" noProof="0" dirty="0"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公司收入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719842"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sz="1600" b="1" noProof="0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20YY</a:t>
                      </a:r>
                      <a:endParaRPr lang="zh-TW" altLang="en-US" sz="1600" b="1" noProof="0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719842"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sz="1600" b="1" noProof="0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20YY</a:t>
                      </a:r>
                      <a:endParaRPr lang="zh-TW" altLang="en-US" sz="1600" b="1" noProof="0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NT$6,750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NT$1,013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719842"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sz="1600" b="1" noProof="0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20YY</a:t>
                      </a:r>
                      <a:endParaRPr lang="zh-TW" altLang="en-US" sz="1600" b="1" noProof="0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NT$33,750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NT$5,063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719842"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sz="1600" b="1" noProof="0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20YY</a:t>
                      </a:r>
                      <a:endParaRPr lang="zh-TW" altLang="en-US" sz="1600" b="1" noProof="0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2,000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NT$135,000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NT$20,250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8417"/>
                  </a:ext>
                </a:extLst>
              </a:tr>
              <a:tr h="719842">
                <a:tc>
                  <a:txBody>
                    <a:bodyPr/>
                    <a:lstStyle/>
                    <a:p>
                      <a:pPr algn="ctr" rtl="0"/>
                      <a:r>
                        <a:rPr lang="en-US" altLang="zh-TW" sz="1600" b="1" noProof="0" dirty="0">
                          <a:solidFill>
                            <a:schemeClr val="tx1"/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20YY</a:t>
                      </a:r>
                      <a:endParaRPr lang="zh-TW" altLang="en-US" sz="1600" b="1" noProof="0" dirty="0">
                        <a:solidFill>
                          <a:schemeClr val="tx1"/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4,000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NT$270,000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/>
                      <a:r>
                        <a:rPr lang="en-US" altLang="zh-TW" sz="1600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NT$40,500</a:t>
                      </a:r>
                      <a:endParaRPr lang="zh-TW" altLang="en-US" sz="1600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78208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E1EDED-9531-499B-8063-C972AB6F6415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  <p:pic>
        <p:nvPicPr>
          <p:cNvPr id="17" name="圖片 16" descr="橫條圖影像">
            <a:extLst>
              <a:ext uri="{FF2B5EF4-FFF2-40B4-BE49-F238E27FC236}">
                <a16:creationId xmlns:a16="http://schemas.microsoft.com/office/drawing/2014/main" id="{51795DC8-F4CC-4C8B-AB0C-36BD26C975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76796" y="1664766"/>
            <a:ext cx="4383404" cy="41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832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72D59F-E459-41DB-985E-2CF08A5D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時間表</a:t>
            </a:r>
          </a:p>
        </p:txBody>
      </p:sp>
      <p:sp>
        <p:nvSpPr>
          <p:cNvPr id="68" name="文字預留位置 67">
            <a:extLst>
              <a:ext uri="{FF2B5EF4-FFF2-40B4-BE49-F238E27FC236}">
                <a16:creationId xmlns:a16="http://schemas.microsoft.com/office/drawing/2014/main" id="{FA73531D-BDF3-4C9D-B4DE-8A7074CC6D1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我們的兩年行動計畫</a:t>
            </a:r>
          </a:p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3838E21-DCBD-4BF3-A56B-1B0AC1845A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4125" y="3973125"/>
            <a:ext cx="553175" cy="201776"/>
          </a:xfrm>
        </p:spPr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20YY</a:t>
            </a:r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47257058-2973-4B53-836C-41233BC0D27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 rtlCol="0"/>
          <a:lstStyle/>
          <a:p>
            <a:pPr rtl="0"/>
            <a:r>
              <a: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7" name="文字預留位置 6">
            <a:extLst>
              <a:ext uri="{FF2B5EF4-FFF2-40B4-BE49-F238E27FC236}">
                <a16:creationId xmlns:a16="http://schemas.microsoft.com/office/drawing/2014/main" id="{34F0970F-3033-4EF3-B593-8ECF1F1BC1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31" name="文字預留位置 30">
            <a:extLst>
              <a:ext uri="{FF2B5EF4-FFF2-40B4-BE49-F238E27FC236}">
                <a16:creationId xmlns:a16="http://schemas.microsoft.com/office/drawing/2014/main" id="{0FBB9E34-9406-4432-A2AA-735C161D6F11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11190" y="2190750"/>
            <a:ext cx="1793875" cy="561975"/>
          </a:xfrm>
          <a:ln>
            <a:noFill/>
          </a:ln>
        </p:spPr>
        <p:txBody>
          <a:bodyPr rtlCol="0"/>
          <a:lstStyle/>
          <a:p>
            <a:pPr rtl="0"/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設計</a:t>
            </a:r>
          </a:p>
        </p:txBody>
      </p:sp>
      <p:sp>
        <p:nvSpPr>
          <p:cNvPr id="32" name="文字預留位置 31">
            <a:extLst>
              <a:ext uri="{FF2B5EF4-FFF2-40B4-BE49-F238E27FC236}">
                <a16:creationId xmlns:a16="http://schemas.microsoft.com/office/drawing/2014/main" id="{715D1787-D9EC-42D7-9E58-06C783ACCE5D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45930" y="2531196"/>
            <a:ext cx="1724394" cy="185808"/>
          </a:xfrm>
        </p:spPr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月，</a:t>
            </a:r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20YY</a:t>
            </a:r>
          </a:p>
        </p:txBody>
      </p:sp>
      <p:cxnSp>
        <p:nvCxnSpPr>
          <p:cNvPr id="71" name="直線箭號接點 70" title="時間表事件行">
            <a:extLst>
              <a:ext uri="{FF2B5EF4-FFF2-40B4-BE49-F238E27FC236}">
                <a16:creationId xmlns:a16="http://schemas.microsoft.com/office/drawing/2014/main" id="{BBE1F329-A8D2-4C03-9053-8D69618651CB}"/>
              </a:ext>
            </a:extLst>
          </p:cNvPr>
          <p:cNvCxnSpPr>
            <a:cxnSpLocks/>
          </p:cNvCxnSpPr>
          <p:nvPr/>
        </p:nvCxnSpPr>
        <p:spPr>
          <a:xfrm flipH="1">
            <a:off x="1092726" y="2752725"/>
            <a:ext cx="1" cy="776987"/>
          </a:xfrm>
          <a:prstGeom prst="straightConnector1">
            <a:avLst/>
          </a:prstGeom>
          <a:ln w="34925" cap="rnd"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預留位置 7">
            <a:extLst>
              <a:ext uri="{FF2B5EF4-FFF2-40B4-BE49-F238E27FC236}">
                <a16:creationId xmlns:a16="http://schemas.microsoft.com/office/drawing/2014/main" id="{7CCA00F5-B440-406B-A716-A13092CBFC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6DD14BC5-F4CC-4A1D-B722-4B0E3AD084E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11" name="文字預留位置 10">
            <a:extLst>
              <a:ext uri="{FF2B5EF4-FFF2-40B4-BE49-F238E27FC236}">
                <a16:creationId xmlns:a16="http://schemas.microsoft.com/office/drawing/2014/main" id="{7BB9576B-97C2-4B6F-8D7A-D3D94B000C9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12" name="文字預留位置 11">
            <a:extLst>
              <a:ext uri="{FF2B5EF4-FFF2-40B4-BE49-F238E27FC236}">
                <a16:creationId xmlns:a16="http://schemas.microsoft.com/office/drawing/2014/main" id="{DB4DD14B-5E18-42FF-B2F1-6A2CB093836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cxnSp>
        <p:nvCxnSpPr>
          <p:cNvPr id="74" name="直線箭號接點 73" title="時間表事件行">
            <a:extLst>
              <a:ext uri="{FF2B5EF4-FFF2-40B4-BE49-F238E27FC236}">
                <a16:creationId xmlns:a16="http://schemas.microsoft.com/office/drawing/2014/main" id="{3D985F57-4828-4F43-9FE0-15EF491E8160}"/>
              </a:ext>
            </a:extLst>
          </p:cNvPr>
          <p:cNvCxnSpPr>
            <a:cxnSpLocks/>
          </p:cNvCxnSpPr>
          <p:nvPr/>
        </p:nvCxnSpPr>
        <p:spPr>
          <a:xfrm rot="10800000" flipH="1">
            <a:off x="2971100" y="4171551"/>
            <a:ext cx="1" cy="776987"/>
          </a:xfrm>
          <a:prstGeom prst="straightConnector1">
            <a:avLst/>
          </a:prstGeom>
          <a:ln w="34925" cap="rnd"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預留位置 30">
            <a:extLst>
              <a:ext uri="{FF2B5EF4-FFF2-40B4-BE49-F238E27FC236}">
                <a16:creationId xmlns:a16="http://schemas.microsoft.com/office/drawing/2014/main" id="{787813E1-07C6-496D-9E59-D41AD3127AD9}"/>
              </a:ext>
            </a:extLst>
          </p:cNvPr>
          <p:cNvSpPr txBox="1">
            <a:spLocks/>
          </p:cNvSpPr>
          <p:nvPr/>
        </p:nvSpPr>
        <p:spPr>
          <a:xfrm>
            <a:off x="2074163" y="4994301"/>
            <a:ext cx="1793875" cy="561975"/>
          </a:xfrm>
          <a:prstGeom prst="rect">
            <a:avLst/>
          </a:prstGeom>
          <a:noFill/>
          <a:ln>
            <a:noFill/>
          </a:ln>
        </p:spPr>
        <p:txBody>
          <a:bodyPr vert="horz" lIns="0" tIns="36000" rIns="0" bIns="0" rtlCol="0" anchor="t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焦點群組</a:t>
            </a:r>
          </a:p>
        </p:txBody>
      </p:sp>
      <p:sp>
        <p:nvSpPr>
          <p:cNvPr id="59" name="文字預留位置 31">
            <a:extLst>
              <a:ext uri="{FF2B5EF4-FFF2-40B4-BE49-F238E27FC236}">
                <a16:creationId xmlns:a16="http://schemas.microsoft.com/office/drawing/2014/main" id="{A3B6B7DF-5CB5-4DD4-A1FA-3CAD080EA255}"/>
              </a:ext>
            </a:extLst>
          </p:cNvPr>
          <p:cNvSpPr txBox="1">
            <a:spLocks/>
          </p:cNvSpPr>
          <p:nvPr/>
        </p:nvSpPr>
        <p:spPr>
          <a:xfrm>
            <a:off x="2108903" y="5333355"/>
            <a:ext cx="1724394" cy="18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20YY</a:t>
            </a:r>
          </a:p>
        </p:txBody>
      </p:sp>
      <p:sp>
        <p:nvSpPr>
          <p:cNvPr id="13" name="文字預留位置 12">
            <a:extLst>
              <a:ext uri="{FF2B5EF4-FFF2-40B4-BE49-F238E27FC236}">
                <a16:creationId xmlns:a16="http://schemas.microsoft.com/office/drawing/2014/main" id="{F5F410E5-8F7F-4F9E-9FFE-E7BAE98D72F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15" name="文字預留位置 14">
            <a:extLst>
              <a:ext uri="{FF2B5EF4-FFF2-40B4-BE49-F238E27FC236}">
                <a16:creationId xmlns:a16="http://schemas.microsoft.com/office/drawing/2014/main" id="{62A8B8B4-43EE-4C8C-A799-7FB8016D3DD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16" name="文字預留位置 15">
            <a:extLst>
              <a:ext uri="{FF2B5EF4-FFF2-40B4-BE49-F238E27FC236}">
                <a16:creationId xmlns:a16="http://schemas.microsoft.com/office/drawing/2014/main" id="{BE55EE5B-B6FB-4321-9477-52192E27D65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14" name="文字預留位置 13">
            <a:extLst>
              <a:ext uri="{FF2B5EF4-FFF2-40B4-BE49-F238E27FC236}">
                <a16:creationId xmlns:a16="http://schemas.microsoft.com/office/drawing/2014/main" id="{C93FB8A9-9620-42A8-A149-00CC0FC29CF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60" name="文字預留位置 30">
            <a:extLst>
              <a:ext uri="{FF2B5EF4-FFF2-40B4-BE49-F238E27FC236}">
                <a16:creationId xmlns:a16="http://schemas.microsoft.com/office/drawing/2014/main" id="{518ED7A4-3142-4C1B-8706-E6F9BDA12CD4}"/>
              </a:ext>
            </a:extLst>
          </p:cNvPr>
          <p:cNvSpPr txBox="1">
            <a:spLocks/>
          </p:cNvSpPr>
          <p:nvPr/>
        </p:nvSpPr>
        <p:spPr>
          <a:xfrm>
            <a:off x="3971909" y="2190750"/>
            <a:ext cx="1793875" cy="561975"/>
          </a:xfrm>
          <a:prstGeom prst="rect">
            <a:avLst/>
          </a:prstGeom>
          <a:noFill/>
          <a:ln>
            <a:noFill/>
          </a:ln>
        </p:spPr>
        <p:txBody>
          <a:bodyPr vert="horz" lIns="0" tIns="36000" rIns="0" bIns="0" rtlCol="0" anchor="t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意見反應</a:t>
            </a:r>
          </a:p>
        </p:txBody>
      </p:sp>
      <p:sp>
        <p:nvSpPr>
          <p:cNvPr id="61" name="文字預留位置 31">
            <a:extLst>
              <a:ext uri="{FF2B5EF4-FFF2-40B4-BE49-F238E27FC236}">
                <a16:creationId xmlns:a16="http://schemas.microsoft.com/office/drawing/2014/main" id="{ADF4B596-4378-464E-8BA9-FB6ADF27D160}"/>
              </a:ext>
            </a:extLst>
          </p:cNvPr>
          <p:cNvSpPr txBox="1">
            <a:spLocks/>
          </p:cNvSpPr>
          <p:nvPr/>
        </p:nvSpPr>
        <p:spPr>
          <a:xfrm>
            <a:off x="4006649" y="2529804"/>
            <a:ext cx="1724394" cy="18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20YY</a:t>
            </a:r>
          </a:p>
        </p:txBody>
      </p:sp>
      <p:cxnSp>
        <p:nvCxnSpPr>
          <p:cNvPr id="72" name="直線箭號接點 71" title="時間表事件行">
            <a:extLst>
              <a:ext uri="{FF2B5EF4-FFF2-40B4-BE49-F238E27FC236}">
                <a16:creationId xmlns:a16="http://schemas.microsoft.com/office/drawing/2014/main" id="{8C361AC5-6734-49E5-8506-3F22C2DF6856}"/>
              </a:ext>
            </a:extLst>
          </p:cNvPr>
          <p:cNvCxnSpPr>
            <a:cxnSpLocks/>
          </p:cNvCxnSpPr>
          <p:nvPr/>
        </p:nvCxnSpPr>
        <p:spPr>
          <a:xfrm flipH="1">
            <a:off x="4868846" y="2752725"/>
            <a:ext cx="1" cy="776987"/>
          </a:xfrm>
          <a:prstGeom prst="straightConnector1">
            <a:avLst/>
          </a:prstGeom>
          <a:ln w="34925" cap="rnd"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預留位置 16">
            <a:extLst>
              <a:ext uri="{FF2B5EF4-FFF2-40B4-BE49-F238E27FC236}">
                <a16:creationId xmlns:a16="http://schemas.microsoft.com/office/drawing/2014/main" id="{5D9E0D54-DF90-4CE3-B2EF-54C50783B7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18" name="文字預留位置 17">
            <a:extLst>
              <a:ext uri="{FF2B5EF4-FFF2-40B4-BE49-F238E27FC236}">
                <a16:creationId xmlns:a16="http://schemas.microsoft.com/office/drawing/2014/main" id="{2CCC6E1D-9B5C-4276-A7D2-B86F661B7D4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19" name="文字預留位置 18">
            <a:extLst>
              <a:ext uri="{FF2B5EF4-FFF2-40B4-BE49-F238E27FC236}">
                <a16:creationId xmlns:a16="http://schemas.microsoft.com/office/drawing/2014/main" id="{645EDCB7-4237-4A5E-9B93-7DD3CD3C4FF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 rtlCol="0"/>
          <a:lstStyle/>
          <a:p>
            <a:pPr rtl="0"/>
            <a:r>
              <a:rPr lang="en-US" altLang="zh-TW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C449364A-2889-46F4-AB8E-EB64958B16D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008325" y="3973125"/>
            <a:ext cx="553175" cy="201776"/>
          </a:xfrm>
        </p:spPr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20YY</a:t>
            </a:r>
          </a:p>
        </p:txBody>
      </p:sp>
      <p:cxnSp>
        <p:nvCxnSpPr>
          <p:cNvPr id="75" name="直線箭號接點 74" title="時間表事件行">
            <a:extLst>
              <a:ext uri="{FF2B5EF4-FFF2-40B4-BE49-F238E27FC236}">
                <a16:creationId xmlns:a16="http://schemas.microsoft.com/office/drawing/2014/main" id="{40DC3788-4E8E-4F3D-BD1E-8EFA13B0705B}"/>
              </a:ext>
            </a:extLst>
          </p:cNvPr>
          <p:cNvCxnSpPr>
            <a:cxnSpLocks/>
          </p:cNvCxnSpPr>
          <p:nvPr/>
        </p:nvCxnSpPr>
        <p:spPr>
          <a:xfrm rot="10800000" flipH="1">
            <a:off x="6284891" y="4171551"/>
            <a:ext cx="1" cy="776987"/>
          </a:xfrm>
          <a:prstGeom prst="straightConnector1">
            <a:avLst/>
          </a:prstGeom>
          <a:ln w="34925" cap="rnd"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預留位置 30">
            <a:extLst>
              <a:ext uri="{FF2B5EF4-FFF2-40B4-BE49-F238E27FC236}">
                <a16:creationId xmlns:a16="http://schemas.microsoft.com/office/drawing/2014/main" id="{86B6D762-C9DD-4996-B05F-20E8C744D387}"/>
              </a:ext>
            </a:extLst>
          </p:cNvPr>
          <p:cNvSpPr txBox="1">
            <a:spLocks/>
          </p:cNvSpPr>
          <p:nvPr/>
        </p:nvSpPr>
        <p:spPr>
          <a:xfrm>
            <a:off x="5387954" y="4994301"/>
            <a:ext cx="1793875" cy="561975"/>
          </a:xfrm>
          <a:prstGeom prst="rect">
            <a:avLst/>
          </a:prstGeom>
          <a:noFill/>
          <a:ln>
            <a:noFill/>
          </a:ln>
        </p:spPr>
        <p:txBody>
          <a:bodyPr vert="horz" lIns="0" tIns="36000" rIns="0" bIns="0" rtlCol="0" anchor="t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MVP</a:t>
            </a:r>
          </a:p>
        </p:txBody>
      </p:sp>
      <p:sp>
        <p:nvSpPr>
          <p:cNvPr id="63" name="文字預留位置 31">
            <a:extLst>
              <a:ext uri="{FF2B5EF4-FFF2-40B4-BE49-F238E27FC236}">
                <a16:creationId xmlns:a16="http://schemas.microsoft.com/office/drawing/2014/main" id="{096832AE-2EF2-4535-996B-35001117AE74}"/>
              </a:ext>
            </a:extLst>
          </p:cNvPr>
          <p:cNvSpPr txBox="1">
            <a:spLocks/>
          </p:cNvSpPr>
          <p:nvPr/>
        </p:nvSpPr>
        <p:spPr>
          <a:xfrm>
            <a:off x="5422694" y="5333355"/>
            <a:ext cx="1724394" cy="18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20YY</a:t>
            </a:r>
          </a:p>
        </p:txBody>
      </p:sp>
      <p:sp>
        <p:nvSpPr>
          <p:cNvPr id="20" name="文字預留位置 19">
            <a:extLst>
              <a:ext uri="{FF2B5EF4-FFF2-40B4-BE49-F238E27FC236}">
                <a16:creationId xmlns:a16="http://schemas.microsoft.com/office/drawing/2014/main" id="{7936DD04-54B5-45E1-B77E-535E48E1D46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21" name="文字預留位置 20">
            <a:extLst>
              <a:ext uri="{FF2B5EF4-FFF2-40B4-BE49-F238E27FC236}">
                <a16:creationId xmlns:a16="http://schemas.microsoft.com/office/drawing/2014/main" id="{3E1BC326-1FAE-422A-BA37-4C92724EF47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22" name="文字預留位置 21">
            <a:extLst>
              <a:ext uri="{FF2B5EF4-FFF2-40B4-BE49-F238E27FC236}">
                <a16:creationId xmlns:a16="http://schemas.microsoft.com/office/drawing/2014/main" id="{24CF4B32-44BD-46E1-B99A-1ADBAC380AC1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23" name="文字預留位置 22">
            <a:extLst>
              <a:ext uri="{FF2B5EF4-FFF2-40B4-BE49-F238E27FC236}">
                <a16:creationId xmlns:a16="http://schemas.microsoft.com/office/drawing/2014/main" id="{5DD0D4ED-8247-483E-A339-415BFA0545C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24" name="文字預留位置 23">
            <a:extLst>
              <a:ext uri="{FF2B5EF4-FFF2-40B4-BE49-F238E27FC236}">
                <a16:creationId xmlns:a16="http://schemas.microsoft.com/office/drawing/2014/main" id="{F8DA1472-0F22-45EC-9606-34DC3AF9CA7F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25" name="文字預留位置 24">
            <a:extLst>
              <a:ext uri="{FF2B5EF4-FFF2-40B4-BE49-F238E27FC236}">
                <a16:creationId xmlns:a16="http://schemas.microsoft.com/office/drawing/2014/main" id="{BED3DA06-A855-49CE-8356-4A9D947FC82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cxnSp>
        <p:nvCxnSpPr>
          <p:cNvPr id="76" name="直線箭號接點 75" title="時間表事件行">
            <a:extLst>
              <a:ext uri="{FF2B5EF4-FFF2-40B4-BE49-F238E27FC236}">
                <a16:creationId xmlns:a16="http://schemas.microsoft.com/office/drawing/2014/main" id="{EB858692-F88E-43A4-8B27-E23B8AC17249}"/>
              </a:ext>
            </a:extLst>
          </p:cNvPr>
          <p:cNvCxnSpPr>
            <a:cxnSpLocks/>
          </p:cNvCxnSpPr>
          <p:nvPr/>
        </p:nvCxnSpPr>
        <p:spPr>
          <a:xfrm rot="10800000" flipH="1">
            <a:off x="9116629" y="4171551"/>
            <a:ext cx="1" cy="776987"/>
          </a:xfrm>
          <a:prstGeom prst="straightConnector1">
            <a:avLst/>
          </a:prstGeom>
          <a:ln w="34925" cap="rnd"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預留位置 30">
            <a:extLst>
              <a:ext uri="{FF2B5EF4-FFF2-40B4-BE49-F238E27FC236}">
                <a16:creationId xmlns:a16="http://schemas.microsoft.com/office/drawing/2014/main" id="{926B0AAB-FFB2-4EF7-823F-9CC4BE3F9038}"/>
              </a:ext>
            </a:extLst>
          </p:cNvPr>
          <p:cNvSpPr txBox="1">
            <a:spLocks/>
          </p:cNvSpPr>
          <p:nvPr/>
        </p:nvSpPr>
        <p:spPr>
          <a:xfrm>
            <a:off x="8219692" y="4994301"/>
            <a:ext cx="1793875" cy="561975"/>
          </a:xfrm>
          <a:prstGeom prst="rect">
            <a:avLst/>
          </a:prstGeom>
          <a:noFill/>
          <a:ln>
            <a:noFill/>
          </a:ln>
        </p:spPr>
        <p:txBody>
          <a:bodyPr vert="horz" lIns="0" tIns="36000" rIns="0" bIns="0" rtlCol="0" anchor="t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啟動</a:t>
            </a:r>
          </a:p>
        </p:txBody>
      </p:sp>
      <p:sp>
        <p:nvSpPr>
          <p:cNvPr id="67" name="文字預留位置 31">
            <a:extLst>
              <a:ext uri="{FF2B5EF4-FFF2-40B4-BE49-F238E27FC236}">
                <a16:creationId xmlns:a16="http://schemas.microsoft.com/office/drawing/2014/main" id="{8CD2E1AD-1EB5-4624-9837-0D937266EA13}"/>
              </a:ext>
            </a:extLst>
          </p:cNvPr>
          <p:cNvSpPr txBox="1">
            <a:spLocks/>
          </p:cNvSpPr>
          <p:nvPr/>
        </p:nvSpPr>
        <p:spPr>
          <a:xfrm>
            <a:off x="8254432" y="5333355"/>
            <a:ext cx="1724394" cy="18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月，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20YY</a:t>
            </a: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文字預留位置 26">
            <a:extLst>
              <a:ext uri="{FF2B5EF4-FFF2-40B4-BE49-F238E27FC236}">
                <a16:creationId xmlns:a16="http://schemas.microsoft.com/office/drawing/2014/main" id="{E20F207A-33A7-43C3-873C-25499611EA6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28" name="文字預留位置 27">
            <a:extLst>
              <a:ext uri="{FF2B5EF4-FFF2-40B4-BE49-F238E27FC236}">
                <a16:creationId xmlns:a16="http://schemas.microsoft.com/office/drawing/2014/main" id="{B7E6CCF4-3AC5-455D-B1E1-9CDCE79FA2D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26" name="文字預留位置 25">
            <a:extLst>
              <a:ext uri="{FF2B5EF4-FFF2-40B4-BE49-F238E27FC236}">
                <a16:creationId xmlns:a16="http://schemas.microsoft.com/office/drawing/2014/main" id="{357282C0-B362-4514-BC66-EC9066996AD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sp>
        <p:nvSpPr>
          <p:cNvPr id="29" name="文字預留位置 28">
            <a:extLst>
              <a:ext uri="{FF2B5EF4-FFF2-40B4-BE49-F238E27FC236}">
                <a16:creationId xmlns:a16="http://schemas.microsoft.com/office/drawing/2014/main" id="{AF84C149-B9E1-4CEB-AC25-65E5E0C9EC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cxnSp>
        <p:nvCxnSpPr>
          <p:cNvPr id="73" name="直線箭號接點 72" title="時間表事件行">
            <a:extLst>
              <a:ext uri="{FF2B5EF4-FFF2-40B4-BE49-F238E27FC236}">
                <a16:creationId xmlns:a16="http://schemas.microsoft.com/office/drawing/2014/main" id="{4A412F69-2D59-4EA2-9BA0-74B513D9F63B}"/>
              </a:ext>
            </a:extLst>
          </p:cNvPr>
          <p:cNvCxnSpPr>
            <a:cxnSpLocks/>
          </p:cNvCxnSpPr>
          <p:nvPr/>
        </p:nvCxnSpPr>
        <p:spPr>
          <a:xfrm flipH="1">
            <a:off x="11005041" y="2752725"/>
            <a:ext cx="1" cy="776987"/>
          </a:xfrm>
          <a:prstGeom prst="straightConnector1">
            <a:avLst/>
          </a:prstGeom>
          <a:ln w="34925" cap="rnd">
            <a:round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預留位置 30">
            <a:extLst>
              <a:ext uri="{FF2B5EF4-FFF2-40B4-BE49-F238E27FC236}">
                <a16:creationId xmlns:a16="http://schemas.microsoft.com/office/drawing/2014/main" id="{3BF16A02-C583-41A6-B28D-1DA71C3D603B}"/>
              </a:ext>
            </a:extLst>
          </p:cNvPr>
          <p:cNvSpPr txBox="1">
            <a:spLocks/>
          </p:cNvSpPr>
          <p:nvPr/>
        </p:nvSpPr>
        <p:spPr>
          <a:xfrm>
            <a:off x="9927693" y="2190750"/>
            <a:ext cx="1793875" cy="561975"/>
          </a:xfrm>
          <a:prstGeom prst="rect">
            <a:avLst/>
          </a:prstGeom>
          <a:noFill/>
          <a:ln>
            <a:noFill/>
          </a:ln>
        </p:spPr>
        <p:txBody>
          <a:bodyPr vert="horz" lIns="0" tIns="36000" rIns="0" bIns="0" rtlCol="0" anchor="t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設計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V2</a:t>
            </a:r>
          </a:p>
        </p:txBody>
      </p:sp>
      <p:sp>
        <p:nvSpPr>
          <p:cNvPr id="65" name="文字預留位置 31">
            <a:extLst>
              <a:ext uri="{FF2B5EF4-FFF2-40B4-BE49-F238E27FC236}">
                <a16:creationId xmlns:a16="http://schemas.microsoft.com/office/drawing/2014/main" id="{F168CAA8-0A9E-4AEE-82FE-9F30480DEA54}"/>
              </a:ext>
            </a:extLst>
          </p:cNvPr>
          <p:cNvSpPr txBox="1">
            <a:spLocks/>
          </p:cNvSpPr>
          <p:nvPr/>
        </p:nvSpPr>
        <p:spPr>
          <a:xfrm>
            <a:off x="9962433" y="2529804"/>
            <a:ext cx="1724394" cy="187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20YY</a:t>
            </a:r>
          </a:p>
        </p:txBody>
      </p:sp>
      <p:sp>
        <p:nvSpPr>
          <p:cNvPr id="30" name="文字預留位置 29">
            <a:extLst>
              <a:ext uri="{FF2B5EF4-FFF2-40B4-BE49-F238E27FC236}">
                <a16:creationId xmlns:a16="http://schemas.microsoft.com/office/drawing/2014/main" id="{1182FFC2-5425-4688-B728-F2248AC174B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 </a:t>
            </a: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月</a:t>
            </a:r>
          </a:p>
        </p:txBody>
      </p:sp>
      <p:grpSp>
        <p:nvGrpSpPr>
          <p:cNvPr id="33" name="群組 32" title="時間表月份行">
            <a:extLst>
              <a:ext uri="{FF2B5EF4-FFF2-40B4-BE49-F238E27FC236}">
                <a16:creationId xmlns:a16="http://schemas.microsoft.com/office/drawing/2014/main" id="{AFD09076-D1F6-4F08-8939-1F1577E5A1AC}"/>
              </a:ext>
            </a:extLst>
          </p:cNvPr>
          <p:cNvGrpSpPr/>
          <p:nvPr/>
        </p:nvGrpSpPr>
        <p:grpSpPr>
          <a:xfrm>
            <a:off x="620712" y="3799174"/>
            <a:ext cx="10856346" cy="173951"/>
            <a:chOff x="620712" y="3799174"/>
            <a:chExt cx="10856346" cy="173951"/>
          </a:xfrm>
        </p:grpSpPr>
        <p:cxnSp>
          <p:nvCxnSpPr>
            <p:cNvPr id="34" name="直線接點​​ 33">
              <a:extLst>
                <a:ext uri="{FF2B5EF4-FFF2-40B4-BE49-F238E27FC236}">
                  <a16:creationId xmlns:a16="http://schemas.microsoft.com/office/drawing/2014/main" id="{1851F931-A22B-44AA-B078-8F13276740C5}"/>
                </a:ext>
              </a:extLst>
            </p:cNvPr>
            <p:cNvCxnSpPr>
              <a:stCxn id="6" idx="2"/>
              <a:endCxn id="5" idx="0"/>
            </p:cNvCxnSpPr>
            <p:nvPr/>
          </p:nvCxnSpPr>
          <p:spPr>
            <a:xfrm>
              <a:off x="620712" y="3799174"/>
              <a:ext cx="1" cy="17395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653A16F3-2319-4900-94E3-2D1EE11FE250}"/>
                </a:ext>
              </a:extLst>
            </p:cNvPr>
            <p:cNvCxnSpPr/>
            <p:nvPr/>
          </p:nvCxnSpPr>
          <p:spPr>
            <a:xfrm>
              <a:off x="1092727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44FC807E-B2A8-4953-AA5C-6D49F5FE3128}"/>
                </a:ext>
              </a:extLst>
            </p:cNvPr>
            <p:cNvCxnSpPr/>
            <p:nvPr/>
          </p:nvCxnSpPr>
          <p:spPr>
            <a:xfrm>
              <a:off x="1564742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62129982-9661-4201-A7A9-D830435CAF7C}"/>
                </a:ext>
              </a:extLst>
            </p:cNvPr>
            <p:cNvCxnSpPr/>
            <p:nvPr/>
          </p:nvCxnSpPr>
          <p:spPr>
            <a:xfrm>
              <a:off x="2036757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8EC9CA8C-382D-4780-857E-7923D6612296}"/>
                </a:ext>
              </a:extLst>
            </p:cNvPr>
            <p:cNvCxnSpPr/>
            <p:nvPr/>
          </p:nvCxnSpPr>
          <p:spPr>
            <a:xfrm>
              <a:off x="2508772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55124F5F-0D19-4683-ABFD-3276BD8C0D2A}"/>
                </a:ext>
              </a:extLst>
            </p:cNvPr>
            <p:cNvCxnSpPr/>
            <p:nvPr/>
          </p:nvCxnSpPr>
          <p:spPr>
            <a:xfrm>
              <a:off x="2980787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33740EF7-5BAA-4406-9463-F2DBFE3F1764}"/>
                </a:ext>
              </a:extLst>
            </p:cNvPr>
            <p:cNvCxnSpPr/>
            <p:nvPr/>
          </p:nvCxnSpPr>
          <p:spPr>
            <a:xfrm>
              <a:off x="3452802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接點 40">
              <a:extLst>
                <a:ext uri="{FF2B5EF4-FFF2-40B4-BE49-F238E27FC236}">
                  <a16:creationId xmlns:a16="http://schemas.microsoft.com/office/drawing/2014/main" id="{4E722C75-9D4B-4ACF-8624-346EBA52AB0C}"/>
                </a:ext>
              </a:extLst>
            </p:cNvPr>
            <p:cNvCxnSpPr/>
            <p:nvPr/>
          </p:nvCxnSpPr>
          <p:spPr>
            <a:xfrm>
              <a:off x="3924817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​​ 41">
              <a:extLst>
                <a:ext uri="{FF2B5EF4-FFF2-40B4-BE49-F238E27FC236}">
                  <a16:creationId xmlns:a16="http://schemas.microsoft.com/office/drawing/2014/main" id="{2D341D20-3335-4187-B094-E72F119FBFA6}"/>
                </a:ext>
              </a:extLst>
            </p:cNvPr>
            <p:cNvCxnSpPr/>
            <p:nvPr/>
          </p:nvCxnSpPr>
          <p:spPr>
            <a:xfrm>
              <a:off x="4396832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3BA093FB-4616-49E8-A8CB-7A95CC81F7BF}"/>
                </a:ext>
              </a:extLst>
            </p:cNvPr>
            <p:cNvCxnSpPr/>
            <p:nvPr/>
          </p:nvCxnSpPr>
          <p:spPr>
            <a:xfrm>
              <a:off x="4868847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2237583E-E0FF-431F-AEFC-A3E007B41FEF}"/>
                </a:ext>
              </a:extLst>
            </p:cNvPr>
            <p:cNvCxnSpPr/>
            <p:nvPr/>
          </p:nvCxnSpPr>
          <p:spPr>
            <a:xfrm>
              <a:off x="5340862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接點 44">
              <a:extLst>
                <a:ext uri="{FF2B5EF4-FFF2-40B4-BE49-F238E27FC236}">
                  <a16:creationId xmlns:a16="http://schemas.microsoft.com/office/drawing/2014/main" id="{C8CC9F1D-9948-435E-B101-CE530C3C415D}"/>
                </a:ext>
              </a:extLst>
            </p:cNvPr>
            <p:cNvCxnSpPr/>
            <p:nvPr/>
          </p:nvCxnSpPr>
          <p:spPr>
            <a:xfrm>
              <a:off x="5812877" y="3799174"/>
              <a:ext cx="1" cy="154901"/>
            </a:xfrm>
            <a:prstGeom prst="line">
              <a:avLst/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FDED2865-67EC-4583-B0BC-2A7549CA14FE}"/>
                </a:ext>
              </a:extLst>
            </p:cNvPr>
            <p:cNvCxnSpPr/>
            <p:nvPr/>
          </p:nvCxnSpPr>
          <p:spPr>
            <a:xfrm>
              <a:off x="6284892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78E72E4E-F5B7-469D-9C2A-54960B3814DA}"/>
                </a:ext>
              </a:extLst>
            </p:cNvPr>
            <p:cNvCxnSpPr/>
            <p:nvPr/>
          </p:nvCxnSpPr>
          <p:spPr>
            <a:xfrm>
              <a:off x="6756907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F2A5CFE2-8B3A-4FE1-B4D5-A3C1CDD0D60B}"/>
                </a:ext>
              </a:extLst>
            </p:cNvPr>
            <p:cNvCxnSpPr/>
            <p:nvPr/>
          </p:nvCxnSpPr>
          <p:spPr>
            <a:xfrm>
              <a:off x="7228922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D8945B65-A1FD-4893-8E5B-694EBE6ABE48}"/>
                </a:ext>
              </a:extLst>
            </p:cNvPr>
            <p:cNvCxnSpPr/>
            <p:nvPr/>
          </p:nvCxnSpPr>
          <p:spPr>
            <a:xfrm>
              <a:off x="7700937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​​ 49">
              <a:extLst>
                <a:ext uri="{FF2B5EF4-FFF2-40B4-BE49-F238E27FC236}">
                  <a16:creationId xmlns:a16="http://schemas.microsoft.com/office/drawing/2014/main" id="{69559BBA-B1D3-41F3-BCBE-CB4BB933EEA0}"/>
                </a:ext>
              </a:extLst>
            </p:cNvPr>
            <p:cNvCxnSpPr/>
            <p:nvPr/>
          </p:nvCxnSpPr>
          <p:spPr>
            <a:xfrm>
              <a:off x="8172952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​​ 50">
              <a:extLst>
                <a:ext uri="{FF2B5EF4-FFF2-40B4-BE49-F238E27FC236}">
                  <a16:creationId xmlns:a16="http://schemas.microsoft.com/office/drawing/2014/main" id="{03F8D889-DFE8-4946-8A9F-E89EBA86CE55}"/>
                </a:ext>
              </a:extLst>
            </p:cNvPr>
            <p:cNvCxnSpPr/>
            <p:nvPr/>
          </p:nvCxnSpPr>
          <p:spPr>
            <a:xfrm>
              <a:off x="8644967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899FC3E1-760C-485D-A894-659E36DBFBA0}"/>
                </a:ext>
              </a:extLst>
            </p:cNvPr>
            <p:cNvCxnSpPr/>
            <p:nvPr/>
          </p:nvCxnSpPr>
          <p:spPr>
            <a:xfrm>
              <a:off x="9116982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FC2AD8BF-2DAB-46F3-9334-006C0E601416}"/>
                </a:ext>
              </a:extLst>
            </p:cNvPr>
            <p:cNvCxnSpPr/>
            <p:nvPr/>
          </p:nvCxnSpPr>
          <p:spPr>
            <a:xfrm>
              <a:off x="9588997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接點 53">
              <a:extLst>
                <a:ext uri="{FF2B5EF4-FFF2-40B4-BE49-F238E27FC236}">
                  <a16:creationId xmlns:a16="http://schemas.microsoft.com/office/drawing/2014/main" id="{F3ECD0E7-AEC7-4FC2-AD8C-FD1309F9C4A9}"/>
                </a:ext>
              </a:extLst>
            </p:cNvPr>
            <p:cNvCxnSpPr/>
            <p:nvPr/>
          </p:nvCxnSpPr>
          <p:spPr>
            <a:xfrm>
              <a:off x="10061012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D7C5386D-5D43-4282-AB46-61FD65332554}"/>
                </a:ext>
              </a:extLst>
            </p:cNvPr>
            <p:cNvCxnSpPr/>
            <p:nvPr/>
          </p:nvCxnSpPr>
          <p:spPr>
            <a:xfrm>
              <a:off x="10533027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70974A3F-6B41-4413-8B89-13F538C736F8}"/>
                </a:ext>
              </a:extLst>
            </p:cNvPr>
            <p:cNvCxnSpPr/>
            <p:nvPr/>
          </p:nvCxnSpPr>
          <p:spPr>
            <a:xfrm>
              <a:off x="11005042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​​ 56">
              <a:extLst>
                <a:ext uri="{FF2B5EF4-FFF2-40B4-BE49-F238E27FC236}">
                  <a16:creationId xmlns:a16="http://schemas.microsoft.com/office/drawing/2014/main" id="{8ABC7720-8A37-473F-B4FC-E67552008163}"/>
                </a:ext>
              </a:extLst>
            </p:cNvPr>
            <p:cNvCxnSpPr/>
            <p:nvPr/>
          </p:nvCxnSpPr>
          <p:spPr>
            <a:xfrm>
              <a:off x="11477057" y="3799174"/>
              <a:ext cx="1" cy="154901"/>
            </a:xfrm>
            <a:prstGeom prst="line">
              <a:avLst/>
            </a:prstGeom>
            <a:ln w="3175"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649B9F8F-4732-4438-9D9E-2501EE5F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B73C415-D670-4716-A5EC-CC4D52CA2BAC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13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C235D71E-0CB7-4168-A42C-0E7C5063BB3A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3708042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71FA10-2775-487B-B727-772179D8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財務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5CEDA25-1E94-4CF9-B6CD-A1094EDD7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88415"/>
              </p:ext>
            </p:extLst>
          </p:nvPr>
        </p:nvGraphicFramePr>
        <p:xfrm>
          <a:off x="431800" y="1124680"/>
          <a:ext cx="11340000" cy="466619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2839914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  <a:gridCol w="2839914">
                  <a:extLst>
                    <a:ext uri="{9D8B030D-6E8A-4147-A177-3AD203B41FA5}">
                      <a16:colId xmlns:a16="http://schemas.microsoft.com/office/drawing/2014/main" val="1010693434"/>
                    </a:ext>
                  </a:extLst>
                </a:gridCol>
                <a:gridCol w="2839914">
                  <a:extLst>
                    <a:ext uri="{9D8B030D-6E8A-4147-A177-3AD203B41FA5}">
                      <a16:colId xmlns:a16="http://schemas.microsoft.com/office/drawing/2014/main" val="3778082769"/>
                    </a:ext>
                  </a:extLst>
                </a:gridCol>
                <a:gridCol w="552258">
                  <a:extLst>
                    <a:ext uri="{9D8B030D-6E8A-4147-A177-3AD203B41FA5}">
                      <a16:colId xmlns:a16="http://schemas.microsoft.com/office/drawing/2014/main" val="1944590475"/>
                    </a:ext>
                  </a:extLst>
                </a:gridCol>
              </a:tblGrid>
              <a:tr h="293897">
                <a:tc>
                  <a:txBody>
                    <a:bodyPr/>
                    <a:lstStyle/>
                    <a:p>
                      <a:pPr algn="l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zh-TW" altLang="en-US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 </a:t>
                      </a:r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 </a:t>
                      </a:r>
                      <a:r>
                        <a:rPr lang="zh-TW" altLang="en-US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zh-TW" altLang="en-US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 </a:t>
                      </a:r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 </a:t>
                      </a:r>
                      <a:r>
                        <a:rPr lang="zh-TW" altLang="en-US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zh-TW" altLang="en-US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第 </a:t>
                      </a:r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 </a:t>
                      </a:r>
                      <a:r>
                        <a:rPr lang="zh-TW" altLang="en-US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年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推銷員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160,000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使用者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1,600,000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銷售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4,000,000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16,000,000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每一銷售平均價格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75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80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90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728417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收入 </a:t>
                      </a:r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@ 15%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5,625,000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48,000,000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216,000,000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078208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營業成本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520710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毛利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5,625,000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48,000,000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216,000,000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742177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費用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649893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業務與行銷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5,062,500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38,400,000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151,200,000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70%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79637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客戶服務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1,687,500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9,600,000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21,600,000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10%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003364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產品開發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562,500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2,400,000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10,800,000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5%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5552400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研究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281,250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2,400,000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4,320,000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2%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38634"/>
                  </a:ext>
                </a:extLst>
              </a:tr>
              <a:tr h="305012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總費用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7,593,750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52,800,000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4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187,920,000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zh-TW" altLang="en-US" sz="1400" b="0" i="0" u="none" strike="noStrike" noProof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0785602"/>
                  </a:ext>
                </a:extLst>
              </a:tr>
              <a:tr h="382065">
                <a:tc>
                  <a:txBody>
                    <a:bodyPr/>
                    <a:lstStyle/>
                    <a:p>
                      <a:pPr algn="l" rtl="0" fontAlgn="b"/>
                      <a:r>
                        <a:rPr lang="zh-TW" altLang="en-US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息前稅前利潤</a:t>
                      </a:r>
                    </a:p>
                  </a:txBody>
                  <a:tcPr anchor="b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20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-1,968,750</a:t>
                      </a:r>
                    </a:p>
                  </a:txBody>
                  <a:tcPr anchor="b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20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-4,800,000</a:t>
                      </a:r>
                    </a:p>
                  </a:txBody>
                  <a:tcPr anchor="b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2000" b="1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28,080,000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sz="1400" b="0" i="0" u="none" strike="noStrike" noProof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13%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959351"/>
                  </a:ext>
                </a:extLst>
              </a:tr>
            </a:tbl>
          </a:graphicData>
        </a:graphic>
      </p:graphicFrame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2CA3C8A8-A96E-4C3C-B900-3F4964389B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14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0E4C048-963D-4C51-AC40-C62227E8A4DB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1022097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標題 23">
            <a:extLst>
              <a:ext uri="{FF2B5EF4-FFF2-40B4-BE49-F238E27FC236}">
                <a16:creationId xmlns:a16="http://schemas.microsoft.com/office/drawing/2014/main" id="{53133509-20D5-4185-9C05-B1A80E60C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團隊</a:t>
            </a:r>
          </a:p>
        </p:txBody>
      </p:sp>
      <p:pic>
        <p:nvPicPr>
          <p:cNvPr id="51" name="圖片預留位置 50" descr="預留位置圖片">
            <a:extLst>
              <a:ext uri="{FF2B5EF4-FFF2-40B4-BE49-F238E27FC236}">
                <a16:creationId xmlns:a16="http://schemas.microsoft.com/office/drawing/2014/main" id="{341CEE26-1963-4695-9881-9604CFB71434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8" name="文字預留位置 7">
            <a:extLst>
              <a:ext uri="{FF2B5EF4-FFF2-40B4-BE49-F238E27FC236}">
                <a16:creationId xmlns:a16="http://schemas.microsoft.com/office/drawing/2014/main" id="{49FC8EAF-12D9-4977-A7FE-6F695F147E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費邦良</a:t>
            </a:r>
          </a:p>
        </p:txBody>
      </p:sp>
      <p:sp>
        <p:nvSpPr>
          <p:cNvPr id="30" name="文字預留位置 29">
            <a:extLst>
              <a:ext uri="{FF2B5EF4-FFF2-40B4-BE49-F238E27FC236}">
                <a16:creationId xmlns:a16="http://schemas.microsoft.com/office/drawing/2014/main" id="{12D96159-C0B2-4669-9AF2-DD3F2FBD87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800" y="4347069"/>
            <a:ext cx="1800000" cy="900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營運長</a:t>
            </a:r>
          </a:p>
        </p:txBody>
      </p:sp>
      <p:pic>
        <p:nvPicPr>
          <p:cNvPr id="53" name="圖片版面配置區 52" descr="站著並在手機上打字的女士">
            <a:extLst>
              <a:ext uri="{FF2B5EF4-FFF2-40B4-BE49-F238E27FC236}">
                <a16:creationId xmlns:a16="http://schemas.microsoft.com/office/drawing/2014/main" id="{1E9B4CEF-BF9B-4601-8DF1-55C239F0821E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F088C844-F0EB-4BFF-8CA0-174E0694F2A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0112" y="3926335"/>
            <a:ext cx="1800000" cy="504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廖雪語</a:t>
            </a:r>
          </a:p>
        </p:txBody>
      </p:sp>
      <p:sp>
        <p:nvSpPr>
          <p:cNvPr id="25" name="文字版面配置區 24">
            <a:extLst>
              <a:ext uri="{FF2B5EF4-FFF2-40B4-BE49-F238E27FC236}">
                <a16:creationId xmlns:a16="http://schemas.microsoft.com/office/drawing/2014/main" id="{0E750D4C-962C-46B5-9F4D-AC491B64B3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40113" y="4347069"/>
            <a:ext cx="1800000" cy="900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董事長</a:t>
            </a:r>
          </a:p>
        </p:txBody>
      </p:sp>
      <p:pic>
        <p:nvPicPr>
          <p:cNvPr id="55" name="圖片版面配置區 54" descr="正在擺姿勢拍照的女士">
            <a:extLst>
              <a:ext uri="{FF2B5EF4-FFF2-40B4-BE49-F238E27FC236}">
                <a16:creationId xmlns:a16="http://schemas.microsoft.com/office/drawing/2014/main" id="{14FB4CC4-83B3-4ADC-B42C-B63F4C89C3D2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33714" y="2160704"/>
            <a:ext cx="1229425" cy="1229425"/>
          </a:xfrm>
        </p:spPr>
      </p:pic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12C65BA6-0A07-418E-8089-116A6F7B50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48424" y="3926335"/>
            <a:ext cx="1800000" cy="504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郭瑜文</a:t>
            </a:r>
          </a:p>
        </p:txBody>
      </p:sp>
      <p:sp>
        <p:nvSpPr>
          <p:cNvPr id="26" name="文字預留位置 25">
            <a:extLst>
              <a:ext uri="{FF2B5EF4-FFF2-40B4-BE49-F238E27FC236}">
                <a16:creationId xmlns:a16="http://schemas.microsoft.com/office/drawing/2014/main" id="{D3ACBC25-CDFD-40A5-9FF1-6FCE6F18D1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48426" y="4347069"/>
            <a:ext cx="1800000" cy="900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財務長</a:t>
            </a:r>
          </a:p>
        </p:txBody>
      </p:sp>
      <p:pic>
        <p:nvPicPr>
          <p:cNvPr id="57" name="圖片版面配置區 56" descr="看著別人膝上型電腦螢幕的男士">
            <a:extLst>
              <a:ext uri="{FF2B5EF4-FFF2-40B4-BE49-F238E27FC236}">
                <a16:creationId xmlns:a16="http://schemas.microsoft.com/office/drawing/2014/main" id="{8146EA2C-9EA2-4418-9C07-E2D4CA16514C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2075" y="2160588"/>
            <a:ext cx="1228725" cy="1230312"/>
          </a:xfrm>
        </p:spPr>
      </p:pic>
      <p:sp>
        <p:nvSpPr>
          <p:cNvPr id="11" name="文字預留位置 10">
            <a:extLst>
              <a:ext uri="{FF2B5EF4-FFF2-40B4-BE49-F238E27FC236}">
                <a16:creationId xmlns:a16="http://schemas.microsoft.com/office/drawing/2014/main" id="{EE692331-F90F-4526-B350-A68E31A240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56736" y="3926335"/>
            <a:ext cx="1800000" cy="504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包冠廷</a:t>
            </a:r>
          </a:p>
        </p:txBody>
      </p:sp>
      <p:sp>
        <p:nvSpPr>
          <p:cNvPr id="27" name="文字版面配置區 26">
            <a:extLst>
              <a:ext uri="{FF2B5EF4-FFF2-40B4-BE49-F238E27FC236}">
                <a16:creationId xmlns:a16="http://schemas.microsoft.com/office/drawing/2014/main" id="{10F237AA-E0DD-411E-9819-EFF84C2211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6739" y="4347069"/>
            <a:ext cx="1800000" cy="900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處長</a:t>
            </a:r>
          </a:p>
        </p:txBody>
      </p:sp>
      <p:pic>
        <p:nvPicPr>
          <p:cNvPr id="59" name="圖片版面配置區 58" descr="用手機講話的女士">
            <a:extLst>
              <a:ext uri="{FF2B5EF4-FFF2-40B4-BE49-F238E27FC236}">
                <a16:creationId xmlns:a16="http://schemas.microsoft.com/office/drawing/2014/main" id="{3BDC369E-7FA3-4096-99C0-52610652A8B9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9" name="文字預留位置 28">
            <a:extLst>
              <a:ext uri="{FF2B5EF4-FFF2-40B4-BE49-F238E27FC236}">
                <a16:creationId xmlns:a16="http://schemas.microsoft.com/office/drawing/2014/main" id="{DF29E69C-F48A-41B5-B9E4-958A5AD30AE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65048" y="3926335"/>
            <a:ext cx="1800000" cy="504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蔡晨怡</a:t>
            </a:r>
          </a:p>
        </p:txBody>
      </p:sp>
      <p:sp>
        <p:nvSpPr>
          <p:cNvPr id="28" name="文字預留位置 27">
            <a:extLst>
              <a:ext uri="{FF2B5EF4-FFF2-40B4-BE49-F238E27FC236}">
                <a16:creationId xmlns:a16="http://schemas.microsoft.com/office/drawing/2014/main" id="{11456BB4-8D7B-4A7A-ADA1-0D541BE17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65052" y="4347069"/>
            <a:ext cx="1800000" cy="900000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技術長</a:t>
            </a:r>
          </a:p>
        </p:txBody>
      </p:sp>
      <p:pic>
        <p:nvPicPr>
          <p:cNvPr id="61" name="圖片版面配置區 60" descr="回頭看的女士">
            <a:extLst>
              <a:ext uri="{FF2B5EF4-FFF2-40B4-BE49-F238E27FC236}">
                <a16:creationId xmlns:a16="http://schemas.microsoft.com/office/drawing/2014/main" id="{801D0AA4-D5F8-479D-9059-07CCA5689B97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58651" y="2160704"/>
            <a:ext cx="1229425" cy="1229425"/>
          </a:xfrm>
        </p:spPr>
      </p:pic>
      <p:sp>
        <p:nvSpPr>
          <p:cNvPr id="37" name="文字版面配置區 36">
            <a:extLst>
              <a:ext uri="{FF2B5EF4-FFF2-40B4-BE49-F238E27FC236}">
                <a16:creationId xmlns:a16="http://schemas.microsoft.com/office/drawing/2014/main" id="{CA4DC1A4-E270-4CBE-9F55-694275572E9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73363" y="3925888"/>
            <a:ext cx="1800000" cy="504825"/>
          </a:xfrm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謝如碧</a:t>
            </a:r>
          </a:p>
        </p:txBody>
      </p:sp>
      <p:sp>
        <p:nvSpPr>
          <p:cNvPr id="38" name="文字版面配置區 37">
            <a:extLst>
              <a:ext uri="{FF2B5EF4-FFF2-40B4-BE49-F238E27FC236}">
                <a16:creationId xmlns:a16="http://schemas.microsoft.com/office/drawing/2014/main" id="{8DAD14CA-6353-42A9-AA28-8504463C8F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973363" y="4347069"/>
            <a:ext cx="1800000" cy="900113"/>
          </a:xfrm>
        </p:spPr>
        <p:txBody>
          <a:bodyPr rtlCol="0"/>
          <a:lstStyle/>
          <a:p>
            <a:pPr rtl="0"/>
            <a:r>
              <a:rPr lang="zh-TW" altLang="en-US" sz="1600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創意總監</a:t>
            </a:r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7B76A69D-5C10-4FB6-A2D5-E9C0D9195E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15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6B3669F-5F8B-4D21-AB36-2C1B9CBABA13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2311792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49E91-9331-4D7D-9534-00A6BAB6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基金</a:t>
            </a:r>
          </a:p>
        </p:txBody>
      </p:sp>
      <p:pic>
        <p:nvPicPr>
          <p:cNvPr id="14" name="圖形 13" descr="網路" title="預留位置圖示">
            <a:extLst>
              <a:ext uri="{FF2B5EF4-FFF2-40B4-BE49-F238E27FC236}">
                <a16:creationId xmlns:a16="http://schemas.microsoft.com/office/drawing/2014/main" id="{18424AB1-887D-4FB3-BE95-50D84780EE6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5854" y="1497049"/>
            <a:ext cx="516155" cy="516155"/>
          </a:xfrm>
          <a:prstGeom prst="rect">
            <a:avLst/>
          </a:prstGeom>
        </p:spPr>
      </p:pic>
      <p:sp>
        <p:nvSpPr>
          <p:cNvPr id="12" name="文字版面配置區 80">
            <a:extLst>
              <a:ext uri="{FF2B5EF4-FFF2-40B4-BE49-F238E27FC236}">
                <a16:creationId xmlns:a16="http://schemas.microsoft.com/office/drawing/2014/main" id="{90281C71-0600-4FA5-BF84-8F72BE03A85D}"/>
              </a:ext>
            </a:extLst>
          </p:cNvPr>
          <p:cNvSpPr txBox="1">
            <a:spLocks/>
          </p:cNvSpPr>
          <p:nvPr/>
        </p:nvSpPr>
        <p:spPr>
          <a:xfrm>
            <a:off x="635303" y="2007829"/>
            <a:ext cx="2391394" cy="272762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0">
              <a:buNone/>
            </a:pP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基金類別</a:t>
            </a:r>
          </a:p>
        </p:txBody>
      </p:sp>
      <p:sp>
        <p:nvSpPr>
          <p:cNvPr id="11" name="文字預留位置 80">
            <a:extLst>
              <a:ext uri="{FF2B5EF4-FFF2-40B4-BE49-F238E27FC236}">
                <a16:creationId xmlns:a16="http://schemas.microsoft.com/office/drawing/2014/main" id="{3BF28A40-3F44-4C6A-81B5-2161EEF431B8}"/>
              </a:ext>
            </a:extLst>
          </p:cNvPr>
          <p:cNvSpPr txBox="1">
            <a:spLocks/>
          </p:cNvSpPr>
          <p:nvPr/>
        </p:nvSpPr>
        <p:spPr>
          <a:xfrm>
            <a:off x="553915" y="2414558"/>
            <a:ext cx="2472782" cy="716655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0">
              <a:buNone/>
            </a:pP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emit</a:t>
            </a:r>
          </a:p>
        </p:txBody>
      </p:sp>
      <p:pic>
        <p:nvPicPr>
          <p:cNvPr id="24" name="圖形 23" descr="報紙" title="預留位置圖示">
            <a:extLst>
              <a:ext uri="{FF2B5EF4-FFF2-40B4-BE49-F238E27FC236}">
                <a16:creationId xmlns:a16="http://schemas.microsoft.com/office/drawing/2014/main" id="{87FF2375-B49A-4319-B4DC-3C80BAD9BB8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8789" y="3927174"/>
            <a:ext cx="516155" cy="516155"/>
          </a:xfrm>
          <a:prstGeom prst="rect">
            <a:avLst/>
          </a:prstGeom>
        </p:spPr>
      </p:pic>
      <p:sp>
        <p:nvSpPr>
          <p:cNvPr id="22" name="文字版面配置區 80">
            <a:extLst>
              <a:ext uri="{FF2B5EF4-FFF2-40B4-BE49-F238E27FC236}">
                <a16:creationId xmlns:a16="http://schemas.microsoft.com/office/drawing/2014/main" id="{84749242-C662-4254-B6A3-246DC1FF6808}"/>
              </a:ext>
            </a:extLst>
          </p:cNvPr>
          <p:cNvSpPr txBox="1">
            <a:spLocks/>
          </p:cNvSpPr>
          <p:nvPr/>
        </p:nvSpPr>
        <p:spPr>
          <a:xfrm>
            <a:off x="695631" y="4577766"/>
            <a:ext cx="2391394" cy="272762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0">
              <a:buNone/>
            </a:pP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基金類別</a:t>
            </a:r>
          </a:p>
        </p:txBody>
      </p:sp>
      <p:sp>
        <p:nvSpPr>
          <p:cNvPr id="21" name="文字預留位置 80">
            <a:extLst>
              <a:ext uri="{FF2B5EF4-FFF2-40B4-BE49-F238E27FC236}">
                <a16:creationId xmlns:a16="http://schemas.microsoft.com/office/drawing/2014/main" id="{C3483C53-05C7-41D1-985C-79B44C4DB3B7}"/>
              </a:ext>
            </a:extLst>
          </p:cNvPr>
          <p:cNvSpPr txBox="1">
            <a:spLocks/>
          </p:cNvSpPr>
          <p:nvPr/>
        </p:nvSpPr>
        <p:spPr>
          <a:xfrm>
            <a:off x="695631" y="4984495"/>
            <a:ext cx="2391394" cy="716655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0">
              <a:buNone/>
            </a:pP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29" name="圖形 28" descr="圖示預留位置">
            <a:extLst>
              <a:ext uri="{FF2B5EF4-FFF2-40B4-BE49-F238E27FC236}">
                <a16:creationId xmlns:a16="http://schemas.microsoft.com/office/drawing/2014/main" id="{E0E3C227-EFA0-47A9-BAEC-A3B06FCAFB0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81417" y="1497049"/>
            <a:ext cx="567771" cy="567771"/>
          </a:xfrm>
          <a:prstGeom prst="rect">
            <a:avLst/>
          </a:prstGeom>
        </p:spPr>
      </p:pic>
      <p:sp>
        <p:nvSpPr>
          <p:cNvPr id="27" name="文字預留位置 80">
            <a:extLst>
              <a:ext uri="{FF2B5EF4-FFF2-40B4-BE49-F238E27FC236}">
                <a16:creationId xmlns:a16="http://schemas.microsoft.com/office/drawing/2014/main" id="{E691EA48-9FD0-4A91-A269-A8156DBAA8A1}"/>
              </a:ext>
            </a:extLst>
          </p:cNvPr>
          <p:cNvSpPr txBox="1">
            <a:spLocks/>
          </p:cNvSpPr>
          <p:nvPr/>
        </p:nvSpPr>
        <p:spPr>
          <a:xfrm>
            <a:off x="8967861" y="2148077"/>
            <a:ext cx="2391393" cy="272762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基金類別</a:t>
            </a:r>
          </a:p>
        </p:txBody>
      </p:sp>
      <p:sp>
        <p:nvSpPr>
          <p:cNvPr id="26" name="文字版面配置區 80">
            <a:extLst>
              <a:ext uri="{FF2B5EF4-FFF2-40B4-BE49-F238E27FC236}">
                <a16:creationId xmlns:a16="http://schemas.microsoft.com/office/drawing/2014/main" id="{CF9BA5D5-8439-442E-A476-F8D139086D8D}"/>
              </a:ext>
            </a:extLst>
          </p:cNvPr>
          <p:cNvSpPr txBox="1">
            <a:spLocks/>
          </p:cNvSpPr>
          <p:nvPr/>
        </p:nvSpPr>
        <p:spPr>
          <a:xfrm>
            <a:off x="8987806" y="2554806"/>
            <a:ext cx="2391394" cy="904590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9" name="圖形 8" descr="靶心" title="預留位置圖示">
            <a:extLst>
              <a:ext uri="{FF2B5EF4-FFF2-40B4-BE49-F238E27FC236}">
                <a16:creationId xmlns:a16="http://schemas.microsoft.com/office/drawing/2014/main" id="{CE6069C6-95DD-4ED1-982A-DC78C0F4C814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81417" y="3927174"/>
            <a:ext cx="567771" cy="567771"/>
          </a:xfrm>
          <a:prstGeom prst="rect">
            <a:avLst/>
          </a:prstGeom>
        </p:spPr>
      </p:pic>
      <p:sp>
        <p:nvSpPr>
          <p:cNvPr id="7" name="文字預留位置 80">
            <a:extLst>
              <a:ext uri="{FF2B5EF4-FFF2-40B4-BE49-F238E27FC236}">
                <a16:creationId xmlns:a16="http://schemas.microsoft.com/office/drawing/2014/main" id="{2ABA949D-514D-46F1-9EA0-0044B954A1B5}"/>
              </a:ext>
            </a:extLst>
          </p:cNvPr>
          <p:cNvSpPr txBox="1">
            <a:spLocks/>
          </p:cNvSpPr>
          <p:nvPr/>
        </p:nvSpPr>
        <p:spPr>
          <a:xfrm>
            <a:off x="8967861" y="4578202"/>
            <a:ext cx="2391393" cy="272762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zh-TW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基金類別</a:t>
            </a:r>
          </a:p>
        </p:txBody>
      </p:sp>
      <p:sp>
        <p:nvSpPr>
          <p:cNvPr id="6" name="文字版面配置區 80">
            <a:extLst>
              <a:ext uri="{FF2B5EF4-FFF2-40B4-BE49-F238E27FC236}">
                <a16:creationId xmlns:a16="http://schemas.microsoft.com/office/drawing/2014/main" id="{A0FE60BC-B552-4E0C-A2F3-D99FDA7DA656}"/>
              </a:ext>
            </a:extLst>
          </p:cNvPr>
          <p:cNvSpPr txBox="1">
            <a:spLocks/>
          </p:cNvSpPr>
          <p:nvPr/>
        </p:nvSpPr>
        <p:spPr>
          <a:xfrm>
            <a:off x="8987806" y="4984931"/>
            <a:ext cx="2391394" cy="904590"/>
          </a:xfrm>
          <a:prstGeom prst="rect">
            <a:avLst/>
          </a:prstGeom>
        </p:spPr>
        <p:txBody>
          <a:bodyPr lIns="0" tIns="0" rIns="0" bIns="0" rtlCol="0"/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Char char="○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</a:t>
            </a:r>
            <a:endParaRPr lang="en-US" altLang="zh-TW" sz="1400" dirty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108DE63-22D3-42B8-803D-E9D8BE04D5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16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51AD7F2-CD2F-4C31-B159-0524285979D1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  <p:pic>
        <p:nvPicPr>
          <p:cNvPr id="8" name="圖片 7" descr="圖表影像">
            <a:extLst>
              <a:ext uri="{FF2B5EF4-FFF2-40B4-BE49-F238E27FC236}">
                <a16:creationId xmlns:a16="http://schemas.microsoft.com/office/drawing/2014/main" id="{B8BA0515-3F7F-4BCD-BCAD-95C03C033E2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120894" y="761769"/>
            <a:ext cx="5950211" cy="53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09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版面配置區 10" descr="摘要投影片影像，左上方">
            <a:extLst>
              <a:ext uri="{FF2B5EF4-FFF2-40B4-BE49-F238E27FC236}">
                <a16:creationId xmlns:a16="http://schemas.microsoft.com/office/drawing/2014/main" id="{AD40D937-B3C8-43EA-A0D3-6CE4BF447EC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000" y="86714"/>
            <a:ext cx="6009285" cy="3890571"/>
          </a:xfr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8433CBA-6B58-475A-BAF2-04998BA4A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摘要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542706-50AC-4B17-A704-143D94A79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摘要標語或副標題</a:t>
            </a: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BC163A50-2819-40D9-A42F-D84F47928C94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Lorem ipsum dolor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consectetuer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adipiscing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elit.Maecenas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porttitor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congue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massa.Fusce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posuere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magna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sed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pulvinar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ultricies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,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purus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lectus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malesuada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libero, sit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amet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commodo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magna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eros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quis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urna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Nunc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viverra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imperdiet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enim.Fusce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est.</a:t>
            </a:r>
            <a:b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Vivamus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a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tellus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rtl="0"/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Pellentesque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habitant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morbi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tristique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senectus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netus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malesuada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fames ac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turpis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egestas.Proin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pharetra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nonummy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pede.Mauris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et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orci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DFD249B8-A654-41FD-9724-45A3A5EE13F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pPr/>
              <a:t>17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9DC5BD7-B254-4C9A-9B5C-E26460F05FA1}"/>
              </a:ext>
            </a:extLst>
          </p:cNvPr>
          <p:cNvSpPr txBox="1"/>
          <p:nvPr/>
        </p:nvSpPr>
        <p:spPr>
          <a:xfrm>
            <a:off x="8734570" y="6278857"/>
            <a:ext cx="2510557" cy="18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/>
            <a:r>
              <a:rPr lang="zh-TW" altLang="en-US" sz="1200" dirty="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在這裡放置您的標誌或名稱</a:t>
            </a:r>
          </a:p>
        </p:txBody>
      </p:sp>
    </p:spTree>
    <p:extLst>
      <p:ext uri="{BB962C8B-B14F-4D97-AF65-F5344CB8AC3E}">
        <p14:creationId xmlns:p14="http://schemas.microsoft.com/office/powerpoint/2010/main" val="86715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版面配置區 7" descr="Environmental leaves">
            <a:extLst>
              <a:ext uri="{FF2B5EF4-FFF2-40B4-BE49-F238E27FC236}">
                <a16:creationId xmlns:a16="http://schemas.microsoft.com/office/drawing/2014/main" id="{C6EF0DE7-33B5-D141-BBF6-CAB5BBE6411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11" r="11"/>
          <a:stretch>
            <a:fillRect/>
          </a:stretch>
        </p:blipFill>
        <p:spPr/>
      </p:pic>
      <p:sp>
        <p:nvSpPr>
          <p:cNvPr id="3" name="標題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感謝您</a:t>
            </a:r>
          </a:p>
        </p:txBody>
      </p:sp>
      <p:cxnSp>
        <p:nvCxnSpPr>
          <p:cNvPr id="5" name="直線接點​​ 4" descr="分隔線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圖片預留位置 28" descr="公司標誌預留位置">
            <a:extLst>
              <a:ext uri="{FF2B5EF4-FFF2-40B4-BE49-F238E27FC236}">
                <a16:creationId xmlns:a16="http://schemas.microsoft.com/office/drawing/2014/main" id="{F7A1C9A3-D9CA-3245-A622-A160A2C4AC84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/>
          <a:stretch/>
        </p:blipFill>
        <p:spPr>
          <a:xfrm>
            <a:off x="8034732" y="2560043"/>
            <a:ext cx="1359453" cy="924565"/>
          </a:xfrm>
        </p:spPr>
      </p:pic>
      <p:sp>
        <p:nvSpPr>
          <p:cNvPr id="7" name="副標題 6">
            <a:extLst>
              <a:ext uri="{FF2B5EF4-FFF2-40B4-BE49-F238E27FC236}">
                <a16:creationId xmlns:a16="http://schemas.microsoft.com/office/drawing/2014/main" id="{ACCCCDAD-0E0B-437F-8CAA-0536470B2E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吳欣雯</a:t>
            </a:r>
          </a:p>
        </p:txBody>
      </p:sp>
      <p:pic>
        <p:nvPicPr>
          <p:cNvPr id="13" name="圖形 12" descr="使用者" title="圖示 - 簡報者姓名">
            <a:extLst>
              <a:ext uri="{FF2B5EF4-FFF2-40B4-BE49-F238E27FC236}">
                <a16:creationId xmlns:a16="http://schemas.microsoft.com/office/drawing/2014/main" id="{708AF784-88DE-4E89-A28B-BECD54FC11C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4624" y="3886690"/>
            <a:ext cx="164463" cy="164463"/>
          </a:xfrm>
          <a:prstGeom prst="rect">
            <a:avLst/>
          </a:prstGeom>
        </p:spPr>
      </p:pic>
      <p:sp>
        <p:nvSpPr>
          <p:cNvPr id="9" name="文字預留位置 8">
            <a:extLst>
              <a:ext uri="{FF2B5EF4-FFF2-40B4-BE49-F238E27FC236}">
                <a16:creationId xmlns:a16="http://schemas.microsoft.com/office/drawing/2014/main" id="{650F9D0C-7F14-4B83-A0A3-5710128C81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+1 23 987 6554</a:t>
            </a:r>
          </a:p>
        </p:txBody>
      </p:sp>
      <p:pic>
        <p:nvPicPr>
          <p:cNvPr id="15" name="圖形 14" descr="智慧型手機" title="圖示 - 簡報者電話號碼">
            <a:extLst>
              <a:ext uri="{FF2B5EF4-FFF2-40B4-BE49-F238E27FC236}">
                <a16:creationId xmlns:a16="http://schemas.microsoft.com/office/drawing/2014/main" id="{E276E47B-4C08-4FEC-AAE8-3DCCBA7EE72D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84624" y="4196776"/>
            <a:ext cx="164463" cy="164463"/>
          </a:xfrm>
          <a:prstGeom prst="rect">
            <a:avLst/>
          </a:prstGeom>
        </p:spPr>
      </p:pic>
      <p:sp>
        <p:nvSpPr>
          <p:cNvPr id="10" name="文字預留位置 9">
            <a:extLst>
              <a:ext uri="{FF2B5EF4-FFF2-40B4-BE49-F238E27FC236}">
                <a16:creationId xmlns:a16="http://schemas.microsoft.com/office/drawing/2014/main" id="{2EF9E03C-A81E-4083-9F20-EF8FFAF591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kalle@email.com</a:t>
            </a:r>
          </a:p>
        </p:txBody>
      </p:sp>
      <p:pic>
        <p:nvPicPr>
          <p:cNvPr id="14" name="圖形 13" descr="信封" title="圖示簡報者電子郵件">
            <a:extLst>
              <a:ext uri="{FF2B5EF4-FFF2-40B4-BE49-F238E27FC236}">
                <a16:creationId xmlns:a16="http://schemas.microsoft.com/office/drawing/2014/main" id="{4F2D4997-93AD-4A62-8488-4572923DB81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84624" y="4530964"/>
            <a:ext cx="164463" cy="164463"/>
          </a:xfrm>
          <a:prstGeom prst="rect">
            <a:avLst/>
          </a:prstGeom>
        </p:spPr>
      </p:pic>
      <p:sp>
        <p:nvSpPr>
          <p:cNvPr id="26" name="文字預留位置 25">
            <a:extLst>
              <a:ext uri="{FF2B5EF4-FFF2-40B4-BE49-F238E27FC236}">
                <a16:creationId xmlns:a16="http://schemas.microsoft.com/office/drawing/2014/main" id="{88557579-7DEF-FF4C-AD37-0E81A6BB3B7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  <a:hlinkClick r:id="rId11"/>
              </a:rPr>
              <a:t>www.fabrikam.com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</a:p>
        </p:txBody>
      </p:sp>
      <p:pic>
        <p:nvPicPr>
          <p:cNvPr id="30" name="圖形 29" descr="世界">
            <a:extLst>
              <a:ext uri="{FF2B5EF4-FFF2-40B4-BE49-F238E27FC236}">
                <a16:creationId xmlns:a16="http://schemas.microsoft.com/office/drawing/2014/main" id="{07973E30-0C12-8442-90B5-47D1C45545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78999" y="4843614"/>
            <a:ext cx="170088" cy="17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48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4_Pitch deck_AAS_v5" id="{A82770BA-62BC-4528-9468-1207E61BFB64}" vid="{B7E69C18-93BB-4DCC-8C49-BE1813F33B2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E88AF0-409E-4FF2-9840-09ADF1379B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1D62913-2A88-434E-AF91-1FBBC18AE64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16130B1-5CFE-4023-B1F7-769F33287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1216</Words>
  <Application>Microsoft Office PowerPoint</Application>
  <PresentationFormat>寬螢幕</PresentationFormat>
  <Paragraphs>286</Paragraphs>
  <Slides>18</Slides>
  <Notes>18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Office 佈景主題</vt:lpstr>
      <vt:lpstr>簡報 標題</vt:lpstr>
      <vt:lpstr>關於我們</vt:lpstr>
      <vt:lpstr>問題</vt:lpstr>
      <vt:lpstr>解決方案</vt:lpstr>
      <vt:lpstr>產品</vt:lpstr>
      <vt:lpstr>數位產品</vt:lpstr>
      <vt:lpstr>分隔線投影片標題</vt:lpstr>
      <vt:lpstr>商業模型</vt:lpstr>
      <vt:lpstr>市場商機</vt:lpstr>
      <vt:lpstr>競爭</vt:lpstr>
      <vt:lpstr>成長策略</vt:lpstr>
      <vt:lpstr>受歡迎程度</vt:lpstr>
      <vt:lpstr>時間表</vt:lpstr>
      <vt:lpstr>財務</vt:lpstr>
      <vt:lpstr>團隊</vt:lpstr>
      <vt:lpstr>基金</vt:lpstr>
      <vt:lpstr>摘要</vt:lpstr>
      <vt:lpstr>感謝您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2026-01-09T05:11:15Z</dcterms:created>
  <dcterms:modified xsi:type="dcterms:W3CDTF">2026-01-09T05:11:35Z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