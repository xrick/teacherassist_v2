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Lst>
  <p:sldSz cy="5143500" cx="9144000"/>
  <p:notesSz cx="6858000" cy="9144000"/>
  <p:embeddedFontLst>
    <p:embeddedFont>
      <p:font typeface="Raleway"/>
      <p:regular r:id="rId37"/>
      <p:bold r:id="rId38"/>
      <p:italic r:id="rId39"/>
      <p:boldItalic r:id="rId40"/>
    </p:embeddedFont>
    <p:embeddedFont>
      <p:font typeface="IBM Plex Sans Light"/>
      <p:regular r:id="rId41"/>
      <p:bold r:id="rId42"/>
      <p:italic r:id="rId43"/>
      <p:boldItalic r:id="rId44"/>
    </p:embeddedFont>
    <p:embeddedFont>
      <p:font typeface="Hanken Grotesk"/>
      <p:regular r:id="rId45"/>
      <p:bold r:id="rId46"/>
      <p:italic r:id="rId47"/>
      <p:boldItalic r:id="rId48"/>
    </p:embeddedFont>
    <p:embeddedFont>
      <p:font typeface="Inter"/>
      <p:regular r:id="rId49"/>
      <p:bold r:id="rId50"/>
      <p:italic r:id="rId51"/>
      <p:boldItalic r:id="rId52"/>
    </p:embeddedFont>
    <p:embeddedFont>
      <p:font typeface="Montserrat Medium"/>
      <p:regular r:id="rId53"/>
      <p:bold r:id="rId54"/>
      <p:italic r:id="rId55"/>
      <p:boldItalic r:id="rId56"/>
    </p:embeddedFont>
    <p:embeddedFont>
      <p:font typeface="Ballet"/>
      <p:regular r:id="rId57"/>
    </p:embeddedFont>
    <p:embeddedFont>
      <p:font typeface="Archivo"/>
      <p:regular r:id="rId58"/>
      <p:bold r:id="rId59"/>
      <p:italic r:id="rId60"/>
      <p:boldItalic r:id="rId61"/>
    </p:embeddedFont>
    <p:embeddedFont>
      <p:font typeface="Viaoda Libre"/>
      <p:regular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370127-488D-422B-A068-89514BE1C883}">
  <a:tblStyle styleId="{D0370127-488D-422B-A068-89514BE1C88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font" Target="fonts/Raleway-boldItalic.fntdata"/><Relationship Id="rId42" Type="http://schemas.openxmlformats.org/officeDocument/2006/relationships/font" Target="fonts/IBMPlexSansLight-bold.fntdata"/><Relationship Id="rId41" Type="http://schemas.openxmlformats.org/officeDocument/2006/relationships/font" Target="fonts/IBMPlexSansLight-regular.fntdata"/><Relationship Id="rId44" Type="http://schemas.openxmlformats.org/officeDocument/2006/relationships/font" Target="fonts/IBMPlexSansLight-boldItalic.fntdata"/><Relationship Id="rId43" Type="http://schemas.openxmlformats.org/officeDocument/2006/relationships/font" Target="fonts/IBMPlexSansLight-italic.fntdata"/><Relationship Id="rId46" Type="http://schemas.openxmlformats.org/officeDocument/2006/relationships/font" Target="fonts/HankenGrotesk-bold.fntdata"/><Relationship Id="rId45" Type="http://schemas.openxmlformats.org/officeDocument/2006/relationships/font" Target="fonts/HankenGrotesk-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HankenGrotesk-boldItalic.fntdata"/><Relationship Id="rId47" Type="http://schemas.openxmlformats.org/officeDocument/2006/relationships/font" Target="fonts/HankenGrotesk-italic.fntdata"/><Relationship Id="rId49" Type="http://schemas.openxmlformats.org/officeDocument/2006/relationships/font" Target="fonts/Inter-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font" Target="fonts/Raleway-regular.fntdata"/><Relationship Id="rId36" Type="http://schemas.openxmlformats.org/officeDocument/2006/relationships/slide" Target="slides/slide30.xml"/><Relationship Id="rId39" Type="http://schemas.openxmlformats.org/officeDocument/2006/relationships/font" Target="fonts/Raleway-italic.fntdata"/><Relationship Id="rId38" Type="http://schemas.openxmlformats.org/officeDocument/2006/relationships/font" Target="fonts/Raleway-bold.fntdata"/><Relationship Id="rId62" Type="http://schemas.openxmlformats.org/officeDocument/2006/relationships/font" Target="fonts/ViaodaLibre-regular.fntdata"/><Relationship Id="rId61" Type="http://schemas.openxmlformats.org/officeDocument/2006/relationships/font" Target="fonts/Archivo-boldItalic.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Archivo-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Inter-italic.fntdata"/><Relationship Id="rId50" Type="http://schemas.openxmlformats.org/officeDocument/2006/relationships/font" Target="fonts/Inter-bold.fntdata"/><Relationship Id="rId53" Type="http://schemas.openxmlformats.org/officeDocument/2006/relationships/font" Target="fonts/MontserratMedium-regular.fntdata"/><Relationship Id="rId52" Type="http://schemas.openxmlformats.org/officeDocument/2006/relationships/font" Target="fonts/Inter-boldItalic.fntdata"/><Relationship Id="rId11" Type="http://schemas.openxmlformats.org/officeDocument/2006/relationships/slide" Target="slides/slide5.xml"/><Relationship Id="rId55" Type="http://schemas.openxmlformats.org/officeDocument/2006/relationships/font" Target="fonts/MontserratMedium-italic.fntdata"/><Relationship Id="rId10" Type="http://schemas.openxmlformats.org/officeDocument/2006/relationships/slide" Target="slides/slide4.xml"/><Relationship Id="rId54" Type="http://schemas.openxmlformats.org/officeDocument/2006/relationships/font" Target="fonts/MontserratMedium-bold.fntdata"/><Relationship Id="rId13" Type="http://schemas.openxmlformats.org/officeDocument/2006/relationships/slide" Target="slides/slide7.xml"/><Relationship Id="rId57" Type="http://schemas.openxmlformats.org/officeDocument/2006/relationships/font" Target="fonts/Ballet-regular.fntdata"/><Relationship Id="rId12" Type="http://schemas.openxmlformats.org/officeDocument/2006/relationships/slide" Target="slides/slide6.xml"/><Relationship Id="rId56" Type="http://schemas.openxmlformats.org/officeDocument/2006/relationships/font" Target="fonts/MontserratMedium-boldItalic.fntdata"/><Relationship Id="rId15" Type="http://schemas.openxmlformats.org/officeDocument/2006/relationships/slide" Target="slides/slide9.xml"/><Relationship Id="rId59" Type="http://schemas.openxmlformats.org/officeDocument/2006/relationships/font" Target="fonts/Archivo-bold.fntdata"/><Relationship Id="rId14" Type="http://schemas.openxmlformats.org/officeDocument/2006/relationships/slide" Target="slides/slide8.xml"/><Relationship Id="rId58" Type="http://schemas.openxmlformats.org/officeDocument/2006/relationships/font" Target="fonts/Archivo-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 name="Shape 132"/>
        <p:cNvGrpSpPr/>
        <p:nvPr/>
      </p:nvGrpSpPr>
      <p:grpSpPr>
        <a:xfrm>
          <a:off x="0" y="0"/>
          <a:ext cx="0" cy="0"/>
          <a:chOff x="0" y="0"/>
          <a:chExt cx="0" cy="0"/>
        </a:xfrm>
      </p:grpSpPr>
      <p:sp>
        <p:nvSpPr>
          <p:cNvPr id="133" name="Google Shape;133;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 name="Google Shape;134;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 name="Shape 139"/>
        <p:cNvGrpSpPr/>
        <p:nvPr/>
      </p:nvGrpSpPr>
      <p:grpSpPr>
        <a:xfrm>
          <a:off x="0" y="0"/>
          <a:ext cx="0" cy="0"/>
          <a:chOff x="0" y="0"/>
          <a:chExt cx="0" cy="0"/>
        </a:xfrm>
      </p:grpSpPr>
      <p:sp>
        <p:nvSpPr>
          <p:cNvPr id="140" name="Google Shape;140;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 name="Google Shape;141;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 name="Shape 180"/>
        <p:cNvGrpSpPr/>
        <p:nvPr/>
      </p:nvGrpSpPr>
      <p:grpSpPr>
        <a:xfrm>
          <a:off x="0" y="0"/>
          <a:ext cx="0" cy="0"/>
          <a:chOff x="0" y="0"/>
          <a:chExt cx="0" cy="0"/>
        </a:xfrm>
      </p:grpSpPr>
      <p:sp>
        <p:nvSpPr>
          <p:cNvPr id="181" name="Google Shape;181;g33fb21b7196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 name="Google Shape;182;g33fb21b7196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 name="Shape 205"/>
        <p:cNvGrpSpPr/>
        <p:nvPr/>
      </p:nvGrpSpPr>
      <p:grpSpPr>
        <a:xfrm>
          <a:off x="0" y="0"/>
          <a:ext cx="0" cy="0"/>
          <a:chOff x="0" y="0"/>
          <a:chExt cx="0" cy="0"/>
        </a:xfrm>
      </p:grpSpPr>
      <p:sp>
        <p:nvSpPr>
          <p:cNvPr id="206" name="Google Shape;206;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 name="Google Shape;207;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 name="Shape 212"/>
        <p:cNvGrpSpPr/>
        <p:nvPr/>
      </p:nvGrpSpPr>
      <p:grpSpPr>
        <a:xfrm>
          <a:off x="0" y="0"/>
          <a:ext cx="0" cy="0"/>
          <a:chOff x="0" y="0"/>
          <a:chExt cx="0" cy="0"/>
        </a:xfrm>
      </p:grpSpPr>
      <p:sp>
        <p:nvSpPr>
          <p:cNvPr id="213" name="Google Shape;213;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 name="Google Shape;214;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 name="Shape 219"/>
        <p:cNvGrpSpPr/>
        <p:nvPr/>
      </p:nvGrpSpPr>
      <p:grpSpPr>
        <a:xfrm>
          <a:off x="0" y="0"/>
          <a:ext cx="0" cy="0"/>
          <a:chOff x="0" y="0"/>
          <a:chExt cx="0" cy="0"/>
        </a:xfrm>
      </p:grpSpPr>
      <p:sp>
        <p:nvSpPr>
          <p:cNvPr id="220" name="Google Shape;220;g33fb21b7196_0_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 name="Google Shape;221;g33fb21b7196_0_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 name="Shape 225"/>
        <p:cNvGrpSpPr/>
        <p:nvPr/>
      </p:nvGrpSpPr>
      <p:grpSpPr>
        <a:xfrm>
          <a:off x="0" y="0"/>
          <a:ext cx="0" cy="0"/>
          <a:chOff x="0" y="0"/>
          <a:chExt cx="0" cy="0"/>
        </a:xfrm>
      </p:grpSpPr>
      <p:sp>
        <p:nvSpPr>
          <p:cNvPr id="226" name="Google Shape;226;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 name="Google Shape;227;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 name="Shape 236"/>
        <p:cNvGrpSpPr/>
        <p:nvPr/>
      </p:nvGrpSpPr>
      <p:grpSpPr>
        <a:xfrm>
          <a:off x="0" y="0"/>
          <a:ext cx="0" cy="0"/>
          <a:chOff x="0" y="0"/>
          <a:chExt cx="0" cy="0"/>
        </a:xfrm>
      </p:grpSpPr>
      <p:sp>
        <p:nvSpPr>
          <p:cNvPr id="237" name="Google Shape;237;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 name="Google Shape;238;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 name="Shape 261"/>
        <p:cNvGrpSpPr/>
        <p:nvPr/>
      </p:nvGrpSpPr>
      <p:grpSpPr>
        <a:xfrm>
          <a:off x="0" y="0"/>
          <a:ext cx="0" cy="0"/>
          <a:chOff x="0" y="0"/>
          <a:chExt cx="0" cy="0"/>
        </a:xfrm>
      </p:grpSpPr>
      <p:sp>
        <p:nvSpPr>
          <p:cNvPr id="262" name="Google Shape;262;g33fb21b7196_0_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 name="Google Shape;263;g33fb21b7196_0_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 name="Shape 299"/>
        <p:cNvGrpSpPr/>
        <p:nvPr/>
      </p:nvGrpSpPr>
      <p:grpSpPr>
        <a:xfrm>
          <a:off x="0" y="0"/>
          <a:ext cx="0" cy="0"/>
          <a:chOff x="0" y="0"/>
          <a:chExt cx="0" cy="0"/>
        </a:xfrm>
      </p:grpSpPr>
      <p:sp>
        <p:nvSpPr>
          <p:cNvPr id="300" name="Google Shape;300;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 name="Google Shape;301;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 name="Shape 315"/>
        <p:cNvGrpSpPr/>
        <p:nvPr/>
      </p:nvGrpSpPr>
      <p:grpSpPr>
        <a:xfrm>
          <a:off x="0" y="0"/>
          <a:ext cx="0" cy="0"/>
          <a:chOff x="0" y="0"/>
          <a:chExt cx="0" cy="0"/>
        </a:xfrm>
      </p:grpSpPr>
      <p:sp>
        <p:nvSpPr>
          <p:cNvPr id="316" name="Google Shape;316;g37ddb13018a_0_210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 name="Google Shape;317;g37ddb13018a_0_210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 name="Shape 361"/>
        <p:cNvGrpSpPr/>
        <p:nvPr/>
      </p:nvGrpSpPr>
      <p:grpSpPr>
        <a:xfrm>
          <a:off x="0" y="0"/>
          <a:ext cx="0" cy="0"/>
          <a:chOff x="0" y="0"/>
          <a:chExt cx="0" cy="0"/>
        </a:xfrm>
      </p:grpSpPr>
      <p:sp>
        <p:nvSpPr>
          <p:cNvPr id="362" name="Google Shape;362;g37ddb13018a_0_139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 name="Google Shape;363;g37ddb13018a_0_139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 name="Shape 415"/>
        <p:cNvGrpSpPr/>
        <p:nvPr/>
      </p:nvGrpSpPr>
      <p:grpSpPr>
        <a:xfrm>
          <a:off x="0" y="0"/>
          <a:ext cx="0" cy="0"/>
          <a:chOff x="0" y="0"/>
          <a:chExt cx="0" cy="0"/>
        </a:xfrm>
      </p:grpSpPr>
      <p:sp>
        <p:nvSpPr>
          <p:cNvPr id="416" name="Google Shape;416;g37ddb13018a_0_14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7" name="Google Shape;417;g37ddb13018a_0_14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37ddb13018a_0_14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g37ddb13018a_0_14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37ddb13018a_0_14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37ddb13018a_0_14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 name="Shape 504"/>
        <p:cNvGrpSpPr/>
        <p:nvPr/>
      </p:nvGrpSpPr>
      <p:grpSpPr>
        <a:xfrm>
          <a:off x="0" y="0"/>
          <a:ext cx="0" cy="0"/>
          <a:chOff x="0" y="0"/>
          <a:chExt cx="0" cy="0"/>
        </a:xfrm>
      </p:grpSpPr>
      <p:sp>
        <p:nvSpPr>
          <p:cNvPr id="505" name="Google Shape;505;g37ddb13018a_0_14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 name="Google Shape;506;g37ddb13018a_0_14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 name="Shape 643"/>
        <p:cNvGrpSpPr/>
        <p:nvPr/>
      </p:nvGrpSpPr>
      <p:grpSpPr>
        <a:xfrm>
          <a:off x="0" y="0"/>
          <a:ext cx="0" cy="0"/>
          <a:chOff x="0" y="0"/>
          <a:chExt cx="0" cy="0"/>
        </a:xfrm>
      </p:grpSpPr>
      <p:sp>
        <p:nvSpPr>
          <p:cNvPr id="644" name="Google Shape;644;g37ddb13018a_0_14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5" name="Google Shape;645;g37ddb13018a_0_14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37ddb13018a_0_147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37ddb13018a_0_147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6" name="Shape 1466"/>
        <p:cNvGrpSpPr/>
        <p:nvPr/>
      </p:nvGrpSpPr>
      <p:grpSpPr>
        <a:xfrm>
          <a:off x="0" y="0"/>
          <a:ext cx="0" cy="0"/>
          <a:chOff x="0" y="0"/>
          <a:chExt cx="0" cy="0"/>
        </a:xfrm>
      </p:grpSpPr>
      <p:sp>
        <p:nvSpPr>
          <p:cNvPr id="1467" name="Google Shape;1467;g37ddb13018a_0_15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8" name="Google Shape;1468;g37ddb13018a_0_15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 name="Shape 1501"/>
        <p:cNvGrpSpPr/>
        <p:nvPr/>
      </p:nvGrpSpPr>
      <p:grpSpPr>
        <a:xfrm>
          <a:off x="0" y="0"/>
          <a:ext cx="0" cy="0"/>
          <a:chOff x="0" y="0"/>
          <a:chExt cx="0" cy="0"/>
        </a:xfrm>
      </p:grpSpPr>
      <p:sp>
        <p:nvSpPr>
          <p:cNvPr id="1502" name="Google Shape;1502;g37ddb13018a_0_15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3" name="Google Shape;1503;g37ddb13018a_0_15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4" name="Shape 1734"/>
        <p:cNvGrpSpPr/>
        <p:nvPr/>
      </p:nvGrpSpPr>
      <p:grpSpPr>
        <a:xfrm>
          <a:off x="0" y="0"/>
          <a:ext cx="0" cy="0"/>
          <a:chOff x="0" y="0"/>
          <a:chExt cx="0" cy="0"/>
        </a:xfrm>
      </p:grpSpPr>
      <p:sp>
        <p:nvSpPr>
          <p:cNvPr id="1735" name="Google Shape;1735;g37ddb13018a_0_15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6" name="Google Shape;1736;g37ddb13018a_0_153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3" name="Shape 1893"/>
        <p:cNvGrpSpPr/>
        <p:nvPr/>
      </p:nvGrpSpPr>
      <p:grpSpPr>
        <a:xfrm>
          <a:off x="0" y="0"/>
          <a:ext cx="0" cy="0"/>
          <a:chOff x="0" y="0"/>
          <a:chExt cx="0" cy="0"/>
        </a:xfrm>
      </p:grpSpPr>
      <p:sp>
        <p:nvSpPr>
          <p:cNvPr id="1894" name="Google Shape;1894;g37ddb13018a_0_155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5" name="Google Shape;1895;g37ddb13018a_0_155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9" name="Shape 2369"/>
        <p:cNvGrpSpPr/>
        <p:nvPr/>
      </p:nvGrpSpPr>
      <p:grpSpPr>
        <a:xfrm>
          <a:off x="0" y="0"/>
          <a:ext cx="0" cy="0"/>
          <a:chOff x="0" y="0"/>
          <a:chExt cx="0" cy="0"/>
        </a:xfrm>
      </p:grpSpPr>
      <p:sp>
        <p:nvSpPr>
          <p:cNvPr id="2370" name="Google Shape;2370;g37ddb13018a_0_160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1" name="Google Shape;2371;g37ddb13018a_0_160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6" name="Shape 2796"/>
        <p:cNvGrpSpPr/>
        <p:nvPr/>
      </p:nvGrpSpPr>
      <p:grpSpPr>
        <a:xfrm>
          <a:off x="0" y="0"/>
          <a:ext cx="0" cy="0"/>
          <a:chOff x="0" y="0"/>
          <a:chExt cx="0" cy="0"/>
        </a:xfrm>
      </p:grpSpPr>
      <p:sp>
        <p:nvSpPr>
          <p:cNvPr id="2797" name="Google Shape;2797;g37ddb13018a_0_164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8" name="Google Shape;2798;g37ddb13018a_0_164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6" name="Shape 3436"/>
        <p:cNvGrpSpPr/>
        <p:nvPr/>
      </p:nvGrpSpPr>
      <p:grpSpPr>
        <a:xfrm>
          <a:off x="0" y="0"/>
          <a:ext cx="0" cy="0"/>
          <a:chOff x="0" y="0"/>
          <a:chExt cx="0" cy="0"/>
        </a:xfrm>
      </p:grpSpPr>
      <p:sp>
        <p:nvSpPr>
          <p:cNvPr id="3437" name="Google Shape;3437;g37ddb13018a_0_17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8" name="Google Shape;3438;g37ddb13018a_0_17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6" name="Shape 4126"/>
        <p:cNvGrpSpPr/>
        <p:nvPr/>
      </p:nvGrpSpPr>
      <p:grpSpPr>
        <a:xfrm>
          <a:off x="0" y="0"/>
          <a:ext cx="0" cy="0"/>
          <a:chOff x="0" y="0"/>
          <a:chExt cx="0" cy="0"/>
        </a:xfrm>
      </p:grpSpPr>
      <p:sp>
        <p:nvSpPr>
          <p:cNvPr id="4127" name="Google Shape;4127;g37ddb13018a_0_17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28" name="Google Shape;4128;g37ddb13018a_0_17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0" name="Shape 4750"/>
        <p:cNvGrpSpPr/>
        <p:nvPr/>
      </p:nvGrpSpPr>
      <p:grpSpPr>
        <a:xfrm>
          <a:off x="0" y="0"/>
          <a:ext cx="0" cy="0"/>
          <a:chOff x="0" y="0"/>
          <a:chExt cx="0" cy="0"/>
        </a:xfrm>
      </p:grpSpPr>
      <p:sp>
        <p:nvSpPr>
          <p:cNvPr id="4751" name="Google Shape;4751;g37ddb13018a_0_18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2" name="Google Shape;4752;g37ddb13018a_0_18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1" name="Shape 5011"/>
        <p:cNvGrpSpPr/>
        <p:nvPr/>
      </p:nvGrpSpPr>
      <p:grpSpPr>
        <a:xfrm>
          <a:off x="0" y="0"/>
          <a:ext cx="0" cy="0"/>
          <a:chOff x="0" y="0"/>
          <a:chExt cx="0" cy="0"/>
        </a:xfrm>
      </p:grpSpPr>
      <p:sp>
        <p:nvSpPr>
          <p:cNvPr id="5012" name="Google Shape;5012;g37ddb13018a_0_186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3" name="Google Shape;5013;g37ddb13018a_0_186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1" name="Shape 5441"/>
        <p:cNvGrpSpPr/>
        <p:nvPr/>
      </p:nvGrpSpPr>
      <p:grpSpPr>
        <a:xfrm>
          <a:off x="0" y="0"/>
          <a:ext cx="0" cy="0"/>
          <a:chOff x="0" y="0"/>
          <a:chExt cx="0" cy="0"/>
        </a:xfrm>
      </p:grpSpPr>
      <p:sp>
        <p:nvSpPr>
          <p:cNvPr id="5442" name="Google Shape;5442;g37ddb13018a_0_20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3" name="Google Shape;5443;g37ddb13018a_0_20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3.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0.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title="tt.png"/>
          <p:cNvPicPr preferRelativeResize="0"/>
          <p:nvPr/>
        </p:nvPicPr>
        <p:blipFill>
          <a:blip r:embed="rId2">
            <a:alphaModFix amt="41000"/>
          </a:blip>
          <a:stretch>
            <a:fillRect/>
          </a:stretch>
        </p:blipFill>
        <p:spPr>
          <a:xfrm>
            <a:off x="0" y="0"/>
            <a:ext cx="9144000" cy="5143492"/>
          </a:xfrm>
          <a:prstGeom prst="rect">
            <a:avLst/>
          </a:prstGeom>
          <a:noFill/>
          <a:ln>
            <a:noFill/>
          </a:ln>
        </p:spPr>
      </p:pic>
      <p:pic>
        <p:nvPicPr>
          <p:cNvPr id="10" name="Google Shape;10;p2" title="elegant-white-marble-texture.jpg"/>
          <p:cNvPicPr preferRelativeResize="0"/>
          <p:nvPr/>
        </p:nvPicPr>
        <p:blipFill rotWithShape="1">
          <a:blip r:embed="rId3">
            <a:alphaModFix/>
          </a:blip>
          <a:srcRect b="0" l="75965" r="0" t="21617"/>
          <a:stretch/>
        </p:blipFill>
        <p:spPr>
          <a:xfrm>
            <a:off x="6452525" y="1111725"/>
            <a:ext cx="1765499" cy="4031773"/>
          </a:xfrm>
          <a:prstGeom prst="rect">
            <a:avLst/>
          </a:prstGeom>
          <a:noFill/>
          <a:ln>
            <a:noFill/>
          </a:ln>
        </p:spPr>
      </p:pic>
      <p:sp>
        <p:nvSpPr>
          <p:cNvPr id="11" name="Google Shape;11;p2"/>
          <p:cNvSpPr txBox="1"/>
          <p:nvPr>
            <p:ph type="ctrTitle"/>
          </p:nvPr>
        </p:nvSpPr>
        <p:spPr>
          <a:xfrm>
            <a:off x="228600" y="332500"/>
            <a:ext cx="5424600" cy="2289300"/>
          </a:xfrm>
          <a:prstGeom prst="rect">
            <a:avLst/>
          </a:prstGeom>
        </p:spPr>
        <p:txBody>
          <a:bodyPr anchorCtr="0" anchor="b" bIns="91425" lIns="91425" spcFirstLastPara="1" rIns="91425" wrap="square" tIns="91425">
            <a:noAutofit/>
          </a:bodyPr>
          <a:lstStyle>
            <a:lvl1pPr lvl="0" algn="l">
              <a:spcBef>
                <a:spcPts val="0"/>
              </a:spcBef>
              <a:spcAft>
                <a:spcPts val="0"/>
              </a:spcAft>
              <a:buClr>
                <a:srgbClr val="191919"/>
              </a:buClr>
              <a:buSzPts val="4500"/>
              <a:buNone/>
              <a:defRPr b="0" sz="4500"/>
            </a:lvl1pPr>
            <a:lvl2pPr lvl="1" algn="ctr">
              <a:spcBef>
                <a:spcPts val="0"/>
              </a:spcBef>
              <a:spcAft>
                <a:spcPts val="0"/>
              </a:spcAft>
              <a:buClr>
                <a:srgbClr val="191919"/>
              </a:buClr>
              <a:buSzPts val="4500"/>
              <a:buNone/>
              <a:defRPr sz="4500">
                <a:solidFill>
                  <a:srgbClr val="191919"/>
                </a:solidFill>
              </a:defRPr>
            </a:lvl2pPr>
            <a:lvl3pPr lvl="2" algn="ctr">
              <a:spcBef>
                <a:spcPts val="0"/>
              </a:spcBef>
              <a:spcAft>
                <a:spcPts val="0"/>
              </a:spcAft>
              <a:buClr>
                <a:srgbClr val="191919"/>
              </a:buClr>
              <a:buSzPts val="4500"/>
              <a:buNone/>
              <a:defRPr sz="4500">
                <a:solidFill>
                  <a:srgbClr val="191919"/>
                </a:solidFill>
              </a:defRPr>
            </a:lvl3pPr>
            <a:lvl4pPr lvl="3" algn="ctr">
              <a:spcBef>
                <a:spcPts val="0"/>
              </a:spcBef>
              <a:spcAft>
                <a:spcPts val="0"/>
              </a:spcAft>
              <a:buClr>
                <a:srgbClr val="191919"/>
              </a:buClr>
              <a:buSzPts val="4500"/>
              <a:buNone/>
              <a:defRPr sz="4500">
                <a:solidFill>
                  <a:srgbClr val="191919"/>
                </a:solidFill>
              </a:defRPr>
            </a:lvl4pPr>
            <a:lvl5pPr lvl="4" algn="ctr">
              <a:spcBef>
                <a:spcPts val="0"/>
              </a:spcBef>
              <a:spcAft>
                <a:spcPts val="0"/>
              </a:spcAft>
              <a:buClr>
                <a:srgbClr val="191919"/>
              </a:buClr>
              <a:buSzPts val="4500"/>
              <a:buNone/>
              <a:defRPr sz="4500">
                <a:solidFill>
                  <a:srgbClr val="191919"/>
                </a:solidFill>
              </a:defRPr>
            </a:lvl5pPr>
            <a:lvl6pPr lvl="5" algn="ctr">
              <a:spcBef>
                <a:spcPts val="0"/>
              </a:spcBef>
              <a:spcAft>
                <a:spcPts val="0"/>
              </a:spcAft>
              <a:buClr>
                <a:srgbClr val="191919"/>
              </a:buClr>
              <a:buSzPts val="4500"/>
              <a:buNone/>
              <a:defRPr sz="4500">
                <a:solidFill>
                  <a:srgbClr val="191919"/>
                </a:solidFill>
              </a:defRPr>
            </a:lvl6pPr>
            <a:lvl7pPr lvl="6" algn="ctr">
              <a:spcBef>
                <a:spcPts val="0"/>
              </a:spcBef>
              <a:spcAft>
                <a:spcPts val="0"/>
              </a:spcAft>
              <a:buClr>
                <a:srgbClr val="191919"/>
              </a:buClr>
              <a:buSzPts val="4500"/>
              <a:buNone/>
              <a:defRPr sz="4500">
                <a:solidFill>
                  <a:srgbClr val="191919"/>
                </a:solidFill>
              </a:defRPr>
            </a:lvl7pPr>
            <a:lvl8pPr lvl="7" algn="ctr">
              <a:spcBef>
                <a:spcPts val="0"/>
              </a:spcBef>
              <a:spcAft>
                <a:spcPts val="0"/>
              </a:spcAft>
              <a:buClr>
                <a:srgbClr val="191919"/>
              </a:buClr>
              <a:buSzPts val="4500"/>
              <a:buNone/>
              <a:defRPr sz="4500">
                <a:solidFill>
                  <a:srgbClr val="191919"/>
                </a:solidFill>
              </a:defRPr>
            </a:lvl8pPr>
            <a:lvl9pPr lvl="8" algn="ctr">
              <a:spcBef>
                <a:spcPts val="0"/>
              </a:spcBef>
              <a:spcAft>
                <a:spcPts val="0"/>
              </a:spcAft>
              <a:buClr>
                <a:srgbClr val="191919"/>
              </a:buClr>
              <a:buSzPts val="4500"/>
              <a:buNone/>
              <a:defRPr sz="4500">
                <a:solidFill>
                  <a:srgbClr val="191919"/>
                </a:solidFill>
              </a:defRPr>
            </a:lvl9pPr>
          </a:lstStyle>
          <a:p/>
        </p:txBody>
      </p:sp>
      <p:sp>
        <p:nvSpPr>
          <p:cNvPr id="12" name="Google Shape;12;p2"/>
          <p:cNvSpPr txBox="1"/>
          <p:nvPr>
            <p:ph idx="1" type="subTitle"/>
          </p:nvPr>
        </p:nvSpPr>
        <p:spPr>
          <a:xfrm>
            <a:off x="228600" y="3488700"/>
            <a:ext cx="2910600" cy="13800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3" name="Google Shape;13;p2"/>
          <p:cNvSpPr/>
          <p:nvPr>
            <p:ph idx="2" type="pic"/>
          </p:nvPr>
        </p:nvSpPr>
        <p:spPr>
          <a:xfrm>
            <a:off x="4234500" y="2380325"/>
            <a:ext cx="4909500" cy="1983600"/>
          </a:xfrm>
          <a:prstGeom prst="rect">
            <a:avLst/>
          </a:prstGeom>
          <a:noFill/>
          <a:ln>
            <a:noFill/>
          </a:ln>
        </p:spPr>
      </p:sp>
      <p:cxnSp>
        <p:nvCxnSpPr>
          <p:cNvPr id="14" name="Google Shape;14;p2"/>
          <p:cNvCxnSpPr/>
          <p:nvPr/>
        </p:nvCxnSpPr>
        <p:spPr>
          <a:xfrm>
            <a:off x="0" y="2991525"/>
            <a:ext cx="34968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pic>
        <p:nvPicPr>
          <p:cNvPr id="16" name="Google Shape;16;p3" title="tt.png"/>
          <p:cNvPicPr preferRelativeResize="0"/>
          <p:nvPr/>
        </p:nvPicPr>
        <p:blipFill>
          <a:blip r:embed="rId2">
            <a:alphaModFix amt="41000"/>
          </a:blip>
          <a:stretch>
            <a:fillRect/>
          </a:stretch>
        </p:blipFill>
        <p:spPr>
          <a:xfrm>
            <a:off x="0" y="0"/>
            <a:ext cx="9144000" cy="5143492"/>
          </a:xfrm>
          <a:prstGeom prst="rect">
            <a:avLst/>
          </a:prstGeom>
          <a:noFill/>
          <a:ln>
            <a:noFill/>
          </a:ln>
        </p:spPr>
      </p:pic>
      <p:pic>
        <p:nvPicPr>
          <p:cNvPr id="17" name="Google Shape;17;p3" title="wood-texture-background.jpg"/>
          <p:cNvPicPr preferRelativeResize="0"/>
          <p:nvPr/>
        </p:nvPicPr>
        <p:blipFill rotWithShape="1">
          <a:blip r:embed="rId3">
            <a:alphaModFix/>
          </a:blip>
          <a:srcRect b="16248" l="0" r="2969" t="48965"/>
          <a:stretch/>
        </p:blipFill>
        <p:spPr>
          <a:xfrm>
            <a:off x="0" y="1400025"/>
            <a:ext cx="4903624" cy="1171699"/>
          </a:xfrm>
          <a:prstGeom prst="rect">
            <a:avLst/>
          </a:prstGeom>
          <a:noFill/>
          <a:ln>
            <a:noFill/>
          </a:ln>
        </p:spPr>
      </p:pic>
      <p:sp>
        <p:nvSpPr>
          <p:cNvPr id="18" name="Google Shape;18;p3"/>
          <p:cNvSpPr/>
          <p:nvPr>
            <p:ph idx="2" type="pic"/>
          </p:nvPr>
        </p:nvSpPr>
        <p:spPr>
          <a:xfrm>
            <a:off x="740375" y="1203900"/>
            <a:ext cx="2964000" cy="3939600"/>
          </a:xfrm>
          <a:prstGeom prst="rect">
            <a:avLst/>
          </a:prstGeom>
          <a:noFill/>
          <a:ln>
            <a:noFill/>
          </a:ln>
        </p:spPr>
      </p:sp>
      <p:sp>
        <p:nvSpPr>
          <p:cNvPr id="19" name="Google Shape;19;p3"/>
          <p:cNvSpPr txBox="1"/>
          <p:nvPr>
            <p:ph type="title"/>
          </p:nvPr>
        </p:nvSpPr>
        <p:spPr>
          <a:xfrm>
            <a:off x="4190725" y="2910675"/>
            <a:ext cx="4615800" cy="2008800"/>
          </a:xfrm>
          <a:prstGeom prst="rect">
            <a:avLst/>
          </a:prstGeom>
          <a:ln>
            <a:noFill/>
          </a:ln>
        </p:spPr>
        <p:txBody>
          <a:bodyPr anchorCtr="0" anchor="b" bIns="91425" lIns="91425" spcFirstLastPara="1" rIns="91425" wrap="square" tIns="91425">
            <a:noAutofit/>
          </a:bodyPr>
          <a:lstStyle>
            <a:lvl1pPr lvl="0" algn="l">
              <a:spcBef>
                <a:spcPts val="0"/>
              </a:spcBef>
              <a:spcAft>
                <a:spcPts val="0"/>
              </a:spcAft>
              <a:buSzPts val="3500"/>
              <a:buNone/>
              <a:defRPr sz="3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0" name="Google Shape;20;p3"/>
          <p:cNvSpPr txBox="1"/>
          <p:nvPr>
            <p:ph hasCustomPrompt="1" idx="3" type="title"/>
          </p:nvPr>
        </p:nvSpPr>
        <p:spPr>
          <a:xfrm>
            <a:off x="348850" y="246795"/>
            <a:ext cx="1268400" cy="6825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6000"/>
              <a:buNone/>
              <a:defRPr sz="6500">
                <a:latin typeface="Ballet"/>
                <a:ea typeface="Ballet"/>
                <a:cs typeface="Ballet"/>
                <a:sym typeface="Ballet"/>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cxnSp>
        <p:nvCxnSpPr>
          <p:cNvPr id="21" name="Google Shape;21;p3"/>
          <p:cNvCxnSpPr/>
          <p:nvPr/>
        </p:nvCxnSpPr>
        <p:spPr>
          <a:xfrm>
            <a:off x="4499975" y="731150"/>
            <a:ext cx="45786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2" name="Shape 22"/>
        <p:cNvGrpSpPr/>
        <p:nvPr/>
      </p:nvGrpSpPr>
      <p:grpSpPr>
        <a:xfrm>
          <a:off x="0" y="0"/>
          <a:ext cx="0" cy="0"/>
          <a:chOff x="0" y="0"/>
          <a:chExt cx="0" cy="0"/>
        </a:xfrm>
      </p:grpSpPr>
      <p:pic>
        <p:nvPicPr>
          <p:cNvPr id="23" name="Google Shape;23;p4" title="tt.png"/>
          <p:cNvPicPr preferRelativeResize="0"/>
          <p:nvPr/>
        </p:nvPicPr>
        <p:blipFill>
          <a:blip r:embed="rId2">
            <a:alphaModFix amt="41000"/>
          </a:blip>
          <a:stretch>
            <a:fillRect/>
          </a:stretch>
        </p:blipFill>
        <p:spPr>
          <a:xfrm flipH="1" rot="10800000">
            <a:off x="0" y="0"/>
            <a:ext cx="9144000" cy="5143492"/>
          </a:xfrm>
          <a:prstGeom prst="rect">
            <a:avLst/>
          </a:prstGeom>
          <a:noFill/>
          <a:ln>
            <a:noFill/>
          </a:ln>
        </p:spPr>
      </p:pic>
      <p:sp>
        <p:nvSpPr>
          <p:cNvPr id="24" name="Google Shape;24;p4"/>
          <p:cNvSpPr txBox="1"/>
          <p:nvPr>
            <p:ph idx="1" type="body"/>
          </p:nvPr>
        </p:nvSpPr>
        <p:spPr>
          <a:xfrm>
            <a:off x="228600" y="896075"/>
            <a:ext cx="8686800" cy="34164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accent1"/>
              </a:buClr>
              <a:buSzPts val="1800"/>
              <a:buFont typeface="Darker Grotesque SemiBold"/>
              <a:buChar char="●"/>
              <a:defRPr sz="1200">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sp>
        <p:nvSpPr>
          <p:cNvPr id="25" name="Google Shape;25;p4"/>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600"/>
              <a:buNone/>
              <a:defRPr sz="2600">
                <a:solidFill>
                  <a:schemeClr val="dk1"/>
                </a:solidFill>
              </a:defRPr>
            </a:lvl1pPr>
            <a:lvl2pPr lvl="1">
              <a:spcBef>
                <a:spcPts val="0"/>
              </a:spcBef>
              <a:spcAft>
                <a:spcPts val="0"/>
              </a:spcAft>
              <a:buClr>
                <a:schemeClr val="dk1"/>
              </a:buClr>
              <a:buSzPts val="2600"/>
              <a:buNone/>
              <a:defRPr b="1" sz="2600">
                <a:solidFill>
                  <a:schemeClr val="dk1"/>
                </a:solidFill>
              </a:defRPr>
            </a:lvl2pPr>
            <a:lvl3pPr lvl="2">
              <a:spcBef>
                <a:spcPts val="0"/>
              </a:spcBef>
              <a:spcAft>
                <a:spcPts val="0"/>
              </a:spcAft>
              <a:buClr>
                <a:schemeClr val="dk1"/>
              </a:buClr>
              <a:buSzPts val="2600"/>
              <a:buNone/>
              <a:defRPr b="1" sz="2600">
                <a:solidFill>
                  <a:schemeClr val="dk1"/>
                </a:solidFill>
              </a:defRPr>
            </a:lvl3pPr>
            <a:lvl4pPr lvl="3">
              <a:spcBef>
                <a:spcPts val="0"/>
              </a:spcBef>
              <a:spcAft>
                <a:spcPts val="0"/>
              </a:spcAft>
              <a:buClr>
                <a:schemeClr val="dk1"/>
              </a:buClr>
              <a:buSzPts val="2600"/>
              <a:buNone/>
              <a:defRPr b="1" sz="2600">
                <a:solidFill>
                  <a:schemeClr val="dk1"/>
                </a:solidFill>
              </a:defRPr>
            </a:lvl4pPr>
            <a:lvl5pPr lvl="4">
              <a:spcBef>
                <a:spcPts val="0"/>
              </a:spcBef>
              <a:spcAft>
                <a:spcPts val="0"/>
              </a:spcAft>
              <a:buClr>
                <a:schemeClr val="dk1"/>
              </a:buClr>
              <a:buSzPts val="2600"/>
              <a:buNone/>
              <a:defRPr b="1" sz="2600">
                <a:solidFill>
                  <a:schemeClr val="dk1"/>
                </a:solidFill>
              </a:defRPr>
            </a:lvl5pPr>
            <a:lvl6pPr lvl="5">
              <a:spcBef>
                <a:spcPts val="0"/>
              </a:spcBef>
              <a:spcAft>
                <a:spcPts val="0"/>
              </a:spcAft>
              <a:buClr>
                <a:schemeClr val="dk1"/>
              </a:buClr>
              <a:buSzPts val="2600"/>
              <a:buNone/>
              <a:defRPr b="1" sz="2600">
                <a:solidFill>
                  <a:schemeClr val="dk1"/>
                </a:solidFill>
              </a:defRPr>
            </a:lvl6pPr>
            <a:lvl7pPr lvl="6">
              <a:spcBef>
                <a:spcPts val="0"/>
              </a:spcBef>
              <a:spcAft>
                <a:spcPts val="0"/>
              </a:spcAft>
              <a:buClr>
                <a:schemeClr val="dk1"/>
              </a:buClr>
              <a:buSzPts val="2600"/>
              <a:buNone/>
              <a:defRPr b="1" sz="2600">
                <a:solidFill>
                  <a:schemeClr val="dk1"/>
                </a:solidFill>
              </a:defRPr>
            </a:lvl7pPr>
            <a:lvl8pPr lvl="7">
              <a:spcBef>
                <a:spcPts val="0"/>
              </a:spcBef>
              <a:spcAft>
                <a:spcPts val="0"/>
              </a:spcAft>
              <a:buClr>
                <a:schemeClr val="dk1"/>
              </a:buClr>
              <a:buSzPts val="2600"/>
              <a:buNone/>
              <a:defRPr b="1" sz="2600">
                <a:solidFill>
                  <a:schemeClr val="dk1"/>
                </a:solidFill>
              </a:defRPr>
            </a:lvl8pPr>
            <a:lvl9pPr lvl="8">
              <a:spcBef>
                <a:spcPts val="0"/>
              </a:spcBef>
              <a:spcAft>
                <a:spcPts val="0"/>
              </a:spcAft>
              <a:buClr>
                <a:schemeClr val="dk1"/>
              </a:buClr>
              <a:buSzPts val="2600"/>
              <a:buNone/>
              <a:defRPr b="1" sz="2600">
                <a:solidFill>
                  <a:schemeClr val="dk1"/>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pic>
        <p:nvPicPr>
          <p:cNvPr id="27" name="Google Shape;27;p5" title="tt.png"/>
          <p:cNvPicPr preferRelativeResize="0"/>
          <p:nvPr/>
        </p:nvPicPr>
        <p:blipFill>
          <a:blip r:embed="rId2">
            <a:alphaModFix amt="41000"/>
          </a:blip>
          <a:stretch>
            <a:fillRect/>
          </a:stretch>
        </p:blipFill>
        <p:spPr>
          <a:xfrm>
            <a:off x="0" y="0"/>
            <a:ext cx="9144000" cy="5143492"/>
          </a:xfrm>
          <a:prstGeom prst="rect">
            <a:avLst/>
          </a:prstGeom>
          <a:noFill/>
          <a:ln>
            <a:noFill/>
          </a:ln>
        </p:spPr>
      </p:pic>
      <p:sp>
        <p:nvSpPr>
          <p:cNvPr id="28" name="Google Shape;28;p5"/>
          <p:cNvSpPr txBox="1"/>
          <p:nvPr>
            <p:ph idx="1" type="subTitle"/>
          </p:nvPr>
        </p:nvSpPr>
        <p:spPr>
          <a:xfrm>
            <a:off x="3266013" y="881072"/>
            <a:ext cx="5649300" cy="622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1600"/>
              <a:buFont typeface="Raleway"/>
              <a:buNone/>
              <a:defRPr sz="1800">
                <a:solidFill>
                  <a:schemeClr val="dk2"/>
                </a:solidFill>
                <a:latin typeface="Viaoda Libre"/>
                <a:ea typeface="Viaoda Libre"/>
                <a:cs typeface="Viaoda Libre"/>
                <a:sym typeface="Viaoda Libre"/>
              </a:defRPr>
            </a:lvl1pPr>
            <a:lvl2pPr lvl="1" algn="ctr">
              <a:lnSpc>
                <a:spcPct val="100000"/>
              </a:lnSpc>
              <a:spcBef>
                <a:spcPts val="0"/>
              </a:spcBef>
              <a:spcAft>
                <a:spcPts val="0"/>
              </a:spcAft>
              <a:buSzPts val="1600"/>
              <a:buFont typeface="Raleway"/>
              <a:buNone/>
              <a:defRPr b="1" sz="1600">
                <a:latin typeface="Raleway"/>
                <a:ea typeface="Raleway"/>
                <a:cs typeface="Raleway"/>
                <a:sym typeface="Raleway"/>
              </a:defRPr>
            </a:lvl2pPr>
            <a:lvl3pPr lvl="2" algn="ctr">
              <a:lnSpc>
                <a:spcPct val="100000"/>
              </a:lnSpc>
              <a:spcBef>
                <a:spcPts val="0"/>
              </a:spcBef>
              <a:spcAft>
                <a:spcPts val="0"/>
              </a:spcAft>
              <a:buSzPts val="1600"/>
              <a:buFont typeface="Raleway"/>
              <a:buNone/>
              <a:defRPr b="1" sz="1600">
                <a:latin typeface="Raleway"/>
                <a:ea typeface="Raleway"/>
                <a:cs typeface="Raleway"/>
                <a:sym typeface="Raleway"/>
              </a:defRPr>
            </a:lvl3pPr>
            <a:lvl4pPr lvl="3" algn="ctr">
              <a:lnSpc>
                <a:spcPct val="100000"/>
              </a:lnSpc>
              <a:spcBef>
                <a:spcPts val="0"/>
              </a:spcBef>
              <a:spcAft>
                <a:spcPts val="0"/>
              </a:spcAft>
              <a:buSzPts val="1600"/>
              <a:buFont typeface="Raleway"/>
              <a:buNone/>
              <a:defRPr b="1" sz="1600">
                <a:latin typeface="Raleway"/>
                <a:ea typeface="Raleway"/>
                <a:cs typeface="Raleway"/>
                <a:sym typeface="Raleway"/>
              </a:defRPr>
            </a:lvl4pPr>
            <a:lvl5pPr lvl="4" algn="ctr">
              <a:lnSpc>
                <a:spcPct val="100000"/>
              </a:lnSpc>
              <a:spcBef>
                <a:spcPts val="0"/>
              </a:spcBef>
              <a:spcAft>
                <a:spcPts val="0"/>
              </a:spcAft>
              <a:buSzPts val="1600"/>
              <a:buFont typeface="Raleway"/>
              <a:buNone/>
              <a:defRPr b="1" sz="1600">
                <a:latin typeface="Raleway"/>
                <a:ea typeface="Raleway"/>
                <a:cs typeface="Raleway"/>
                <a:sym typeface="Raleway"/>
              </a:defRPr>
            </a:lvl5pPr>
            <a:lvl6pPr lvl="5" algn="ctr">
              <a:lnSpc>
                <a:spcPct val="100000"/>
              </a:lnSpc>
              <a:spcBef>
                <a:spcPts val="0"/>
              </a:spcBef>
              <a:spcAft>
                <a:spcPts val="0"/>
              </a:spcAft>
              <a:buSzPts val="1600"/>
              <a:buFont typeface="Raleway"/>
              <a:buNone/>
              <a:defRPr b="1" sz="1600">
                <a:latin typeface="Raleway"/>
                <a:ea typeface="Raleway"/>
                <a:cs typeface="Raleway"/>
                <a:sym typeface="Raleway"/>
              </a:defRPr>
            </a:lvl6pPr>
            <a:lvl7pPr lvl="6" algn="ctr">
              <a:lnSpc>
                <a:spcPct val="100000"/>
              </a:lnSpc>
              <a:spcBef>
                <a:spcPts val="0"/>
              </a:spcBef>
              <a:spcAft>
                <a:spcPts val="0"/>
              </a:spcAft>
              <a:buSzPts val="1600"/>
              <a:buFont typeface="Raleway"/>
              <a:buNone/>
              <a:defRPr b="1" sz="1600">
                <a:latin typeface="Raleway"/>
                <a:ea typeface="Raleway"/>
                <a:cs typeface="Raleway"/>
                <a:sym typeface="Raleway"/>
              </a:defRPr>
            </a:lvl7pPr>
            <a:lvl8pPr lvl="7" algn="ctr">
              <a:lnSpc>
                <a:spcPct val="100000"/>
              </a:lnSpc>
              <a:spcBef>
                <a:spcPts val="0"/>
              </a:spcBef>
              <a:spcAft>
                <a:spcPts val="0"/>
              </a:spcAft>
              <a:buSzPts val="1600"/>
              <a:buFont typeface="Raleway"/>
              <a:buNone/>
              <a:defRPr b="1" sz="1600">
                <a:latin typeface="Raleway"/>
                <a:ea typeface="Raleway"/>
                <a:cs typeface="Raleway"/>
                <a:sym typeface="Raleway"/>
              </a:defRPr>
            </a:lvl8pPr>
            <a:lvl9pPr lvl="8" algn="ctr">
              <a:lnSpc>
                <a:spcPct val="100000"/>
              </a:lnSpc>
              <a:spcBef>
                <a:spcPts val="0"/>
              </a:spcBef>
              <a:spcAft>
                <a:spcPts val="0"/>
              </a:spcAft>
              <a:buSzPts val="1600"/>
              <a:buFont typeface="Raleway"/>
              <a:buNone/>
              <a:defRPr b="1" sz="1600">
                <a:latin typeface="Raleway"/>
                <a:ea typeface="Raleway"/>
                <a:cs typeface="Raleway"/>
                <a:sym typeface="Raleway"/>
              </a:defRPr>
            </a:lvl9pPr>
          </a:lstStyle>
          <a:p/>
        </p:txBody>
      </p:sp>
      <p:sp>
        <p:nvSpPr>
          <p:cNvPr id="29" name="Google Shape;29;p5"/>
          <p:cNvSpPr txBox="1"/>
          <p:nvPr>
            <p:ph idx="2" type="subTitle"/>
          </p:nvPr>
        </p:nvSpPr>
        <p:spPr>
          <a:xfrm>
            <a:off x="3265999" y="2125478"/>
            <a:ext cx="5649300" cy="622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aleway"/>
              <a:buNone/>
              <a:defRPr sz="1800">
                <a:solidFill>
                  <a:schemeClr val="dk2"/>
                </a:solidFill>
                <a:latin typeface="Viaoda Libre"/>
                <a:ea typeface="Viaoda Libre"/>
                <a:cs typeface="Viaoda Libre"/>
                <a:sym typeface="Viaoda Libre"/>
              </a:defRPr>
            </a:lvl1pPr>
            <a:lvl2pPr lvl="1" rtl="0" algn="ctr">
              <a:lnSpc>
                <a:spcPct val="100000"/>
              </a:lnSpc>
              <a:spcBef>
                <a:spcPts val="0"/>
              </a:spcBef>
              <a:spcAft>
                <a:spcPts val="0"/>
              </a:spcAft>
              <a:buSzPts val="1600"/>
              <a:buFont typeface="Raleway"/>
              <a:buNone/>
              <a:defRPr b="1" sz="1600">
                <a:latin typeface="Raleway"/>
                <a:ea typeface="Raleway"/>
                <a:cs typeface="Raleway"/>
                <a:sym typeface="Raleway"/>
              </a:defRPr>
            </a:lvl2pPr>
            <a:lvl3pPr lvl="2" rtl="0" algn="ctr">
              <a:lnSpc>
                <a:spcPct val="100000"/>
              </a:lnSpc>
              <a:spcBef>
                <a:spcPts val="0"/>
              </a:spcBef>
              <a:spcAft>
                <a:spcPts val="0"/>
              </a:spcAft>
              <a:buSzPts val="1600"/>
              <a:buFont typeface="Raleway"/>
              <a:buNone/>
              <a:defRPr b="1" sz="1600">
                <a:latin typeface="Raleway"/>
                <a:ea typeface="Raleway"/>
                <a:cs typeface="Raleway"/>
                <a:sym typeface="Raleway"/>
              </a:defRPr>
            </a:lvl3pPr>
            <a:lvl4pPr lvl="3" rtl="0" algn="ctr">
              <a:lnSpc>
                <a:spcPct val="100000"/>
              </a:lnSpc>
              <a:spcBef>
                <a:spcPts val="0"/>
              </a:spcBef>
              <a:spcAft>
                <a:spcPts val="0"/>
              </a:spcAft>
              <a:buSzPts val="1600"/>
              <a:buFont typeface="Raleway"/>
              <a:buNone/>
              <a:defRPr b="1" sz="1600">
                <a:latin typeface="Raleway"/>
                <a:ea typeface="Raleway"/>
                <a:cs typeface="Raleway"/>
                <a:sym typeface="Raleway"/>
              </a:defRPr>
            </a:lvl4pPr>
            <a:lvl5pPr lvl="4" rtl="0" algn="ctr">
              <a:lnSpc>
                <a:spcPct val="100000"/>
              </a:lnSpc>
              <a:spcBef>
                <a:spcPts val="0"/>
              </a:spcBef>
              <a:spcAft>
                <a:spcPts val="0"/>
              </a:spcAft>
              <a:buSzPts val="1600"/>
              <a:buFont typeface="Raleway"/>
              <a:buNone/>
              <a:defRPr b="1" sz="1600">
                <a:latin typeface="Raleway"/>
                <a:ea typeface="Raleway"/>
                <a:cs typeface="Raleway"/>
                <a:sym typeface="Raleway"/>
              </a:defRPr>
            </a:lvl5pPr>
            <a:lvl6pPr lvl="5" rtl="0" algn="ctr">
              <a:lnSpc>
                <a:spcPct val="100000"/>
              </a:lnSpc>
              <a:spcBef>
                <a:spcPts val="0"/>
              </a:spcBef>
              <a:spcAft>
                <a:spcPts val="0"/>
              </a:spcAft>
              <a:buSzPts val="1600"/>
              <a:buFont typeface="Raleway"/>
              <a:buNone/>
              <a:defRPr b="1" sz="1600">
                <a:latin typeface="Raleway"/>
                <a:ea typeface="Raleway"/>
                <a:cs typeface="Raleway"/>
                <a:sym typeface="Raleway"/>
              </a:defRPr>
            </a:lvl6pPr>
            <a:lvl7pPr lvl="6" rtl="0" algn="ctr">
              <a:lnSpc>
                <a:spcPct val="100000"/>
              </a:lnSpc>
              <a:spcBef>
                <a:spcPts val="0"/>
              </a:spcBef>
              <a:spcAft>
                <a:spcPts val="0"/>
              </a:spcAft>
              <a:buSzPts val="1600"/>
              <a:buFont typeface="Raleway"/>
              <a:buNone/>
              <a:defRPr b="1" sz="1600">
                <a:latin typeface="Raleway"/>
                <a:ea typeface="Raleway"/>
                <a:cs typeface="Raleway"/>
                <a:sym typeface="Raleway"/>
              </a:defRPr>
            </a:lvl7pPr>
            <a:lvl8pPr lvl="7" rtl="0" algn="ctr">
              <a:lnSpc>
                <a:spcPct val="100000"/>
              </a:lnSpc>
              <a:spcBef>
                <a:spcPts val="0"/>
              </a:spcBef>
              <a:spcAft>
                <a:spcPts val="0"/>
              </a:spcAft>
              <a:buSzPts val="1600"/>
              <a:buFont typeface="Raleway"/>
              <a:buNone/>
              <a:defRPr b="1" sz="1600">
                <a:latin typeface="Raleway"/>
                <a:ea typeface="Raleway"/>
                <a:cs typeface="Raleway"/>
                <a:sym typeface="Raleway"/>
              </a:defRPr>
            </a:lvl8pPr>
            <a:lvl9pPr lvl="8" rtl="0" algn="ctr">
              <a:lnSpc>
                <a:spcPct val="100000"/>
              </a:lnSpc>
              <a:spcBef>
                <a:spcPts val="0"/>
              </a:spcBef>
              <a:spcAft>
                <a:spcPts val="0"/>
              </a:spcAft>
              <a:buSzPts val="1600"/>
              <a:buFont typeface="Raleway"/>
              <a:buNone/>
              <a:defRPr b="1" sz="1600">
                <a:latin typeface="Raleway"/>
                <a:ea typeface="Raleway"/>
                <a:cs typeface="Raleway"/>
                <a:sym typeface="Raleway"/>
              </a:defRPr>
            </a:lvl9pPr>
          </a:lstStyle>
          <a:p/>
        </p:txBody>
      </p:sp>
      <p:sp>
        <p:nvSpPr>
          <p:cNvPr id="30" name="Google Shape;30;p5"/>
          <p:cNvSpPr txBox="1"/>
          <p:nvPr>
            <p:ph idx="3" type="subTitle"/>
          </p:nvPr>
        </p:nvSpPr>
        <p:spPr>
          <a:xfrm>
            <a:off x="3266006" y="1503272"/>
            <a:ext cx="56493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 name="Google Shape;31;p5"/>
          <p:cNvSpPr txBox="1"/>
          <p:nvPr>
            <p:ph idx="4" type="subTitle"/>
          </p:nvPr>
        </p:nvSpPr>
        <p:spPr>
          <a:xfrm>
            <a:off x="3266006" y="2747677"/>
            <a:ext cx="5649300" cy="534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 name="Google Shape;32;p5"/>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lvl1pPr lvl="0" algn="l">
              <a:spcBef>
                <a:spcPts val="0"/>
              </a:spcBef>
              <a:spcAft>
                <a:spcPts val="0"/>
              </a:spcAft>
              <a:buClr>
                <a:schemeClr val="dk1"/>
              </a:buClr>
              <a:buSzPts val="2600"/>
              <a:buNone/>
              <a:defRPr sz="2600">
                <a:solidFill>
                  <a:schemeClr val="dk1"/>
                </a:solidFill>
              </a:defRPr>
            </a:lvl1pPr>
            <a:lvl2pPr lvl="1">
              <a:spcBef>
                <a:spcPts val="0"/>
              </a:spcBef>
              <a:spcAft>
                <a:spcPts val="0"/>
              </a:spcAft>
              <a:buClr>
                <a:schemeClr val="dk1"/>
              </a:buClr>
              <a:buSzPts val="2600"/>
              <a:buNone/>
              <a:defRPr b="1" sz="2600">
                <a:solidFill>
                  <a:schemeClr val="dk1"/>
                </a:solidFill>
              </a:defRPr>
            </a:lvl2pPr>
            <a:lvl3pPr lvl="2">
              <a:spcBef>
                <a:spcPts val="0"/>
              </a:spcBef>
              <a:spcAft>
                <a:spcPts val="0"/>
              </a:spcAft>
              <a:buClr>
                <a:schemeClr val="dk1"/>
              </a:buClr>
              <a:buSzPts val="2600"/>
              <a:buNone/>
              <a:defRPr b="1" sz="2600">
                <a:solidFill>
                  <a:schemeClr val="dk1"/>
                </a:solidFill>
              </a:defRPr>
            </a:lvl3pPr>
            <a:lvl4pPr lvl="3">
              <a:spcBef>
                <a:spcPts val="0"/>
              </a:spcBef>
              <a:spcAft>
                <a:spcPts val="0"/>
              </a:spcAft>
              <a:buClr>
                <a:schemeClr val="dk1"/>
              </a:buClr>
              <a:buSzPts val="2600"/>
              <a:buNone/>
              <a:defRPr b="1" sz="2600">
                <a:solidFill>
                  <a:schemeClr val="dk1"/>
                </a:solidFill>
              </a:defRPr>
            </a:lvl4pPr>
            <a:lvl5pPr lvl="4">
              <a:spcBef>
                <a:spcPts val="0"/>
              </a:spcBef>
              <a:spcAft>
                <a:spcPts val="0"/>
              </a:spcAft>
              <a:buClr>
                <a:schemeClr val="dk1"/>
              </a:buClr>
              <a:buSzPts val="2600"/>
              <a:buNone/>
              <a:defRPr b="1" sz="2600">
                <a:solidFill>
                  <a:schemeClr val="dk1"/>
                </a:solidFill>
              </a:defRPr>
            </a:lvl5pPr>
            <a:lvl6pPr lvl="5">
              <a:spcBef>
                <a:spcPts val="0"/>
              </a:spcBef>
              <a:spcAft>
                <a:spcPts val="0"/>
              </a:spcAft>
              <a:buClr>
                <a:schemeClr val="dk1"/>
              </a:buClr>
              <a:buSzPts val="2600"/>
              <a:buNone/>
              <a:defRPr b="1" sz="2600">
                <a:solidFill>
                  <a:schemeClr val="dk1"/>
                </a:solidFill>
              </a:defRPr>
            </a:lvl6pPr>
            <a:lvl7pPr lvl="6">
              <a:spcBef>
                <a:spcPts val="0"/>
              </a:spcBef>
              <a:spcAft>
                <a:spcPts val="0"/>
              </a:spcAft>
              <a:buClr>
                <a:schemeClr val="dk1"/>
              </a:buClr>
              <a:buSzPts val="2600"/>
              <a:buNone/>
              <a:defRPr b="1" sz="2600">
                <a:solidFill>
                  <a:schemeClr val="dk1"/>
                </a:solidFill>
              </a:defRPr>
            </a:lvl7pPr>
            <a:lvl8pPr lvl="7">
              <a:spcBef>
                <a:spcPts val="0"/>
              </a:spcBef>
              <a:spcAft>
                <a:spcPts val="0"/>
              </a:spcAft>
              <a:buClr>
                <a:schemeClr val="dk1"/>
              </a:buClr>
              <a:buSzPts val="2600"/>
              <a:buNone/>
              <a:defRPr b="1" sz="2600">
                <a:solidFill>
                  <a:schemeClr val="dk1"/>
                </a:solidFill>
              </a:defRPr>
            </a:lvl8pPr>
            <a:lvl9pPr lvl="8">
              <a:spcBef>
                <a:spcPts val="0"/>
              </a:spcBef>
              <a:spcAft>
                <a:spcPts val="0"/>
              </a:spcAft>
              <a:buClr>
                <a:schemeClr val="dk1"/>
              </a:buClr>
              <a:buSzPts val="2600"/>
              <a:buNone/>
              <a:defRPr b="1" sz="2600">
                <a:solidFill>
                  <a:schemeClr val="dk1"/>
                </a:solidFill>
              </a:defRPr>
            </a:lvl9pPr>
          </a:lstStyle>
          <a:p/>
        </p:txBody>
      </p:sp>
      <p:sp>
        <p:nvSpPr>
          <p:cNvPr id="33" name="Google Shape;33;p5"/>
          <p:cNvSpPr/>
          <p:nvPr>
            <p:ph idx="5" type="pic"/>
          </p:nvPr>
        </p:nvSpPr>
        <p:spPr>
          <a:xfrm>
            <a:off x="359800" y="1203900"/>
            <a:ext cx="2583300" cy="3939600"/>
          </a:xfrm>
          <a:prstGeom prst="rect">
            <a:avLst/>
          </a:prstGeom>
          <a:noFill/>
          <a:ln>
            <a:noFill/>
          </a:ln>
        </p:spPr>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4" name="Shape 34"/>
        <p:cNvGrpSpPr/>
        <p:nvPr/>
      </p:nvGrpSpPr>
      <p:grpSpPr>
        <a:xfrm>
          <a:off x="0" y="0"/>
          <a:ext cx="0" cy="0"/>
          <a:chOff x="0" y="0"/>
          <a:chExt cx="0" cy="0"/>
        </a:xfrm>
      </p:grpSpPr>
      <p:pic>
        <p:nvPicPr>
          <p:cNvPr id="35" name="Google Shape;35;p6" title="tt.png"/>
          <p:cNvPicPr preferRelativeResize="0"/>
          <p:nvPr/>
        </p:nvPicPr>
        <p:blipFill>
          <a:blip r:embed="rId2">
            <a:alphaModFix amt="41000"/>
          </a:blip>
          <a:stretch>
            <a:fillRect/>
          </a:stretch>
        </p:blipFill>
        <p:spPr>
          <a:xfrm flipH="1" rot="10800000">
            <a:off x="0" y="0"/>
            <a:ext cx="9144000" cy="5143492"/>
          </a:xfrm>
          <a:prstGeom prst="rect">
            <a:avLst/>
          </a:prstGeom>
          <a:noFill/>
          <a:ln>
            <a:noFill/>
          </a:ln>
        </p:spPr>
      </p:pic>
      <p:sp>
        <p:nvSpPr>
          <p:cNvPr id="36" name="Google Shape;36;p6"/>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600"/>
              <a:buNone/>
              <a:defRPr sz="2600">
                <a:solidFill>
                  <a:schemeClr val="dk1"/>
                </a:solidFill>
              </a:defRPr>
            </a:lvl1pPr>
            <a:lvl2pPr lvl="1">
              <a:spcBef>
                <a:spcPts val="0"/>
              </a:spcBef>
              <a:spcAft>
                <a:spcPts val="0"/>
              </a:spcAft>
              <a:buClr>
                <a:schemeClr val="dk1"/>
              </a:buClr>
              <a:buSzPts val="2600"/>
              <a:buNone/>
              <a:defRPr b="1" sz="2600">
                <a:solidFill>
                  <a:schemeClr val="dk1"/>
                </a:solidFill>
              </a:defRPr>
            </a:lvl2pPr>
            <a:lvl3pPr lvl="2">
              <a:spcBef>
                <a:spcPts val="0"/>
              </a:spcBef>
              <a:spcAft>
                <a:spcPts val="0"/>
              </a:spcAft>
              <a:buClr>
                <a:schemeClr val="dk1"/>
              </a:buClr>
              <a:buSzPts val="2600"/>
              <a:buNone/>
              <a:defRPr b="1" sz="2600">
                <a:solidFill>
                  <a:schemeClr val="dk1"/>
                </a:solidFill>
              </a:defRPr>
            </a:lvl3pPr>
            <a:lvl4pPr lvl="3">
              <a:spcBef>
                <a:spcPts val="0"/>
              </a:spcBef>
              <a:spcAft>
                <a:spcPts val="0"/>
              </a:spcAft>
              <a:buClr>
                <a:schemeClr val="dk1"/>
              </a:buClr>
              <a:buSzPts val="2600"/>
              <a:buNone/>
              <a:defRPr b="1" sz="2600">
                <a:solidFill>
                  <a:schemeClr val="dk1"/>
                </a:solidFill>
              </a:defRPr>
            </a:lvl4pPr>
            <a:lvl5pPr lvl="4">
              <a:spcBef>
                <a:spcPts val="0"/>
              </a:spcBef>
              <a:spcAft>
                <a:spcPts val="0"/>
              </a:spcAft>
              <a:buClr>
                <a:schemeClr val="dk1"/>
              </a:buClr>
              <a:buSzPts val="2600"/>
              <a:buNone/>
              <a:defRPr b="1" sz="2600">
                <a:solidFill>
                  <a:schemeClr val="dk1"/>
                </a:solidFill>
              </a:defRPr>
            </a:lvl5pPr>
            <a:lvl6pPr lvl="5">
              <a:spcBef>
                <a:spcPts val="0"/>
              </a:spcBef>
              <a:spcAft>
                <a:spcPts val="0"/>
              </a:spcAft>
              <a:buClr>
                <a:schemeClr val="dk1"/>
              </a:buClr>
              <a:buSzPts val="2600"/>
              <a:buNone/>
              <a:defRPr b="1" sz="2600">
                <a:solidFill>
                  <a:schemeClr val="dk1"/>
                </a:solidFill>
              </a:defRPr>
            </a:lvl6pPr>
            <a:lvl7pPr lvl="6">
              <a:spcBef>
                <a:spcPts val="0"/>
              </a:spcBef>
              <a:spcAft>
                <a:spcPts val="0"/>
              </a:spcAft>
              <a:buClr>
                <a:schemeClr val="dk1"/>
              </a:buClr>
              <a:buSzPts val="2600"/>
              <a:buNone/>
              <a:defRPr b="1" sz="2600">
                <a:solidFill>
                  <a:schemeClr val="dk1"/>
                </a:solidFill>
              </a:defRPr>
            </a:lvl7pPr>
            <a:lvl8pPr lvl="7">
              <a:spcBef>
                <a:spcPts val="0"/>
              </a:spcBef>
              <a:spcAft>
                <a:spcPts val="0"/>
              </a:spcAft>
              <a:buClr>
                <a:schemeClr val="dk1"/>
              </a:buClr>
              <a:buSzPts val="2600"/>
              <a:buNone/>
              <a:defRPr b="1" sz="2600">
                <a:solidFill>
                  <a:schemeClr val="dk1"/>
                </a:solidFill>
              </a:defRPr>
            </a:lvl8pPr>
            <a:lvl9pPr lvl="8">
              <a:spcBef>
                <a:spcPts val="0"/>
              </a:spcBef>
              <a:spcAft>
                <a:spcPts val="0"/>
              </a:spcAft>
              <a:buClr>
                <a:schemeClr val="dk1"/>
              </a:buClr>
              <a:buSzPts val="2600"/>
              <a:buNone/>
              <a:defRPr b="1" sz="2600">
                <a:solidFill>
                  <a:schemeClr val="dk1"/>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 name="Shape 37"/>
        <p:cNvGrpSpPr/>
        <p:nvPr/>
      </p:nvGrpSpPr>
      <p:grpSpPr>
        <a:xfrm>
          <a:off x="0" y="0"/>
          <a:ext cx="0" cy="0"/>
          <a:chOff x="0" y="0"/>
          <a:chExt cx="0" cy="0"/>
        </a:xfrm>
      </p:grpSpPr>
      <p:pic>
        <p:nvPicPr>
          <p:cNvPr id="38" name="Google Shape;38;p7" title="tt.png"/>
          <p:cNvPicPr preferRelativeResize="0"/>
          <p:nvPr/>
        </p:nvPicPr>
        <p:blipFill>
          <a:blip r:embed="rId2">
            <a:alphaModFix amt="41000"/>
          </a:blip>
          <a:stretch>
            <a:fillRect/>
          </a:stretch>
        </p:blipFill>
        <p:spPr>
          <a:xfrm flipH="1" rot="10800000">
            <a:off x="0" y="0"/>
            <a:ext cx="9144000" cy="5143492"/>
          </a:xfrm>
          <a:prstGeom prst="rect">
            <a:avLst/>
          </a:prstGeom>
          <a:noFill/>
          <a:ln>
            <a:noFill/>
          </a:ln>
        </p:spPr>
      </p:pic>
      <p:sp>
        <p:nvSpPr>
          <p:cNvPr id="39" name="Google Shape;39;p7"/>
          <p:cNvSpPr txBox="1"/>
          <p:nvPr>
            <p:ph type="title"/>
          </p:nvPr>
        </p:nvSpPr>
        <p:spPr>
          <a:xfrm>
            <a:off x="239500" y="1277225"/>
            <a:ext cx="5562600" cy="698400"/>
          </a:xfrm>
          <a:prstGeom prst="rect">
            <a:avLst/>
          </a:prstGeom>
          <a:ln>
            <a:noFill/>
          </a:ln>
        </p:spPr>
        <p:txBody>
          <a:bodyPr anchorCtr="0" anchor="t" bIns="91425" lIns="91425" spcFirstLastPara="1" rIns="91425" wrap="square" tIns="91425">
            <a:noAutofit/>
          </a:bodyPr>
          <a:lstStyle>
            <a:lvl1pPr lvl="0" rtl="0" algn="l">
              <a:spcBef>
                <a:spcPts val="0"/>
              </a:spcBef>
              <a:spcAft>
                <a:spcPts val="0"/>
              </a:spcAft>
              <a:buSzPts val="2600"/>
              <a:buNone/>
              <a:defRPr/>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40" name="Google Shape;40;p7"/>
          <p:cNvSpPr txBox="1"/>
          <p:nvPr>
            <p:ph idx="1" type="body"/>
          </p:nvPr>
        </p:nvSpPr>
        <p:spPr>
          <a:xfrm>
            <a:off x="245950" y="2071400"/>
            <a:ext cx="5177400" cy="1953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2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41" name="Google Shape;41;p7"/>
          <p:cNvSpPr/>
          <p:nvPr>
            <p:ph idx="2" type="pic"/>
          </p:nvPr>
        </p:nvSpPr>
        <p:spPr>
          <a:xfrm>
            <a:off x="5197025" y="0"/>
            <a:ext cx="3947100" cy="51435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2" name="Shape 42"/>
        <p:cNvGrpSpPr/>
        <p:nvPr/>
      </p:nvGrpSpPr>
      <p:grpSpPr>
        <a:xfrm>
          <a:off x="0" y="0"/>
          <a:ext cx="0" cy="0"/>
          <a:chOff x="0" y="0"/>
          <a:chExt cx="0" cy="0"/>
        </a:xfrm>
      </p:grpSpPr>
      <p:pic>
        <p:nvPicPr>
          <p:cNvPr id="43" name="Google Shape;43;p8" title="tt.png"/>
          <p:cNvPicPr preferRelativeResize="0"/>
          <p:nvPr/>
        </p:nvPicPr>
        <p:blipFill>
          <a:blip r:embed="rId2">
            <a:alphaModFix amt="41000"/>
          </a:blip>
          <a:stretch>
            <a:fillRect/>
          </a:stretch>
        </p:blipFill>
        <p:spPr>
          <a:xfrm>
            <a:off x="0" y="0"/>
            <a:ext cx="9144000" cy="5143492"/>
          </a:xfrm>
          <a:prstGeom prst="rect">
            <a:avLst/>
          </a:prstGeom>
          <a:noFill/>
          <a:ln>
            <a:noFill/>
          </a:ln>
        </p:spPr>
      </p:pic>
      <p:sp>
        <p:nvSpPr>
          <p:cNvPr id="44" name="Google Shape;44;p8"/>
          <p:cNvSpPr txBox="1"/>
          <p:nvPr>
            <p:ph type="title"/>
          </p:nvPr>
        </p:nvSpPr>
        <p:spPr>
          <a:xfrm>
            <a:off x="1388100" y="1307100"/>
            <a:ext cx="6367800" cy="25293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5" name="Shape 45"/>
        <p:cNvGrpSpPr/>
        <p:nvPr/>
      </p:nvGrpSpPr>
      <p:grpSpPr>
        <a:xfrm>
          <a:off x="0" y="0"/>
          <a:ext cx="0" cy="0"/>
          <a:chOff x="0" y="0"/>
          <a:chExt cx="0" cy="0"/>
        </a:xfrm>
      </p:grpSpPr>
      <p:pic>
        <p:nvPicPr>
          <p:cNvPr id="46" name="Google Shape;46;p9" title="tt.png"/>
          <p:cNvPicPr preferRelativeResize="0"/>
          <p:nvPr/>
        </p:nvPicPr>
        <p:blipFill>
          <a:blip r:embed="rId2">
            <a:alphaModFix amt="41000"/>
          </a:blip>
          <a:stretch>
            <a:fillRect/>
          </a:stretch>
        </p:blipFill>
        <p:spPr>
          <a:xfrm rot="10800000">
            <a:off x="0" y="0"/>
            <a:ext cx="9144000" cy="5143492"/>
          </a:xfrm>
          <a:prstGeom prst="rect">
            <a:avLst/>
          </a:prstGeom>
          <a:noFill/>
          <a:ln>
            <a:noFill/>
          </a:ln>
        </p:spPr>
      </p:pic>
      <p:sp>
        <p:nvSpPr>
          <p:cNvPr id="47" name="Google Shape;47;p9"/>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8" name="Google Shape;48;p9"/>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9" name="Google Shape;49;p9"/>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600"/>
              <a:buNone/>
              <a:defRPr sz="2600">
                <a:solidFill>
                  <a:schemeClr val="dk1"/>
                </a:solidFill>
              </a:defRPr>
            </a:lvl1pPr>
            <a:lvl2pPr lvl="1">
              <a:spcBef>
                <a:spcPts val="0"/>
              </a:spcBef>
              <a:spcAft>
                <a:spcPts val="0"/>
              </a:spcAft>
              <a:buClr>
                <a:schemeClr val="dk1"/>
              </a:buClr>
              <a:buSzPts val="2600"/>
              <a:buNone/>
              <a:defRPr b="1" sz="2600">
                <a:solidFill>
                  <a:schemeClr val="dk1"/>
                </a:solidFill>
              </a:defRPr>
            </a:lvl2pPr>
            <a:lvl3pPr lvl="2">
              <a:spcBef>
                <a:spcPts val="0"/>
              </a:spcBef>
              <a:spcAft>
                <a:spcPts val="0"/>
              </a:spcAft>
              <a:buClr>
                <a:schemeClr val="dk1"/>
              </a:buClr>
              <a:buSzPts val="2600"/>
              <a:buNone/>
              <a:defRPr b="1" sz="2600">
                <a:solidFill>
                  <a:schemeClr val="dk1"/>
                </a:solidFill>
              </a:defRPr>
            </a:lvl3pPr>
            <a:lvl4pPr lvl="3">
              <a:spcBef>
                <a:spcPts val="0"/>
              </a:spcBef>
              <a:spcAft>
                <a:spcPts val="0"/>
              </a:spcAft>
              <a:buClr>
                <a:schemeClr val="dk1"/>
              </a:buClr>
              <a:buSzPts val="2600"/>
              <a:buNone/>
              <a:defRPr b="1" sz="2600">
                <a:solidFill>
                  <a:schemeClr val="dk1"/>
                </a:solidFill>
              </a:defRPr>
            </a:lvl4pPr>
            <a:lvl5pPr lvl="4">
              <a:spcBef>
                <a:spcPts val="0"/>
              </a:spcBef>
              <a:spcAft>
                <a:spcPts val="0"/>
              </a:spcAft>
              <a:buClr>
                <a:schemeClr val="dk1"/>
              </a:buClr>
              <a:buSzPts val="2600"/>
              <a:buNone/>
              <a:defRPr b="1" sz="2600">
                <a:solidFill>
                  <a:schemeClr val="dk1"/>
                </a:solidFill>
              </a:defRPr>
            </a:lvl5pPr>
            <a:lvl6pPr lvl="5">
              <a:spcBef>
                <a:spcPts val="0"/>
              </a:spcBef>
              <a:spcAft>
                <a:spcPts val="0"/>
              </a:spcAft>
              <a:buClr>
                <a:schemeClr val="dk1"/>
              </a:buClr>
              <a:buSzPts val="2600"/>
              <a:buNone/>
              <a:defRPr b="1" sz="2600">
                <a:solidFill>
                  <a:schemeClr val="dk1"/>
                </a:solidFill>
              </a:defRPr>
            </a:lvl6pPr>
            <a:lvl7pPr lvl="6">
              <a:spcBef>
                <a:spcPts val="0"/>
              </a:spcBef>
              <a:spcAft>
                <a:spcPts val="0"/>
              </a:spcAft>
              <a:buClr>
                <a:schemeClr val="dk1"/>
              </a:buClr>
              <a:buSzPts val="2600"/>
              <a:buNone/>
              <a:defRPr b="1" sz="2600">
                <a:solidFill>
                  <a:schemeClr val="dk1"/>
                </a:solidFill>
              </a:defRPr>
            </a:lvl7pPr>
            <a:lvl8pPr lvl="7">
              <a:spcBef>
                <a:spcPts val="0"/>
              </a:spcBef>
              <a:spcAft>
                <a:spcPts val="0"/>
              </a:spcAft>
              <a:buClr>
                <a:schemeClr val="dk1"/>
              </a:buClr>
              <a:buSzPts val="2600"/>
              <a:buNone/>
              <a:defRPr b="1" sz="2600">
                <a:solidFill>
                  <a:schemeClr val="dk1"/>
                </a:solidFill>
              </a:defRPr>
            </a:lvl8pPr>
            <a:lvl9pPr lvl="8">
              <a:spcBef>
                <a:spcPts val="0"/>
              </a:spcBef>
              <a:spcAft>
                <a:spcPts val="0"/>
              </a:spcAft>
              <a:buClr>
                <a:schemeClr val="dk1"/>
              </a:buClr>
              <a:buSzPts val="2600"/>
              <a:buNone/>
              <a:defRPr b="1" sz="2600">
                <a:solidFill>
                  <a:schemeClr val="dk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0" name="Shape 50"/>
        <p:cNvGrpSpPr/>
        <p:nvPr/>
      </p:nvGrpSpPr>
      <p:grpSpPr>
        <a:xfrm>
          <a:off x="0" y="0"/>
          <a:ext cx="0" cy="0"/>
          <a:chOff x="0" y="0"/>
          <a:chExt cx="0" cy="0"/>
        </a:xfrm>
      </p:grpSpPr>
      <p:sp>
        <p:nvSpPr>
          <p:cNvPr id="51" name="Google Shape;51;p10"/>
          <p:cNvSpPr/>
          <p:nvPr>
            <p:ph idx="2" type="pic"/>
          </p:nvPr>
        </p:nvSpPr>
        <p:spPr>
          <a:xfrm>
            <a:off x="0" y="0"/>
            <a:ext cx="9144000" cy="5143500"/>
          </a:xfrm>
          <a:prstGeom prst="rect">
            <a:avLst/>
          </a:prstGeom>
          <a:noFill/>
          <a:ln>
            <a:noFill/>
          </a:ln>
        </p:spPr>
      </p:sp>
      <p:sp>
        <p:nvSpPr>
          <p:cNvPr id="52" name="Google Shape;52;p10"/>
          <p:cNvSpPr txBox="1"/>
          <p:nvPr>
            <p:ph type="title"/>
          </p:nvPr>
        </p:nvSpPr>
        <p:spPr>
          <a:xfrm>
            <a:off x="228600" y="4375425"/>
            <a:ext cx="3498600" cy="544200"/>
          </a:xfrm>
          <a:prstGeom prst="rect">
            <a:avLst/>
          </a:prstGeom>
          <a:solidFill>
            <a:schemeClr val="accent1"/>
          </a:solidFill>
          <a:ln>
            <a:noFill/>
          </a:ln>
        </p:spPr>
        <p:txBody>
          <a:bodyPr anchorCtr="0" anchor="ctr" bIns="91425" lIns="91425" spcFirstLastPara="1" rIns="91425" wrap="square" tIns="91425">
            <a:noAutofit/>
          </a:bodyPr>
          <a:lstStyle>
            <a:lvl1pPr lvl="0" rtl="0" algn="ctr">
              <a:spcBef>
                <a:spcPts val="0"/>
              </a:spcBef>
              <a:spcAft>
                <a:spcPts val="0"/>
              </a:spcAft>
              <a:buSzPts val="2600"/>
              <a:buNone/>
              <a:defRPr sz="2400">
                <a:solidFill>
                  <a:schemeClr val="lt1"/>
                </a:solidFill>
              </a:defRPr>
            </a:lvl1pPr>
            <a:lvl2pPr lvl="1" rtl="0" algn="ctr">
              <a:spcBef>
                <a:spcPts val="0"/>
              </a:spcBef>
              <a:spcAft>
                <a:spcPts val="0"/>
              </a:spcAft>
              <a:buSzPts val="2600"/>
              <a:buNone/>
              <a:defRPr/>
            </a:lvl2pPr>
            <a:lvl3pPr lvl="2" rtl="0" algn="ctr">
              <a:spcBef>
                <a:spcPts val="0"/>
              </a:spcBef>
              <a:spcAft>
                <a:spcPts val="0"/>
              </a:spcAft>
              <a:buSzPts val="2600"/>
              <a:buNone/>
              <a:defRPr/>
            </a:lvl3pPr>
            <a:lvl4pPr lvl="3" rtl="0" algn="ctr">
              <a:spcBef>
                <a:spcPts val="0"/>
              </a:spcBef>
              <a:spcAft>
                <a:spcPts val="0"/>
              </a:spcAft>
              <a:buSzPts val="2600"/>
              <a:buNone/>
              <a:defRPr/>
            </a:lvl4pPr>
            <a:lvl5pPr lvl="4" rtl="0" algn="ctr">
              <a:spcBef>
                <a:spcPts val="0"/>
              </a:spcBef>
              <a:spcAft>
                <a:spcPts val="0"/>
              </a:spcAft>
              <a:buSzPts val="2600"/>
              <a:buNone/>
              <a:defRPr/>
            </a:lvl5pPr>
            <a:lvl6pPr lvl="5" rtl="0" algn="ctr">
              <a:spcBef>
                <a:spcPts val="0"/>
              </a:spcBef>
              <a:spcAft>
                <a:spcPts val="0"/>
              </a:spcAft>
              <a:buSzPts val="2600"/>
              <a:buNone/>
              <a:defRPr/>
            </a:lvl6pPr>
            <a:lvl7pPr lvl="6" rtl="0" algn="ctr">
              <a:spcBef>
                <a:spcPts val="0"/>
              </a:spcBef>
              <a:spcAft>
                <a:spcPts val="0"/>
              </a:spcAft>
              <a:buSzPts val="2600"/>
              <a:buNone/>
              <a:defRPr/>
            </a:lvl7pPr>
            <a:lvl8pPr lvl="7" rtl="0" algn="ctr">
              <a:spcBef>
                <a:spcPts val="0"/>
              </a:spcBef>
              <a:spcAft>
                <a:spcPts val="0"/>
              </a:spcAft>
              <a:buSzPts val="2600"/>
              <a:buNone/>
              <a:defRPr/>
            </a:lvl8pPr>
            <a:lvl9pPr lvl="8" rtl="0" algn="ctr">
              <a:spcBef>
                <a:spcPts val="0"/>
              </a:spcBef>
              <a:spcAft>
                <a:spcPts val="0"/>
              </a:spcAft>
              <a:buSzPts val="26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3" name="Shape 53"/>
        <p:cNvGrpSpPr/>
        <p:nvPr/>
      </p:nvGrpSpPr>
      <p:grpSpPr>
        <a:xfrm>
          <a:off x="0" y="0"/>
          <a:ext cx="0" cy="0"/>
          <a:chOff x="0" y="0"/>
          <a:chExt cx="0" cy="0"/>
        </a:xfrm>
      </p:grpSpPr>
      <p:pic>
        <p:nvPicPr>
          <p:cNvPr id="54" name="Google Shape;54;p11" title="tt.png"/>
          <p:cNvPicPr preferRelativeResize="0"/>
          <p:nvPr/>
        </p:nvPicPr>
        <p:blipFill>
          <a:blip r:embed="rId2">
            <a:alphaModFix amt="41000"/>
          </a:blip>
          <a:stretch>
            <a:fillRect/>
          </a:stretch>
        </p:blipFill>
        <p:spPr>
          <a:xfrm flipH="1" rot="10800000">
            <a:off x="0" y="0"/>
            <a:ext cx="9144000" cy="5143492"/>
          </a:xfrm>
          <a:prstGeom prst="rect">
            <a:avLst/>
          </a:prstGeom>
          <a:noFill/>
          <a:ln>
            <a:noFill/>
          </a:ln>
        </p:spPr>
      </p:pic>
      <p:sp>
        <p:nvSpPr>
          <p:cNvPr id="55" name="Google Shape;55;p11"/>
          <p:cNvSpPr txBox="1"/>
          <p:nvPr>
            <p:ph hasCustomPrompt="1" type="title"/>
          </p:nvPr>
        </p:nvSpPr>
        <p:spPr>
          <a:xfrm>
            <a:off x="1284000" y="1749925"/>
            <a:ext cx="6576000" cy="1002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6" name="Google Shape;56;p11"/>
          <p:cNvSpPr txBox="1"/>
          <p:nvPr>
            <p:ph idx="1" type="subTitle"/>
          </p:nvPr>
        </p:nvSpPr>
        <p:spPr>
          <a:xfrm>
            <a:off x="1284000" y="2915425"/>
            <a:ext cx="6576000" cy="520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57" name="Shape 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4">
    <p:spTree>
      <p:nvGrpSpPr>
        <p:cNvPr id="58" name="Shape 58"/>
        <p:cNvGrpSpPr/>
        <p:nvPr/>
      </p:nvGrpSpPr>
      <p:grpSpPr>
        <a:xfrm>
          <a:off x="0" y="0"/>
          <a:ext cx="0" cy="0"/>
          <a:chOff x="0" y="0"/>
          <a:chExt cx="0" cy="0"/>
        </a:xfrm>
      </p:grpSpPr>
      <p:pic>
        <p:nvPicPr>
          <p:cNvPr id="59" name="Google Shape;59;p13" title="tt.png"/>
          <p:cNvPicPr preferRelativeResize="0"/>
          <p:nvPr/>
        </p:nvPicPr>
        <p:blipFill>
          <a:blip r:embed="rId2">
            <a:alphaModFix amt="41000"/>
          </a:blip>
          <a:stretch>
            <a:fillRect/>
          </a:stretch>
        </p:blipFill>
        <p:spPr>
          <a:xfrm flipH="1">
            <a:off x="0" y="0"/>
            <a:ext cx="9144000" cy="5143492"/>
          </a:xfrm>
          <a:prstGeom prst="rect">
            <a:avLst/>
          </a:prstGeom>
          <a:noFill/>
          <a:ln>
            <a:noFill/>
          </a:ln>
        </p:spPr>
      </p:pic>
      <p:sp>
        <p:nvSpPr>
          <p:cNvPr id="60" name="Google Shape;60;p13"/>
          <p:cNvSpPr txBox="1"/>
          <p:nvPr>
            <p:ph idx="1" type="subTitle"/>
          </p:nvPr>
        </p:nvSpPr>
        <p:spPr>
          <a:xfrm>
            <a:off x="6407995" y="1120500"/>
            <a:ext cx="2347500" cy="310800"/>
          </a:xfrm>
          <a:prstGeom prst="rect">
            <a:avLst/>
          </a:prstGeom>
        </p:spPr>
        <p:txBody>
          <a:bodyPr anchorCtr="0" anchor="ctr" bIns="91425" lIns="91425" spcFirstLastPara="1" rIns="91425" wrap="square" tIns="91425">
            <a:noAutofit/>
          </a:bodyPr>
          <a:lstStyle>
            <a:lvl1pPr lvl="0">
              <a:spcBef>
                <a:spcPts val="0"/>
              </a:spcBef>
              <a:spcAft>
                <a:spcPts val="0"/>
              </a:spcAft>
              <a:buSzPts val="2000"/>
              <a:buFont typeface="IBM Plex Sans Light"/>
              <a:buNone/>
              <a:defRPr sz="1800">
                <a:latin typeface="Viaoda Libre"/>
                <a:ea typeface="Viaoda Libre"/>
                <a:cs typeface="Viaoda Libre"/>
                <a:sym typeface="Viaoda Libre"/>
              </a:defRPr>
            </a:lvl1pPr>
            <a:lvl2pPr lvl="1"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2pPr>
            <a:lvl3pPr lvl="2"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3pPr>
            <a:lvl4pPr lvl="3"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4pPr>
            <a:lvl5pPr lvl="4"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5pPr>
            <a:lvl6pPr lvl="5"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6pPr>
            <a:lvl7pPr lvl="6"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7pPr>
            <a:lvl8pPr lvl="7"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8pPr>
            <a:lvl9pPr lvl="8" algn="r">
              <a:spcBef>
                <a:spcPts val="0"/>
              </a:spcBef>
              <a:spcAft>
                <a:spcPts val="0"/>
              </a:spcAft>
              <a:buSzPts val="2000"/>
              <a:buFont typeface="IBM Plex Sans Light"/>
              <a:buNone/>
              <a:defRPr sz="2000">
                <a:latin typeface="IBM Plex Sans Light"/>
                <a:ea typeface="IBM Plex Sans Light"/>
                <a:cs typeface="IBM Plex Sans Light"/>
                <a:sym typeface="IBM Plex Sans Light"/>
              </a:defRPr>
            </a:lvl9pPr>
          </a:lstStyle>
          <a:p/>
        </p:txBody>
      </p:sp>
      <p:sp>
        <p:nvSpPr>
          <p:cNvPr id="61" name="Google Shape;61;p13"/>
          <p:cNvSpPr txBox="1"/>
          <p:nvPr>
            <p:ph idx="2" type="subTitle"/>
          </p:nvPr>
        </p:nvSpPr>
        <p:spPr>
          <a:xfrm>
            <a:off x="6407995" y="1663666"/>
            <a:ext cx="2343600" cy="3108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atin typeface="Viaoda Libre"/>
                <a:ea typeface="Viaoda Libre"/>
                <a:cs typeface="Viaoda Libre"/>
                <a:sym typeface="Viaoda Libr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2" name="Google Shape;62;p13"/>
          <p:cNvSpPr txBox="1"/>
          <p:nvPr>
            <p:ph idx="3" type="subTitle"/>
          </p:nvPr>
        </p:nvSpPr>
        <p:spPr>
          <a:xfrm>
            <a:off x="6407995" y="2750601"/>
            <a:ext cx="2343600" cy="3108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atin typeface="Viaoda Libre"/>
                <a:ea typeface="Viaoda Libre"/>
                <a:cs typeface="Viaoda Libre"/>
                <a:sym typeface="Viaoda Libr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 name="Google Shape;63;p13"/>
          <p:cNvSpPr txBox="1"/>
          <p:nvPr>
            <p:ph idx="4" type="subTitle"/>
          </p:nvPr>
        </p:nvSpPr>
        <p:spPr>
          <a:xfrm>
            <a:off x="6407995" y="4381005"/>
            <a:ext cx="2343600" cy="3108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atin typeface="Viaoda Libre"/>
                <a:ea typeface="Viaoda Libre"/>
                <a:cs typeface="Viaoda Libre"/>
                <a:sym typeface="Viaoda Libr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 name="Google Shape;64;p13"/>
          <p:cNvSpPr txBox="1"/>
          <p:nvPr>
            <p:ph idx="5" type="subTitle"/>
          </p:nvPr>
        </p:nvSpPr>
        <p:spPr>
          <a:xfrm>
            <a:off x="6407995" y="3837535"/>
            <a:ext cx="2343600" cy="3108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atin typeface="Viaoda Libre"/>
                <a:ea typeface="Viaoda Libre"/>
                <a:cs typeface="Viaoda Libre"/>
                <a:sym typeface="Viaoda Libr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 name="Google Shape;65;p13"/>
          <p:cNvSpPr txBox="1"/>
          <p:nvPr>
            <p:ph idx="6" type="subTitle"/>
          </p:nvPr>
        </p:nvSpPr>
        <p:spPr>
          <a:xfrm>
            <a:off x="6407995" y="2207133"/>
            <a:ext cx="2343600" cy="3108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atin typeface="Viaoda Libre"/>
                <a:ea typeface="Viaoda Libre"/>
                <a:cs typeface="Viaoda Libre"/>
                <a:sym typeface="Viaoda Libr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6" name="Google Shape;66;p13"/>
          <p:cNvSpPr txBox="1"/>
          <p:nvPr>
            <p:ph idx="7" type="subTitle"/>
          </p:nvPr>
        </p:nvSpPr>
        <p:spPr>
          <a:xfrm>
            <a:off x="6407995" y="3294068"/>
            <a:ext cx="2343600" cy="3108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atin typeface="Viaoda Libre"/>
                <a:ea typeface="Viaoda Libre"/>
                <a:cs typeface="Viaoda Libre"/>
                <a:sym typeface="Viaoda Libr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 name="Google Shape;67;p13"/>
          <p:cNvSpPr txBox="1"/>
          <p:nvPr>
            <p:ph hasCustomPrompt="1" type="title"/>
          </p:nvPr>
        </p:nvSpPr>
        <p:spPr>
          <a:xfrm>
            <a:off x="5618395" y="2716017"/>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100">
                <a:latin typeface="Ballet"/>
                <a:ea typeface="Ballet"/>
                <a:cs typeface="Ballet"/>
                <a:sym typeface="Ballet"/>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8" name="Google Shape;68;p13"/>
          <p:cNvSpPr txBox="1"/>
          <p:nvPr>
            <p:ph hasCustomPrompt="1" idx="8" type="title"/>
          </p:nvPr>
        </p:nvSpPr>
        <p:spPr>
          <a:xfrm>
            <a:off x="5618395" y="1629082"/>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100">
                <a:latin typeface="Ballet"/>
                <a:ea typeface="Ballet"/>
                <a:cs typeface="Ballet"/>
                <a:sym typeface="Ballet"/>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9" name="Google Shape;69;p13"/>
          <p:cNvSpPr txBox="1"/>
          <p:nvPr>
            <p:ph hasCustomPrompt="1" idx="9" type="title"/>
          </p:nvPr>
        </p:nvSpPr>
        <p:spPr>
          <a:xfrm>
            <a:off x="5618395" y="3259485"/>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100">
                <a:latin typeface="Ballet"/>
                <a:ea typeface="Ballet"/>
                <a:cs typeface="Ballet"/>
                <a:sym typeface="Ballet"/>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0" name="Google Shape;70;p13"/>
          <p:cNvSpPr txBox="1"/>
          <p:nvPr>
            <p:ph hasCustomPrompt="1" idx="13" type="title"/>
          </p:nvPr>
        </p:nvSpPr>
        <p:spPr>
          <a:xfrm>
            <a:off x="5618395" y="3802953"/>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100">
                <a:latin typeface="Ballet"/>
                <a:ea typeface="Ballet"/>
                <a:cs typeface="Ballet"/>
                <a:sym typeface="Ballet"/>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1" name="Google Shape;71;p13"/>
          <p:cNvSpPr txBox="1"/>
          <p:nvPr>
            <p:ph hasCustomPrompt="1" idx="14" type="title"/>
          </p:nvPr>
        </p:nvSpPr>
        <p:spPr>
          <a:xfrm>
            <a:off x="5618395" y="1085914"/>
            <a:ext cx="865800" cy="3105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3100">
                <a:latin typeface="Ballet"/>
                <a:ea typeface="Ballet"/>
                <a:cs typeface="Ballet"/>
                <a:sym typeface="Ballet"/>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2" name="Google Shape;72;p13"/>
          <p:cNvSpPr txBox="1"/>
          <p:nvPr>
            <p:ph hasCustomPrompt="1" idx="15" type="title"/>
          </p:nvPr>
        </p:nvSpPr>
        <p:spPr>
          <a:xfrm>
            <a:off x="5618395" y="2172550"/>
            <a:ext cx="865800" cy="31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3100">
                <a:latin typeface="Ballet"/>
                <a:ea typeface="Ballet"/>
                <a:cs typeface="Ballet"/>
                <a:sym typeface="Ballet"/>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3" name="Google Shape;73;p13"/>
          <p:cNvSpPr txBox="1"/>
          <p:nvPr>
            <p:ph hasCustomPrompt="1" idx="16" type="title"/>
          </p:nvPr>
        </p:nvSpPr>
        <p:spPr>
          <a:xfrm>
            <a:off x="5618395" y="4346421"/>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3100">
                <a:latin typeface="Ballet"/>
                <a:ea typeface="Ballet"/>
                <a:cs typeface="Ballet"/>
                <a:sym typeface="Ballet"/>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4" name="Google Shape;74;p13"/>
          <p:cNvSpPr txBox="1"/>
          <p:nvPr>
            <p:ph idx="17" type="title"/>
          </p:nvPr>
        </p:nvSpPr>
        <p:spPr>
          <a:xfrm>
            <a:off x="228600" y="216425"/>
            <a:ext cx="8686800" cy="860700"/>
          </a:xfrm>
          <a:prstGeom prst="rect">
            <a:avLst/>
          </a:prstGeom>
        </p:spPr>
        <p:txBody>
          <a:bodyPr anchorCtr="0" anchor="t" bIns="91425" lIns="91425" spcFirstLastPara="1" rIns="91425" wrap="square" tIns="91425">
            <a:noAutofit/>
          </a:bodyPr>
          <a:lstStyle>
            <a:lvl1pPr lvl="0" algn="l">
              <a:spcBef>
                <a:spcPts val="0"/>
              </a:spcBef>
              <a:spcAft>
                <a:spcPts val="0"/>
              </a:spcAft>
              <a:buClr>
                <a:schemeClr val="dk1"/>
              </a:buClr>
              <a:buSzPts val="2600"/>
              <a:buFont typeface="Raleway"/>
              <a:buNone/>
              <a:defRPr sz="2600">
                <a:solidFill>
                  <a:schemeClr val="dk1"/>
                </a:solidFill>
                <a:latin typeface="Raleway"/>
                <a:ea typeface="Raleway"/>
                <a:cs typeface="Raleway"/>
                <a:sym typeface="Raleway"/>
              </a:defRPr>
            </a:lvl1pPr>
            <a:lvl2pPr lvl="1">
              <a:spcBef>
                <a:spcPts val="0"/>
              </a:spcBef>
              <a:spcAft>
                <a:spcPts val="0"/>
              </a:spcAft>
              <a:buClr>
                <a:schemeClr val="dk1"/>
              </a:buClr>
              <a:buSzPts val="2600"/>
              <a:buFont typeface="Raleway"/>
              <a:buNone/>
              <a:defRPr b="1" sz="2600">
                <a:solidFill>
                  <a:schemeClr val="dk1"/>
                </a:solidFill>
                <a:latin typeface="Raleway"/>
                <a:ea typeface="Raleway"/>
                <a:cs typeface="Raleway"/>
                <a:sym typeface="Raleway"/>
              </a:defRPr>
            </a:lvl2pPr>
            <a:lvl3pPr lvl="2">
              <a:spcBef>
                <a:spcPts val="0"/>
              </a:spcBef>
              <a:spcAft>
                <a:spcPts val="0"/>
              </a:spcAft>
              <a:buClr>
                <a:schemeClr val="dk1"/>
              </a:buClr>
              <a:buSzPts val="2600"/>
              <a:buFont typeface="Raleway"/>
              <a:buNone/>
              <a:defRPr b="1" sz="2600">
                <a:solidFill>
                  <a:schemeClr val="dk1"/>
                </a:solidFill>
                <a:latin typeface="Raleway"/>
                <a:ea typeface="Raleway"/>
                <a:cs typeface="Raleway"/>
                <a:sym typeface="Raleway"/>
              </a:defRPr>
            </a:lvl3pPr>
            <a:lvl4pPr lvl="3">
              <a:spcBef>
                <a:spcPts val="0"/>
              </a:spcBef>
              <a:spcAft>
                <a:spcPts val="0"/>
              </a:spcAft>
              <a:buClr>
                <a:schemeClr val="dk1"/>
              </a:buClr>
              <a:buSzPts val="2600"/>
              <a:buFont typeface="Raleway"/>
              <a:buNone/>
              <a:defRPr b="1" sz="2600">
                <a:solidFill>
                  <a:schemeClr val="dk1"/>
                </a:solidFill>
                <a:latin typeface="Raleway"/>
                <a:ea typeface="Raleway"/>
                <a:cs typeface="Raleway"/>
                <a:sym typeface="Raleway"/>
              </a:defRPr>
            </a:lvl4pPr>
            <a:lvl5pPr lvl="4">
              <a:spcBef>
                <a:spcPts val="0"/>
              </a:spcBef>
              <a:spcAft>
                <a:spcPts val="0"/>
              </a:spcAft>
              <a:buClr>
                <a:schemeClr val="dk1"/>
              </a:buClr>
              <a:buSzPts val="2600"/>
              <a:buFont typeface="Raleway"/>
              <a:buNone/>
              <a:defRPr b="1" sz="2600">
                <a:solidFill>
                  <a:schemeClr val="dk1"/>
                </a:solidFill>
                <a:latin typeface="Raleway"/>
                <a:ea typeface="Raleway"/>
                <a:cs typeface="Raleway"/>
                <a:sym typeface="Raleway"/>
              </a:defRPr>
            </a:lvl5pPr>
            <a:lvl6pPr lvl="5">
              <a:spcBef>
                <a:spcPts val="0"/>
              </a:spcBef>
              <a:spcAft>
                <a:spcPts val="0"/>
              </a:spcAft>
              <a:buClr>
                <a:schemeClr val="dk1"/>
              </a:buClr>
              <a:buSzPts val="2600"/>
              <a:buFont typeface="Raleway"/>
              <a:buNone/>
              <a:defRPr b="1" sz="2600">
                <a:solidFill>
                  <a:schemeClr val="dk1"/>
                </a:solidFill>
                <a:latin typeface="Raleway"/>
                <a:ea typeface="Raleway"/>
                <a:cs typeface="Raleway"/>
                <a:sym typeface="Raleway"/>
              </a:defRPr>
            </a:lvl6pPr>
            <a:lvl7pPr lvl="6">
              <a:spcBef>
                <a:spcPts val="0"/>
              </a:spcBef>
              <a:spcAft>
                <a:spcPts val="0"/>
              </a:spcAft>
              <a:buClr>
                <a:schemeClr val="dk1"/>
              </a:buClr>
              <a:buSzPts val="2600"/>
              <a:buFont typeface="Raleway"/>
              <a:buNone/>
              <a:defRPr b="1" sz="2600">
                <a:solidFill>
                  <a:schemeClr val="dk1"/>
                </a:solidFill>
                <a:latin typeface="Raleway"/>
                <a:ea typeface="Raleway"/>
                <a:cs typeface="Raleway"/>
                <a:sym typeface="Raleway"/>
              </a:defRPr>
            </a:lvl7pPr>
            <a:lvl8pPr lvl="7">
              <a:spcBef>
                <a:spcPts val="0"/>
              </a:spcBef>
              <a:spcAft>
                <a:spcPts val="0"/>
              </a:spcAft>
              <a:buClr>
                <a:schemeClr val="dk1"/>
              </a:buClr>
              <a:buSzPts val="2600"/>
              <a:buFont typeface="Raleway"/>
              <a:buNone/>
              <a:defRPr b="1" sz="2600">
                <a:solidFill>
                  <a:schemeClr val="dk1"/>
                </a:solidFill>
                <a:latin typeface="Raleway"/>
                <a:ea typeface="Raleway"/>
                <a:cs typeface="Raleway"/>
                <a:sym typeface="Raleway"/>
              </a:defRPr>
            </a:lvl8pPr>
            <a:lvl9pPr lvl="8">
              <a:spcBef>
                <a:spcPts val="0"/>
              </a:spcBef>
              <a:spcAft>
                <a:spcPts val="0"/>
              </a:spcAft>
              <a:buClr>
                <a:schemeClr val="dk1"/>
              </a:buClr>
              <a:buSzPts val="2600"/>
              <a:buFont typeface="Raleway"/>
              <a:buNone/>
              <a:defRPr b="1" sz="2600">
                <a:solidFill>
                  <a:schemeClr val="dk1"/>
                </a:solidFill>
                <a:latin typeface="Raleway"/>
                <a:ea typeface="Raleway"/>
                <a:cs typeface="Raleway"/>
                <a:sym typeface="Raleway"/>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2">
    <p:spTree>
      <p:nvGrpSpPr>
        <p:cNvPr id="75" name="Shape 75"/>
        <p:cNvGrpSpPr/>
        <p:nvPr/>
      </p:nvGrpSpPr>
      <p:grpSpPr>
        <a:xfrm>
          <a:off x="0" y="0"/>
          <a:ext cx="0" cy="0"/>
          <a:chOff x="0" y="0"/>
          <a:chExt cx="0" cy="0"/>
        </a:xfrm>
      </p:grpSpPr>
      <p:pic>
        <p:nvPicPr>
          <p:cNvPr id="76" name="Google Shape;76;p14" title="tt.png"/>
          <p:cNvPicPr preferRelativeResize="0"/>
          <p:nvPr/>
        </p:nvPicPr>
        <p:blipFill>
          <a:blip r:embed="rId2">
            <a:alphaModFix amt="41000"/>
          </a:blip>
          <a:stretch>
            <a:fillRect/>
          </a:stretch>
        </p:blipFill>
        <p:spPr>
          <a:xfrm flipH="1">
            <a:off x="0" y="0"/>
            <a:ext cx="9144000" cy="5143492"/>
          </a:xfrm>
          <a:prstGeom prst="rect">
            <a:avLst/>
          </a:prstGeom>
          <a:noFill/>
          <a:ln>
            <a:noFill/>
          </a:ln>
        </p:spPr>
      </p:pic>
      <p:sp>
        <p:nvSpPr>
          <p:cNvPr id="77" name="Google Shape;77;p14"/>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600"/>
              <a:buNone/>
              <a:defRPr sz="2600">
                <a:solidFill>
                  <a:schemeClr val="dk1"/>
                </a:solidFill>
              </a:defRPr>
            </a:lvl1pPr>
            <a:lvl2pPr lvl="1">
              <a:spcBef>
                <a:spcPts val="0"/>
              </a:spcBef>
              <a:spcAft>
                <a:spcPts val="0"/>
              </a:spcAft>
              <a:buClr>
                <a:schemeClr val="dk1"/>
              </a:buClr>
              <a:buSzPts val="2600"/>
              <a:buNone/>
              <a:defRPr b="1" sz="2600">
                <a:solidFill>
                  <a:schemeClr val="dk1"/>
                </a:solidFill>
              </a:defRPr>
            </a:lvl2pPr>
            <a:lvl3pPr lvl="2">
              <a:spcBef>
                <a:spcPts val="0"/>
              </a:spcBef>
              <a:spcAft>
                <a:spcPts val="0"/>
              </a:spcAft>
              <a:buClr>
                <a:schemeClr val="dk1"/>
              </a:buClr>
              <a:buSzPts val="2600"/>
              <a:buNone/>
              <a:defRPr b="1" sz="2600">
                <a:solidFill>
                  <a:schemeClr val="dk1"/>
                </a:solidFill>
              </a:defRPr>
            </a:lvl3pPr>
            <a:lvl4pPr lvl="3">
              <a:spcBef>
                <a:spcPts val="0"/>
              </a:spcBef>
              <a:spcAft>
                <a:spcPts val="0"/>
              </a:spcAft>
              <a:buClr>
                <a:schemeClr val="dk1"/>
              </a:buClr>
              <a:buSzPts val="2600"/>
              <a:buNone/>
              <a:defRPr b="1" sz="2600">
                <a:solidFill>
                  <a:schemeClr val="dk1"/>
                </a:solidFill>
              </a:defRPr>
            </a:lvl4pPr>
            <a:lvl5pPr lvl="4">
              <a:spcBef>
                <a:spcPts val="0"/>
              </a:spcBef>
              <a:spcAft>
                <a:spcPts val="0"/>
              </a:spcAft>
              <a:buClr>
                <a:schemeClr val="dk1"/>
              </a:buClr>
              <a:buSzPts val="2600"/>
              <a:buNone/>
              <a:defRPr b="1" sz="2600">
                <a:solidFill>
                  <a:schemeClr val="dk1"/>
                </a:solidFill>
              </a:defRPr>
            </a:lvl5pPr>
            <a:lvl6pPr lvl="5">
              <a:spcBef>
                <a:spcPts val="0"/>
              </a:spcBef>
              <a:spcAft>
                <a:spcPts val="0"/>
              </a:spcAft>
              <a:buClr>
                <a:schemeClr val="dk1"/>
              </a:buClr>
              <a:buSzPts val="2600"/>
              <a:buNone/>
              <a:defRPr b="1" sz="2600">
                <a:solidFill>
                  <a:schemeClr val="dk1"/>
                </a:solidFill>
              </a:defRPr>
            </a:lvl6pPr>
            <a:lvl7pPr lvl="6">
              <a:spcBef>
                <a:spcPts val="0"/>
              </a:spcBef>
              <a:spcAft>
                <a:spcPts val="0"/>
              </a:spcAft>
              <a:buClr>
                <a:schemeClr val="dk1"/>
              </a:buClr>
              <a:buSzPts val="2600"/>
              <a:buNone/>
              <a:defRPr b="1" sz="2600">
                <a:solidFill>
                  <a:schemeClr val="dk1"/>
                </a:solidFill>
              </a:defRPr>
            </a:lvl7pPr>
            <a:lvl8pPr lvl="7">
              <a:spcBef>
                <a:spcPts val="0"/>
              </a:spcBef>
              <a:spcAft>
                <a:spcPts val="0"/>
              </a:spcAft>
              <a:buClr>
                <a:schemeClr val="dk1"/>
              </a:buClr>
              <a:buSzPts val="2600"/>
              <a:buNone/>
              <a:defRPr b="1" sz="2600">
                <a:solidFill>
                  <a:schemeClr val="dk1"/>
                </a:solidFill>
              </a:defRPr>
            </a:lvl8pPr>
            <a:lvl9pPr lvl="8">
              <a:spcBef>
                <a:spcPts val="0"/>
              </a:spcBef>
              <a:spcAft>
                <a:spcPts val="0"/>
              </a:spcAft>
              <a:buClr>
                <a:schemeClr val="dk1"/>
              </a:buClr>
              <a:buSzPts val="2600"/>
              <a:buNone/>
              <a:defRPr b="1" sz="2600">
                <a:solidFill>
                  <a:schemeClr val="dk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
    <p:spTree>
      <p:nvGrpSpPr>
        <p:cNvPr id="78" name="Shape 78"/>
        <p:cNvGrpSpPr/>
        <p:nvPr/>
      </p:nvGrpSpPr>
      <p:grpSpPr>
        <a:xfrm>
          <a:off x="0" y="0"/>
          <a:ext cx="0" cy="0"/>
          <a:chOff x="0" y="0"/>
          <a:chExt cx="0" cy="0"/>
        </a:xfrm>
      </p:grpSpPr>
      <p:pic>
        <p:nvPicPr>
          <p:cNvPr id="79" name="Google Shape;79;p15" title="tt.png"/>
          <p:cNvPicPr preferRelativeResize="0"/>
          <p:nvPr/>
        </p:nvPicPr>
        <p:blipFill>
          <a:blip r:embed="rId2">
            <a:alphaModFix amt="41000"/>
          </a:blip>
          <a:stretch>
            <a:fillRect/>
          </a:stretch>
        </p:blipFill>
        <p:spPr>
          <a:xfrm flipH="1" rot="10800000">
            <a:off x="0" y="0"/>
            <a:ext cx="9144000" cy="5143492"/>
          </a:xfrm>
          <a:prstGeom prst="rect">
            <a:avLst/>
          </a:prstGeom>
          <a:noFill/>
          <a:ln>
            <a:noFill/>
          </a:ln>
        </p:spPr>
      </p:pic>
      <p:pic>
        <p:nvPicPr>
          <p:cNvPr id="80" name="Google Shape;80;p15" title="background-damaged-wall-texture.jpg"/>
          <p:cNvPicPr preferRelativeResize="0"/>
          <p:nvPr/>
        </p:nvPicPr>
        <p:blipFill rotWithShape="1">
          <a:blip r:embed="rId3">
            <a:alphaModFix/>
          </a:blip>
          <a:srcRect b="27802" l="0" r="0" t="27806"/>
          <a:stretch/>
        </p:blipFill>
        <p:spPr>
          <a:xfrm rot="5400000">
            <a:off x="5824089" y="1394288"/>
            <a:ext cx="3960274" cy="1171699"/>
          </a:xfrm>
          <a:prstGeom prst="rect">
            <a:avLst/>
          </a:prstGeom>
          <a:noFill/>
          <a:ln>
            <a:noFill/>
          </a:ln>
        </p:spPr>
      </p:pic>
      <p:sp>
        <p:nvSpPr>
          <p:cNvPr id="81" name="Google Shape;81;p15"/>
          <p:cNvSpPr txBox="1"/>
          <p:nvPr>
            <p:ph idx="1" type="body"/>
          </p:nvPr>
        </p:nvSpPr>
        <p:spPr>
          <a:xfrm>
            <a:off x="245950" y="3054050"/>
            <a:ext cx="4513500" cy="18105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2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82" name="Google Shape;82;p15"/>
          <p:cNvSpPr/>
          <p:nvPr>
            <p:ph idx="2" type="pic"/>
          </p:nvPr>
        </p:nvSpPr>
        <p:spPr>
          <a:xfrm>
            <a:off x="4869025" y="981435"/>
            <a:ext cx="4275000" cy="1951200"/>
          </a:xfrm>
          <a:prstGeom prst="rect">
            <a:avLst/>
          </a:prstGeom>
          <a:noFill/>
          <a:ln>
            <a:noFill/>
          </a:ln>
        </p:spPr>
      </p:sp>
      <p:sp>
        <p:nvSpPr>
          <p:cNvPr id="83" name="Google Shape;83;p15"/>
          <p:cNvSpPr txBox="1"/>
          <p:nvPr>
            <p:ph type="title"/>
          </p:nvPr>
        </p:nvSpPr>
        <p:spPr>
          <a:xfrm>
            <a:off x="228600" y="278950"/>
            <a:ext cx="4513500" cy="1612200"/>
          </a:xfrm>
          <a:prstGeom prst="rect">
            <a:avLst/>
          </a:prstGeom>
        </p:spPr>
        <p:txBody>
          <a:bodyPr anchorCtr="0" anchor="t" bIns="91425" lIns="91425" spcFirstLastPara="1" rIns="91425" wrap="square" tIns="91425">
            <a:noAutofit/>
          </a:bodyPr>
          <a:lstStyle>
            <a:lvl1pPr lvl="0" algn="l">
              <a:spcBef>
                <a:spcPts val="0"/>
              </a:spcBef>
              <a:spcAft>
                <a:spcPts val="0"/>
              </a:spcAft>
              <a:buClr>
                <a:schemeClr val="dk1"/>
              </a:buClr>
              <a:buSzPts val="3000"/>
              <a:buNone/>
              <a:defRPr sz="3000">
                <a:solidFill>
                  <a:schemeClr val="dk1"/>
                </a:solidFill>
              </a:defRPr>
            </a:lvl1pPr>
            <a:lvl2pPr lvl="1">
              <a:spcBef>
                <a:spcPts val="0"/>
              </a:spcBef>
              <a:spcAft>
                <a:spcPts val="0"/>
              </a:spcAft>
              <a:buClr>
                <a:schemeClr val="dk1"/>
              </a:buClr>
              <a:buSzPts val="3000"/>
              <a:buNone/>
              <a:defRPr b="1" sz="3000">
                <a:solidFill>
                  <a:schemeClr val="dk1"/>
                </a:solidFill>
              </a:defRPr>
            </a:lvl2pPr>
            <a:lvl3pPr lvl="2">
              <a:spcBef>
                <a:spcPts val="0"/>
              </a:spcBef>
              <a:spcAft>
                <a:spcPts val="0"/>
              </a:spcAft>
              <a:buClr>
                <a:schemeClr val="dk1"/>
              </a:buClr>
              <a:buSzPts val="3000"/>
              <a:buNone/>
              <a:defRPr b="1" sz="3000">
                <a:solidFill>
                  <a:schemeClr val="dk1"/>
                </a:solidFill>
              </a:defRPr>
            </a:lvl3pPr>
            <a:lvl4pPr lvl="3">
              <a:spcBef>
                <a:spcPts val="0"/>
              </a:spcBef>
              <a:spcAft>
                <a:spcPts val="0"/>
              </a:spcAft>
              <a:buClr>
                <a:schemeClr val="dk1"/>
              </a:buClr>
              <a:buSzPts val="3000"/>
              <a:buNone/>
              <a:defRPr b="1" sz="3000">
                <a:solidFill>
                  <a:schemeClr val="dk1"/>
                </a:solidFill>
              </a:defRPr>
            </a:lvl4pPr>
            <a:lvl5pPr lvl="4">
              <a:spcBef>
                <a:spcPts val="0"/>
              </a:spcBef>
              <a:spcAft>
                <a:spcPts val="0"/>
              </a:spcAft>
              <a:buClr>
                <a:schemeClr val="dk1"/>
              </a:buClr>
              <a:buSzPts val="3000"/>
              <a:buNone/>
              <a:defRPr b="1" sz="3000">
                <a:solidFill>
                  <a:schemeClr val="dk1"/>
                </a:solidFill>
              </a:defRPr>
            </a:lvl5pPr>
            <a:lvl6pPr lvl="5">
              <a:spcBef>
                <a:spcPts val="0"/>
              </a:spcBef>
              <a:spcAft>
                <a:spcPts val="0"/>
              </a:spcAft>
              <a:buClr>
                <a:schemeClr val="dk1"/>
              </a:buClr>
              <a:buSzPts val="3000"/>
              <a:buNone/>
              <a:defRPr b="1" sz="3000">
                <a:solidFill>
                  <a:schemeClr val="dk1"/>
                </a:solidFill>
              </a:defRPr>
            </a:lvl6pPr>
            <a:lvl7pPr lvl="6">
              <a:spcBef>
                <a:spcPts val="0"/>
              </a:spcBef>
              <a:spcAft>
                <a:spcPts val="0"/>
              </a:spcAft>
              <a:buClr>
                <a:schemeClr val="dk1"/>
              </a:buClr>
              <a:buSzPts val="3000"/>
              <a:buNone/>
              <a:defRPr b="1" sz="3000">
                <a:solidFill>
                  <a:schemeClr val="dk1"/>
                </a:solidFill>
              </a:defRPr>
            </a:lvl7pPr>
            <a:lvl8pPr lvl="7">
              <a:spcBef>
                <a:spcPts val="0"/>
              </a:spcBef>
              <a:spcAft>
                <a:spcPts val="0"/>
              </a:spcAft>
              <a:buClr>
                <a:schemeClr val="dk1"/>
              </a:buClr>
              <a:buSzPts val="3000"/>
              <a:buNone/>
              <a:defRPr b="1" sz="3000">
                <a:solidFill>
                  <a:schemeClr val="dk1"/>
                </a:solidFill>
              </a:defRPr>
            </a:lvl8pPr>
            <a:lvl9pPr lvl="8">
              <a:spcBef>
                <a:spcPts val="0"/>
              </a:spcBef>
              <a:spcAft>
                <a:spcPts val="0"/>
              </a:spcAft>
              <a:buClr>
                <a:schemeClr val="dk1"/>
              </a:buClr>
              <a:buSzPts val="3000"/>
              <a:buNone/>
              <a:defRPr b="1" sz="3000">
                <a:solidFill>
                  <a:schemeClr val="dk1"/>
                </a:solidFill>
              </a:defRPr>
            </a:lvl9pPr>
          </a:lstStyle>
          <a:p/>
        </p:txBody>
      </p:sp>
      <p:cxnSp>
        <p:nvCxnSpPr>
          <p:cNvPr id="84" name="Google Shape;84;p15"/>
          <p:cNvCxnSpPr/>
          <p:nvPr/>
        </p:nvCxnSpPr>
        <p:spPr>
          <a:xfrm>
            <a:off x="5053555" y="4686800"/>
            <a:ext cx="40713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2">
    <p:spTree>
      <p:nvGrpSpPr>
        <p:cNvPr id="85" name="Shape 85"/>
        <p:cNvGrpSpPr/>
        <p:nvPr/>
      </p:nvGrpSpPr>
      <p:grpSpPr>
        <a:xfrm>
          <a:off x="0" y="0"/>
          <a:ext cx="0" cy="0"/>
          <a:chOff x="0" y="0"/>
          <a:chExt cx="0" cy="0"/>
        </a:xfrm>
      </p:grpSpPr>
      <p:pic>
        <p:nvPicPr>
          <p:cNvPr id="86" name="Google Shape;86;p16" title="tt.png"/>
          <p:cNvPicPr preferRelativeResize="0"/>
          <p:nvPr/>
        </p:nvPicPr>
        <p:blipFill>
          <a:blip r:embed="rId2">
            <a:alphaModFix amt="41000"/>
          </a:blip>
          <a:stretch>
            <a:fillRect/>
          </a:stretch>
        </p:blipFill>
        <p:spPr>
          <a:xfrm flipH="1">
            <a:off x="0" y="0"/>
            <a:ext cx="9144000" cy="5143492"/>
          </a:xfrm>
          <a:prstGeom prst="rect">
            <a:avLst/>
          </a:prstGeom>
          <a:noFill/>
          <a:ln>
            <a:noFill/>
          </a:ln>
        </p:spPr>
      </p:pic>
      <p:sp>
        <p:nvSpPr>
          <p:cNvPr id="87" name="Google Shape;87;p16"/>
          <p:cNvSpPr txBox="1"/>
          <p:nvPr>
            <p:ph type="title"/>
          </p:nvPr>
        </p:nvSpPr>
        <p:spPr>
          <a:xfrm>
            <a:off x="1074550" y="307375"/>
            <a:ext cx="7803600" cy="10656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88" name="Google Shape;88;p16"/>
          <p:cNvSpPr txBox="1"/>
          <p:nvPr>
            <p:ph idx="1" type="body"/>
          </p:nvPr>
        </p:nvSpPr>
        <p:spPr>
          <a:xfrm>
            <a:off x="265750" y="3200225"/>
            <a:ext cx="6287100" cy="16359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2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cxnSp>
        <p:nvCxnSpPr>
          <p:cNvPr id="89" name="Google Shape;89;p16"/>
          <p:cNvCxnSpPr/>
          <p:nvPr/>
        </p:nvCxnSpPr>
        <p:spPr>
          <a:xfrm>
            <a:off x="0" y="2571750"/>
            <a:ext cx="67719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90" name="Shape 90"/>
        <p:cNvGrpSpPr/>
        <p:nvPr/>
      </p:nvGrpSpPr>
      <p:grpSpPr>
        <a:xfrm>
          <a:off x="0" y="0"/>
          <a:ext cx="0" cy="0"/>
          <a:chOff x="0" y="0"/>
          <a:chExt cx="0" cy="0"/>
        </a:xfrm>
      </p:grpSpPr>
      <p:pic>
        <p:nvPicPr>
          <p:cNvPr id="91" name="Google Shape;91;p17" title="tt.png"/>
          <p:cNvPicPr preferRelativeResize="0"/>
          <p:nvPr/>
        </p:nvPicPr>
        <p:blipFill>
          <a:blip r:embed="rId2">
            <a:alphaModFix amt="41000"/>
          </a:blip>
          <a:stretch>
            <a:fillRect/>
          </a:stretch>
        </p:blipFill>
        <p:spPr>
          <a:xfrm flipH="1" rot="10800000">
            <a:off x="0" y="0"/>
            <a:ext cx="9144000" cy="5143492"/>
          </a:xfrm>
          <a:prstGeom prst="rect">
            <a:avLst/>
          </a:prstGeom>
          <a:noFill/>
          <a:ln>
            <a:noFill/>
          </a:ln>
        </p:spPr>
      </p:pic>
      <p:sp>
        <p:nvSpPr>
          <p:cNvPr id="92" name="Google Shape;92;p17"/>
          <p:cNvSpPr txBox="1"/>
          <p:nvPr>
            <p:ph idx="1" type="subTitle"/>
          </p:nvPr>
        </p:nvSpPr>
        <p:spPr>
          <a:xfrm>
            <a:off x="302338" y="2115495"/>
            <a:ext cx="25299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3" name="Google Shape;93;p17"/>
          <p:cNvSpPr txBox="1"/>
          <p:nvPr>
            <p:ph idx="2" type="subTitle"/>
          </p:nvPr>
        </p:nvSpPr>
        <p:spPr>
          <a:xfrm>
            <a:off x="3307062" y="2115495"/>
            <a:ext cx="25299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4" name="Google Shape;94;p17"/>
          <p:cNvSpPr txBox="1"/>
          <p:nvPr>
            <p:ph idx="3" type="subTitle"/>
          </p:nvPr>
        </p:nvSpPr>
        <p:spPr>
          <a:xfrm>
            <a:off x="302338" y="3853695"/>
            <a:ext cx="25299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5" name="Google Shape;95;p17"/>
          <p:cNvSpPr txBox="1"/>
          <p:nvPr>
            <p:ph idx="4" type="subTitle"/>
          </p:nvPr>
        </p:nvSpPr>
        <p:spPr>
          <a:xfrm>
            <a:off x="3307062" y="3853695"/>
            <a:ext cx="25299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 name="Google Shape;96;p17"/>
          <p:cNvSpPr txBox="1"/>
          <p:nvPr>
            <p:ph idx="5" type="subTitle"/>
          </p:nvPr>
        </p:nvSpPr>
        <p:spPr>
          <a:xfrm>
            <a:off x="6311763" y="2115495"/>
            <a:ext cx="25299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 name="Google Shape;97;p17"/>
          <p:cNvSpPr txBox="1"/>
          <p:nvPr>
            <p:ph idx="6" type="subTitle"/>
          </p:nvPr>
        </p:nvSpPr>
        <p:spPr>
          <a:xfrm>
            <a:off x="6311763" y="3853695"/>
            <a:ext cx="25299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 name="Google Shape;98;p17"/>
          <p:cNvSpPr txBox="1"/>
          <p:nvPr>
            <p:ph idx="7" type="subTitle"/>
          </p:nvPr>
        </p:nvSpPr>
        <p:spPr>
          <a:xfrm>
            <a:off x="302338" y="1625950"/>
            <a:ext cx="25299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aleway"/>
              <a:buNone/>
              <a:defRPr sz="1800">
                <a:solidFill>
                  <a:schemeClr val="dk2"/>
                </a:solidFill>
                <a:latin typeface="Viaoda Libre"/>
                <a:ea typeface="Viaoda Libre"/>
                <a:cs typeface="Viaoda Libre"/>
                <a:sym typeface="Viaoda Libre"/>
              </a:defRPr>
            </a:lvl1pPr>
            <a:lvl2pPr lvl="1" rtl="0" algn="ctr">
              <a:lnSpc>
                <a:spcPct val="100000"/>
              </a:lnSpc>
              <a:spcBef>
                <a:spcPts val="0"/>
              </a:spcBef>
              <a:spcAft>
                <a:spcPts val="0"/>
              </a:spcAft>
              <a:buSzPts val="1600"/>
              <a:buFont typeface="Raleway"/>
              <a:buNone/>
              <a:defRPr b="1" sz="1600">
                <a:latin typeface="Raleway"/>
                <a:ea typeface="Raleway"/>
                <a:cs typeface="Raleway"/>
                <a:sym typeface="Raleway"/>
              </a:defRPr>
            </a:lvl2pPr>
            <a:lvl3pPr lvl="2" rtl="0" algn="ctr">
              <a:lnSpc>
                <a:spcPct val="100000"/>
              </a:lnSpc>
              <a:spcBef>
                <a:spcPts val="0"/>
              </a:spcBef>
              <a:spcAft>
                <a:spcPts val="0"/>
              </a:spcAft>
              <a:buSzPts val="1600"/>
              <a:buFont typeface="Raleway"/>
              <a:buNone/>
              <a:defRPr b="1" sz="1600">
                <a:latin typeface="Raleway"/>
                <a:ea typeface="Raleway"/>
                <a:cs typeface="Raleway"/>
                <a:sym typeface="Raleway"/>
              </a:defRPr>
            </a:lvl3pPr>
            <a:lvl4pPr lvl="3" rtl="0" algn="ctr">
              <a:lnSpc>
                <a:spcPct val="100000"/>
              </a:lnSpc>
              <a:spcBef>
                <a:spcPts val="0"/>
              </a:spcBef>
              <a:spcAft>
                <a:spcPts val="0"/>
              </a:spcAft>
              <a:buSzPts val="1600"/>
              <a:buFont typeface="Raleway"/>
              <a:buNone/>
              <a:defRPr b="1" sz="1600">
                <a:latin typeface="Raleway"/>
                <a:ea typeface="Raleway"/>
                <a:cs typeface="Raleway"/>
                <a:sym typeface="Raleway"/>
              </a:defRPr>
            </a:lvl4pPr>
            <a:lvl5pPr lvl="4" rtl="0" algn="ctr">
              <a:lnSpc>
                <a:spcPct val="100000"/>
              </a:lnSpc>
              <a:spcBef>
                <a:spcPts val="0"/>
              </a:spcBef>
              <a:spcAft>
                <a:spcPts val="0"/>
              </a:spcAft>
              <a:buSzPts val="1600"/>
              <a:buFont typeface="Raleway"/>
              <a:buNone/>
              <a:defRPr b="1" sz="1600">
                <a:latin typeface="Raleway"/>
                <a:ea typeface="Raleway"/>
                <a:cs typeface="Raleway"/>
                <a:sym typeface="Raleway"/>
              </a:defRPr>
            </a:lvl5pPr>
            <a:lvl6pPr lvl="5" rtl="0" algn="ctr">
              <a:lnSpc>
                <a:spcPct val="100000"/>
              </a:lnSpc>
              <a:spcBef>
                <a:spcPts val="0"/>
              </a:spcBef>
              <a:spcAft>
                <a:spcPts val="0"/>
              </a:spcAft>
              <a:buSzPts val="1600"/>
              <a:buFont typeface="Raleway"/>
              <a:buNone/>
              <a:defRPr b="1" sz="1600">
                <a:latin typeface="Raleway"/>
                <a:ea typeface="Raleway"/>
                <a:cs typeface="Raleway"/>
                <a:sym typeface="Raleway"/>
              </a:defRPr>
            </a:lvl6pPr>
            <a:lvl7pPr lvl="6" rtl="0" algn="ctr">
              <a:lnSpc>
                <a:spcPct val="100000"/>
              </a:lnSpc>
              <a:spcBef>
                <a:spcPts val="0"/>
              </a:spcBef>
              <a:spcAft>
                <a:spcPts val="0"/>
              </a:spcAft>
              <a:buSzPts val="1600"/>
              <a:buFont typeface="Raleway"/>
              <a:buNone/>
              <a:defRPr b="1" sz="1600">
                <a:latin typeface="Raleway"/>
                <a:ea typeface="Raleway"/>
                <a:cs typeface="Raleway"/>
                <a:sym typeface="Raleway"/>
              </a:defRPr>
            </a:lvl7pPr>
            <a:lvl8pPr lvl="7" rtl="0" algn="ctr">
              <a:lnSpc>
                <a:spcPct val="100000"/>
              </a:lnSpc>
              <a:spcBef>
                <a:spcPts val="0"/>
              </a:spcBef>
              <a:spcAft>
                <a:spcPts val="0"/>
              </a:spcAft>
              <a:buSzPts val="1600"/>
              <a:buFont typeface="Raleway"/>
              <a:buNone/>
              <a:defRPr b="1" sz="1600">
                <a:latin typeface="Raleway"/>
                <a:ea typeface="Raleway"/>
                <a:cs typeface="Raleway"/>
                <a:sym typeface="Raleway"/>
              </a:defRPr>
            </a:lvl8pPr>
            <a:lvl9pPr lvl="8" rtl="0" algn="ctr">
              <a:lnSpc>
                <a:spcPct val="100000"/>
              </a:lnSpc>
              <a:spcBef>
                <a:spcPts val="0"/>
              </a:spcBef>
              <a:spcAft>
                <a:spcPts val="0"/>
              </a:spcAft>
              <a:buSzPts val="1600"/>
              <a:buFont typeface="Raleway"/>
              <a:buNone/>
              <a:defRPr b="1" sz="1600">
                <a:latin typeface="Raleway"/>
                <a:ea typeface="Raleway"/>
                <a:cs typeface="Raleway"/>
                <a:sym typeface="Raleway"/>
              </a:defRPr>
            </a:lvl9pPr>
          </a:lstStyle>
          <a:p/>
        </p:txBody>
      </p:sp>
      <p:sp>
        <p:nvSpPr>
          <p:cNvPr id="99" name="Google Shape;99;p17"/>
          <p:cNvSpPr txBox="1"/>
          <p:nvPr>
            <p:ph idx="8" type="subTitle"/>
          </p:nvPr>
        </p:nvSpPr>
        <p:spPr>
          <a:xfrm>
            <a:off x="3307062" y="1625950"/>
            <a:ext cx="25299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aleway"/>
              <a:buNone/>
              <a:defRPr sz="1800">
                <a:solidFill>
                  <a:schemeClr val="dk2"/>
                </a:solidFill>
                <a:latin typeface="Viaoda Libre"/>
                <a:ea typeface="Viaoda Libre"/>
                <a:cs typeface="Viaoda Libre"/>
                <a:sym typeface="Viaoda Libre"/>
              </a:defRPr>
            </a:lvl1pPr>
            <a:lvl2pPr lvl="1" rtl="0" algn="ctr">
              <a:lnSpc>
                <a:spcPct val="100000"/>
              </a:lnSpc>
              <a:spcBef>
                <a:spcPts val="0"/>
              </a:spcBef>
              <a:spcAft>
                <a:spcPts val="0"/>
              </a:spcAft>
              <a:buSzPts val="1600"/>
              <a:buFont typeface="Raleway"/>
              <a:buNone/>
              <a:defRPr b="1" sz="1600">
                <a:latin typeface="Raleway"/>
                <a:ea typeface="Raleway"/>
                <a:cs typeface="Raleway"/>
                <a:sym typeface="Raleway"/>
              </a:defRPr>
            </a:lvl2pPr>
            <a:lvl3pPr lvl="2" rtl="0" algn="ctr">
              <a:lnSpc>
                <a:spcPct val="100000"/>
              </a:lnSpc>
              <a:spcBef>
                <a:spcPts val="0"/>
              </a:spcBef>
              <a:spcAft>
                <a:spcPts val="0"/>
              </a:spcAft>
              <a:buSzPts val="1600"/>
              <a:buFont typeface="Raleway"/>
              <a:buNone/>
              <a:defRPr b="1" sz="1600">
                <a:latin typeface="Raleway"/>
                <a:ea typeface="Raleway"/>
                <a:cs typeface="Raleway"/>
                <a:sym typeface="Raleway"/>
              </a:defRPr>
            </a:lvl3pPr>
            <a:lvl4pPr lvl="3" rtl="0" algn="ctr">
              <a:lnSpc>
                <a:spcPct val="100000"/>
              </a:lnSpc>
              <a:spcBef>
                <a:spcPts val="0"/>
              </a:spcBef>
              <a:spcAft>
                <a:spcPts val="0"/>
              </a:spcAft>
              <a:buSzPts val="1600"/>
              <a:buFont typeface="Raleway"/>
              <a:buNone/>
              <a:defRPr b="1" sz="1600">
                <a:latin typeface="Raleway"/>
                <a:ea typeface="Raleway"/>
                <a:cs typeface="Raleway"/>
                <a:sym typeface="Raleway"/>
              </a:defRPr>
            </a:lvl4pPr>
            <a:lvl5pPr lvl="4" rtl="0" algn="ctr">
              <a:lnSpc>
                <a:spcPct val="100000"/>
              </a:lnSpc>
              <a:spcBef>
                <a:spcPts val="0"/>
              </a:spcBef>
              <a:spcAft>
                <a:spcPts val="0"/>
              </a:spcAft>
              <a:buSzPts val="1600"/>
              <a:buFont typeface="Raleway"/>
              <a:buNone/>
              <a:defRPr b="1" sz="1600">
                <a:latin typeface="Raleway"/>
                <a:ea typeface="Raleway"/>
                <a:cs typeface="Raleway"/>
                <a:sym typeface="Raleway"/>
              </a:defRPr>
            </a:lvl5pPr>
            <a:lvl6pPr lvl="5" rtl="0" algn="ctr">
              <a:lnSpc>
                <a:spcPct val="100000"/>
              </a:lnSpc>
              <a:spcBef>
                <a:spcPts val="0"/>
              </a:spcBef>
              <a:spcAft>
                <a:spcPts val="0"/>
              </a:spcAft>
              <a:buSzPts val="1600"/>
              <a:buFont typeface="Raleway"/>
              <a:buNone/>
              <a:defRPr b="1" sz="1600">
                <a:latin typeface="Raleway"/>
                <a:ea typeface="Raleway"/>
                <a:cs typeface="Raleway"/>
                <a:sym typeface="Raleway"/>
              </a:defRPr>
            </a:lvl6pPr>
            <a:lvl7pPr lvl="6" rtl="0" algn="ctr">
              <a:lnSpc>
                <a:spcPct val="100000"/>
              </a:lnSpc>
              <a:spcBef>
                <a:spcPts val="0"/>
              </a:spcBef>
              <a:spcAft>
                <a:spcPts val="0"/>
              </a:spcAft>
              <a:buSzPts val="1600"/>
              <a:buFont typeface="Raleway"/>
              <a:buNone/>
              <a:defRPr b="1" sz="1600">
                <a:latin typeface="Raleway"/>
                <a:ea typeface="Raleway"/>
                <a:cs typeface="Raleway"/>
                <a:sym typeface="Raleway"/>
              </a:defRPr>
            </a:lvl7pPr>
            <a:lvl8pPr lvl="7" rtl="0" algn="ctr">
              <a:lnSpc>
                <a:spcPct val="100000"/>
              </a:lnSpc>
              <a:spcBef>
                <a:spcPts val="0"/>
              </a:spcBef>
              <a:spcAft>
                <a:spcPts val="0"/>
              </a:spcAft>
              <a:buSzPts val="1600"/>
              <a:buFont typeface="Raleway"/>
              <a:buNone/>
              <a:defRPr b="1" sz="1600">
                <a:latin typeface="Raleway"/>
                <a:ea typeface="Raleway"/>
                <a:cs typeface="Raleway"/>
                <a:sym typeface="Raleway"/>
              </a:defRPr>
            </a:lvl8pPr>
            <a:lvl9pPr lvl="8" rtl="0" algn="ctr">
              <a:lnSpc>
                <a:spcPct val="100000"/>
              </a:lnSpc>
              <a:spcBef>
                <a:spcPts val="0"/>
              </a:spcBef>
              <a:spcAft>
                <a:spcPts val="0"/>
              </a:spcAft>
              <a:buSzPts val="1600"/>
              <a:buFont typeface="Raleway"/>
              <a:buNone/>
              <a:defRPr b="1" sz="1600">
                <a:latin typeface="Raleway"/>
                <a:ea typeface="Raleway"/>
                <a:cs typeface="Raleway"/>
                <a:sym typeface="Raleway"/>
              </a:defRPr>
            </a:lvl9pPr>
          </a:lstStyle>
          <a:p/>
        </p:txBody>
      </p:sp>
      <p:sp>
        <p:nvSpPr>
          <p:cNvPr id="100" name="Google Shape;100;p17"/>
          <p:cNvSpPr txBox="1"/>
          <p:nvPr>
            <p:ph idx="9" type="subTitle"/>
          </p:nvPr>
        </p:nvSpPr>
        <p:spPr>
          <a:xfrm>
            <a:off x="6311774" y="1625950"/>
            <a:ext cx="2363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aleway"/>
              <a:buNone/>
              <a:defRPr sz="1800">
                <a:solidFill>
                  <a:schemeClr val="dk2"/>
                </a:solidFill>
                <a:latin typeface="Viaoda Libre"/>
                <a:ea typeface="Viaoda Libre"/>
                <a:cs typeface="Viaoda Libre"/>
                <a:sym typeface="Viaoda Libre"/>
              </a:defRPr>
            </a:lvl1pPr>
            <a:lvl2pPr lvl="1" rtl="0" algn="ctr">
              <a:lnSpc>
                <a:spcPct val="100000"/>
              </a:lnSpc>
              <a:spcBef>
                <a:spcPts val="0"/>
              </a:spcBef>
              <a:spcAft>
                <a:spcPts val="0"/>
              </a:spcAft>
              <a:buSzPts val="1600"/>
              <a:buFont typeface="Raleway"/>
              <a:buNone/>
              <a:defRPr b="1" sz="1600">
                <a:latin typeface="Raleway"/>
                <a:ea typeface="Raleway"/>
                <a:cs typeface="Raleway"/>
                <a:sym typeface="Raleway"/>
              </a:defRPr>
            </a:lvl2pPr>
            <a:lvl3pPr lvl="2" rtl="0" algn="ctr">
              <a:lnSpc>
                <a:spcPct val="100000"/>
              </a:lnSpc>
              <a:spcBef>
                <a:spcPts val="0"/>
              </a:spcBef>
              <a:spcAft>
                <a:spcPts val="0"/>
              </a:spcAft>
              <a:buSzPts val="1600"/>
              <a:buFont typeface="Raleway"/>
              <a:buNone/>
              <a:defRPr b="1" sz="1600">
                <a:latin typeface="Raleway"/>
                <a:ea typeface="Raleway"/>
                <a:cs typeface="Raleway"/>
                <a:sym typeface="Raleway"/>
              </a:defRPr>
            </a:lvl3pPr>
            <a:lvl4pPr lvl="3" rtl="0" algn="ctr">
              <a:lnSpc>
                <a:spcPct val="100000"/>
              </a:lnSpc>
              <a:spcBef>
                <a:spcPts val="0"/>
              </a:spcBef>
              <a:spcAft>
                <a:spcPts val="0"/>
              </a:spcAft>
              <a:buSzPts val="1600"/>
              <a:buFont typeface="Raleway"/>
              <a:buNone/>
              <a:defRPr b="1" sz="1600">
                <a:latin typeface="Raleway"/>
                <a:ea typeface="Raleway"/>
                <a:cs typeface="Raleway"/>
                <a:sym typeface="Raleway"/>
              </a:defRPr>
            </a:lvl4pPr>
            <a:lvl5pPr lvl="4" rtl="0" algn="ctr">
              <a:lnSpc>
                <a:spcPct val="100000"/>
              </a:lnSpc>
              <a:spcBef>
                <a:spcPts val="0"/>
              </a:spcBef>
              <a:spcAft>
                <a:spcPts val="0"/>
              </a:spcAft>
              <a:buSzPts val="1600"/>
              <a:buFont typeface="Raleway"/>
              <a:buNone/>
              <a:defRPr b="1" sz="1600">
                <a:latin typeface="Raleway"/>
                <a:ea typeface="Raleway"/>
                <a:cs typeface="Raleway"/>
                <a:sym typeface="Raleway"/>
              </a:defRPr>
            </a:lvl5pPr>
            <a:lvl6pPr lvl="5" rtl="0" algn="ctr">
              <a:lnSpc>
                <a:spcPct val="100000"/>
              </a:lnSpc>
              <a:spcBef>
                <a:spcPts val="0"/>
              </a:spcBef>
              <a:spcAft>
                <a:spcPts val="0"/>
              </a:spcAft>
              <a:buSzPts val="1600"/>
              <a:buFont typeface="Raleway"/>
              <a:buNone/>
              <a:defRPr b="1" sz="1600">
                <a:latin typeface="Raleway"/>
                <a:ea typeface="Raleway"/>
                <a:cs typeface="Raleway"/>
                <a:sym typeface="Raleway"/>
              </a:defRPr>
            </a:lvl6pPr>
            <a:lvl7pPr lvl="6" rtl="0" algn="ctr">
              <a:lnSpc>
                <a:spcPct val="100000"/>
              </a:lnSpc>
              <a:spcBef>
                <a:spcPts val="0"/>
              </a:spcBef>
              <a:spcAft>
                <a:spcPts val="0"/>
              </a:spcAft>
              <a:buSzPts val="1600"/>
              <a:buFont typeface="Raleway"/>
              <a:buNone/>
              <a:defRPr b="1" sz="1600">
                <a:latin typeface="Raleway"/>
                <a:ea typeface="Raleway"/>
                <a:cs typeface="Raleway"/>
                <a:sym typeface="Raleway"/>
              </a:defRPr>
            </a:lvl7pPr>
            <a:lvl8pPr lvl="7" rtl="0" algn="ctr">
              <a:lnSpc>
                <a:spcPct val="100000"/>
              </a:lnSpc>
              <a:spcBef>
                <a:spcPts val="0"/>
              </a:spcBef>
              <a:spcAft>
                <a:spcPts val="0"/>
              </a:spcAft>
              <a:buSzPts val="1600"/>
              <a:buFont typeface="Raleway"/>
              <a:buNone/>
              <a:defRPr b="1" sz="1600">
                <a:latin typeface="Raleway"/>
                <a:ea typeface="Raleway"/>
                <a:cs typeface="Raleway"/>
                <a:sym typeface="Raleway"/>
              </a:defRPr>
            </a:lvl8pPr>
            <a:lvl9pPr lvl="8" rtl="0" algn="ctr">
              <a:lnSpc>
                <a:spcPct val="100000"/>
              </a:lnSpc>
              <a:spcBef>
                <a:spcPts val="0"/>
              </a:spcBef>
              <a:spcAft>
                <a:spcPts val="0"/>
              </a:spcAft>
              <a:buSzPts val="1600"/>
              <a:buFont typeface="Raleway"/>
              <a:buNone/>
              <a:defRPr b="1" sz="1600">
                <a:latin typeface="Raleway"/>
                <a:ea typeface="Raleway"/>
                <a:cs typeface="Raleway"/>
                <a:sym typeface="Raleway"/>
              </a:defRPr>
            </a:lvl9pPr>
          </a:lstStyle>
          <a:p/>
        </p:txBody>
      </p:sp>
      <p:sp>
        <p:nvSpPr>
          <p:cNvPr id="101" name="Google Shape;101;p17"/>
          <p:cNvSpPr txBox="1"/>
          <p:nvPr>
            <p:ph idx="13" type="subTitle"/>
          </p:nvPr>
        </p:nvSpPr>
        <p:spPr>
          <a:xfrm>
            <a:off x="302338" y="3364200"/>
            <a:ext cx="25299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aleway"/>
              <a:buNone/>
              <a:defRPr sz="1800">
                <a:solidFill>
                  <a:schemeClr val="dk2"/>
                </a:solidFill>
                <a:latin typeface="Viaoda Libre"/>
                <a:ea typeface="Viaoda Libre"/>
                <a:cs typeface="Viaoda Libre"/>
                <a:sym typeface="Viaoda Libre"/>
              </a:defRPr>
            </a:lvl1pPr>
            <a:lvl2pPr lvl="1" rtl="0" algn="ctr">
              <a:lnSpc>
                <a:spcPct val="100000"/>
              </a:lnSpc>
              <a:spcBef>
                <a:spcPts val="0"/>
              </a:spcBef>
              <a:spcAft>
                <a:spcPts val="0"/>
              </a:spcAft>
              <a:buSzPts val="1600"/>
              <a:buFont typeface="Raleway"/>
              <a:buNone/>
              <a:defRPr b="1" sz="1600">
                <a:latin typeface="Raleway"/>
                <a:ea typeface="Raleway"/>
                <a:cs typeface="Raleway"/>
                <a:sym typeface="Raleway"/>
              </a:defRPr>
            </a:lvl2pPr>
            <a:lvl3pPr lvl="2" rtl="0" algn="ctr">
              <a:lnSpc>
                <a:spcPct val="100000"/>
              </a:lnSpc>
              <a:spcBef>
                <a:spcPts val="0"/>
              </a:spcBef>
              <a:spcAft>
                <a:spcPts val="0"/>
              </a:spcAft>
              <a:buSzPts val="1600"/>
              <a:buFont typeface="Raleway"/>
              <a:buNone/>
              <a:defRPr b="1" sz="1600">
                <a:latin typeface="Raleway"/>
                <a:ea typeface="Raleway"/>
                <a:cs typeface="Raleway"/>
                <a:sym typeface="Raleway"/>
              </a:defRPr>
            </a:lvl3pPr>
            <a:lvl4pPr lvl="3" rtl="0" algn="ctr">
              <a:lnSpc>
                <a:spcPct val="100000"/>
              </a:lnSpc>
              <a:spcBef>
                <a:spcPts val="0"/>
              </a:spcBef>
              <a:spcAft>
                <a:spcPts val="0"/>
              </a:spcAft>
              <a:buSzPts val="1600"/>
              <a:buFont typeface="Raleway"/>
              <a:buNone/>
              <a:defRPr b="1" sz="1600">
                <a:latin typeface="Raleway"/>
                <a:ea typeface="Raleway"/>
                <a:cs typeface="Raleway"/>
                <a:sym typeface="Raleway"/>
              </a:defRPr>
            </a:lvl4pPr>
            <a:lvl5pPr lvl="4" rtl="0" algn="ctr">
              <a:lnSpc>
                <a:spcPct val="100000"/>
              </a:lnSpc>
              <a:spcBef>
                <a:spcPts val="0"/>
              </a:spcBef>
              <a:spcAft>
                <a:spcPts val="0"/>
              </a:spcAft>
              <a:buSzPts val="1600"/>
              <a:buFont typeface="Raleway"/>
              <a:buNone/>
              <a:defRPr b="1" sz="1600">
                <a:latin typeface="Raleway"/>
                <a:ea typeface="Raleway"/>
                <a:cs typeface="Raleway"/>
                <a:sym typeface="Raleway"/>
              </a:defRPr>
            </a:lvl5pPr>
            <a:lvl6pPr lvl="5" rtl="0" algn="ctr">
              <a:lnSpc>
                <a:spcPct val="100000"/>
              </a:lnSpc>
              <a:spcBef>
                <a:spcPts val="0"/>
              </a:spcBef>
              <a:spcAft>
                <a:spcPts val="0"/>
              </a:spcAft>
              <a:buSzPts val="1600"/>
              <a:buFont typeface="Raleway"/>
              <a:buNone/>
              <a:defRPr b="1" sz="1600">
                <a:latin typeface="Raleway"/>
                <a:ea typeface="Raleway"/>
                <a:cs typeface="Raleway"/>
                <a:sym typeface="Raleway"/>
              </a:defRPr>
            </a:lvl6pPr>
            <a:lvl7pPr lvl="6" rtl="0" algn="ctr">
              <a:lnSpc>
                <a:spcPct val="100000"/>
              </a:lnSpc>
              <a:spcBef>
                <a:spcPts val="0"/>
              </a:spcBef>
              <a:spcAft>
                <a:spcPts val="0"/>
              </a:spcAft>
              <a:buSzPts val="1600"/>
              <a:buFont typeface="Raleway"/>
              <a:buNone/>
              <a:defRPr b="1" sz="1600">
                <a:latin typeface="Raleway"/>
                <a:ea typeface="Raleway"/>
                <a:cs typeface="Raleway"/>
                <a:sym typeface="Raleway"/>
              </a:defRPr>
            </a:lvl7pPr>
            <a:lvl8pPr lvl="7" rtl="0" algn="ctr">
              <a:lnSpc>
                <a:spcPct val="100000"/>
              </a:lnSpc>
              <a:spcBef>
                <a:spcPts val="0"/>
              </a:spcBef>
              <a:spcAft>
                <a:spcPts val="0"/>
              </a:spcAft>
              <a:buSzPts val="1600"/>
              <a:buFont typeface="Raleway"/>
              <a:buNone/>
              <a:defRPr b="1" sz="1600">
                <a:latin typeface="Raleway"/>
                <a:ea typeface="Raleway"/>
                <a:cs typeface="Raleway"/>
                <a:sym typeface="Raleway"/>
              </a:defRPr>
            </a:lvl8pPr>
            <a:lvl9pPr lvl="8" rtl="0" algn="ctr">
              <a:lnSpc>
                <a:spcPct val="100000"/>
              </a:lnSpc>
              <a:spcBef>
                <a:spcPts val="0"/>
              </a:spcBef>
              <a:spcAft>
                <a:spcPts val="0"/>
              </a:spcAft>
              <a:buSzPts val="1600"/>
              <a:buFont typeface="Raleway"/>
              <a:buNone/>
              <a:defRPr b="1" sz="1600">
                <a:latin typeface="Raleway"/>
                <a:ea typeface="Raleway"/>
                <a:cs typeface="Raleway"/>
                <a:sym typeface="Raleway"/>
              </a:defRPr>
            </a:lvl9pPr>
          </a:lstStyle>
          <a:p/>
        </p:txBody>
      </p:sp>
      <p:sp>
        <p:nvSpPr>
          <p:cNvPr id="102" name="Google Shape;102;p17"/>
          <p:cNvSpPr txBox="1"/>
          <p:nvPr>
            <p:ph idx="14" type="subTitle"/>
          </p:nvPr>
        </p:nvSpPr>
        <p:spPr>
          <a:xfrm>
            <a:off x="3307067" y="3364200"/>
            <a:ext cx="25299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aleway"/>
              <a:buNone/>
              <a:defRPr sz="1800">
                <a:solidFill>
                  <a:schemeClr val="dk2"/>
                </a:solidFill>
                <a:latin typeface="Viaoda Libre"/>
                <a:ea typeface="Viaoda Libre"/>
                <a:cs typeface="Viaoda Libre"/>
                <a:sym typeface="Viaoda Libre"/>
              </a:defRPr>
            </a:lvl1pPr>
            <a:lvl2pPr lvl="1" rtl="0" algn="ctr">
              <a:lnSpc>
                <a:spcPct val="100000"/>
              </a:lnSpc>
              <a:spcBef>
                <a:spcPts val="0"/>
              </a:spcBef>
              <a:spcAft>
                <a:spcPts val="0"/>
              </a:spcAft>
              <a:buSzPts val="1600"/>
              <a:buFont typeface="Raleway"/>
              <a:buNone/>
              <a:defRPr b="1" sz="1600">
                <a:latin typeface="Raleway"/>
                <a:ea typeface="Raleway"/>
                <a:cs typeface="Raleway"/>
                <a:sym typeface="Raleway"/>
              </a:defRPr>
            </a:lvl2pPr>
            <a:lvl3pPr lvl="2" rtl="0" algn="ctr">
              <a:lnSpc>
                <a:spcPct val="100000"/>
              </a:lnSpc>
              <a:spcBef>
                <a:spcPts val="0"/>
              </a:spcBef>
              <a:spcAft>
                <a:spcPts val="0"/>
              </a:spcAft>
              <a:buSzPts val="1600"/>
              <a:buFont typeface="Raleway"/>
              <a:buNone/>
              <a:defRPr b="1" sz="1600">
                <a:latin typeface="Raleway"/>
                <a:ea typeface="Raleway"/>
                <a:cs typeface="Raleway"/>
                <a:sym typeface="Raleway"/>
              </a:defRPr>
            </a:lvl3pPr>
            <a:lvl4pPr lvl="3" rtl="0" algn="ctr">
              <a:lnSpc>
                <a:spcPct val="100000"/>
              </a:lnSpc>
              <a:spcBef>
                <a:spcPts val="0"/>
              </a:spcBef>
              <a:spcAft>
                <a:spcPts val="0"/>
              </a:spcAft>
              <a:buSzPts val="1600"/>
              <a:buFont typeface="Raleway"/>
              <a:buNone/>
              <a:defRPr b="1" sz="1600">
                <a:latin typeface="Raleway"/>
                <a:ea typeface="Raleway"/>
                <a:cs typeface="Raleway"/>
                <a:sym typeface="Raleway"/>
              </a:defRPr>
            </a:lvl4pPr>
            <a:lvl5pPr lvl="4" rtl="0" algn="ctr">
              <a:lnSpc>
                <a:spcPct val="100000"/>
              </a:lnSpc>
              <a:spcBef>
                <a:spcPts val="0"/>
              </a:spcBef>
              <a:spcAft>
                <a:spcPts val="0"/>
              </a:spcAft>
              <a:buSzPts val="1600"/>
              <a:buFont typeface="Raleway"/>
              <a:buNone/>
              <a:defRPr b="1" sz="1600">
                <a:latin typeface="Raleway"/>
                <a:ea typeface="Raleway"/>
                <a:cs typeface="Raleway"/>
                <a:sym typeface="Raleway"/>
              </a:defRPr>
            </a:lvl5pPr>
            <a:lvl6pPr lvl="5" rtl="0" algn="ctr">
              <a:lnSpc>
                <a:spcPct val="100000"/>
              </a:lnSpc>
              <a:spcBef>
                <a:spcPts val="0"/>
              </a:spcBef>
              <a:spcAft>
                <a:spcPts val="0"/>
              </a:spcAft>
              <a:buSzPts val="1600"/>
              <a:buFont typeface="Raleway"/>
              <a:buNone/>
              <a:defRPr b="1" sz="1600">
                <a:latin typeface="Raleway"/>
                <a:ea typeface="Raleway"/>
                <a:cs typeface="Raleway"/>
                <a:sym typeface="Raleway"/>
              </a:defRPr>
            </a:lvl6pPr>
            <a:lvl7pPr lvl="6" rtl="0" algn="ctr">
              <a:lnSpc>
                <a:spcPct val="100000"/>
              </a:lnSpc>
              <a:spcBef>
                <a:spcPts val="0"/>
              </a:spcBef>
              <a:spcAft>
                <a:spcPts val="0"/>
              </a:spcAft>
              <a:buSzPts val="1600"/>
              <a:buFont typeface="Raleway"/>
              <a:buNone/>
              <a:defRPr b="1" sz="1600">
                <a:latin typeface="Raleway"/>
                <a:ea typeface="Raleway"/>
                <a:cs typeface="Raleway"/>
                <a:sym typeface="Raleway"/>
              </a:defRPr>
            </a:lvl7pPr>
            <a:lvl8pPr lvl="7" rtl="0" algn="ctr">
              <a:lnSpc>
                <a:spcPct val="100000"/>
              </a:lnSpc>
              <a:spcBef>
                <a:spcPts val="0"/>
              </a:spcBef>
              <a:spcAft>
                <a:spcPts val="0"/>
              </a:spcAft>
              <a:buSzPts val="1600"/>
              <a:buFont typeface="Raleway"/>
              <a:buNone/>
              <a:defRPr b="1" sz="1600">
                <a:latin typeface="Raleway"/>
                <a:ea typeface="Raleway"/>
                <a:cs typeface="Raleway"/>
                <a:sym typeface="Raleway"/>
              </a:defRPr>
            </a:lvl8pPr>
            <a:lvl9pPr lvl="8" rtl="0" algn="ctr">
              <a:lnSpc>
                <a:spcPct val="100000"/>
              </a:lnSpc>
              <a:spcBef>
                <a:spcPts val="0"/>
              </a:spcBef>
              <a:spcAft>
                <a:spcPts val="0"/>
              </a:spcAft>
              <a:buSzPts val="1600"/>
              <a:buFont typeface="Raleway"/>
              <a:buNone/>
              <a:defRPr b="1" sz="1600">
                <a:latin typeface="Raleway"/>
                <a:ea typeface="Raleway"/>
                <a:cs typeface="Raleway"/>
                <a:sym typeface="Raleway"/>
              </a:defRPr>
            </a:lvl9pPr>
          </a:lstStyle>
          <a:p/>
        </p:txBody>
      </p:sp>
      <p:sp>
        <p:nvSpPr>
          <p:cNvPr id="103" name="Google Shape;103;p17"/>
          <p:cNvSpPr txBox="1"/>
          <p:nvPr>
            <p:ph idx="15" type="subTitle"/>
          </p:nvPr>
        </p:nvSpPr>
        <p:spPr>
          <a:xfrm>
            <a:off x="6311766" y="3364200"/>
            <a:ext cx="25299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aleway"/>
              <a:buNone/>
              <a:defRPr sz="1800">
                <a:solidFill>
                  <a:schemeClr val="dk2"/>
                </a:solidFill>
                <a:latin typeface="Viaoda Libre"/>
                <a:ea typeface="Viaoda Libre"/>
                <a:cs typeface="Viaoda Libre"/>
                <a:sym typeface="Viaoda Libre"/>
              </a:defRPr>
            </a:lvl1pPr>
            <a:lvl2pPr lvl="1" rtl="0" algn="ctr">
              <a:lnSpc>
                <a:spcPct val="100000"/>
              </a:lnSpc>
              <a:spcBef>
                <a:spcPts val="0"/>
              </a:spcBef>
              <a:spcAft>
                <a:spcPts val="0"/>
              </a:spcAft>
              <a:buSzPts val="1600"/>
              <a:buFont typeface="Raleway"/>
              <a:buNone/>
              <a:defRPr b="1" sz="1600">
                <a:latin typeface="Raleway"/>
                <a:ea typeface="Raleway"/>
                <a:cs typeface="Raleway"/>
                <a:sym typeface="Raleway"/>
              </a:defRPr>
            </a:lvl2pPr>
            <a:lvl3pPr lvl="2" rtl="0" algn="ctr">
              <a:lnSpc>
                <a:spcPct val="100000"/>
              </a:lnSpc>
              <a:spcBef>
                <a:spcPts val="0"/>
              </a:spcBef>
              <a:spcAft>
                <a:spcPts val="0"/>
              </a:spcAft>
              <a:buSzPts val="1600"/>
              <a:buFont typeface="Raleway"/>
              <a:buNone/>
              <a:defRPr b="1" sz="1600">
                <a:latin typeface="Raleway"/>
                <a:ea typeface="Raleway"/>
                <a:cs typeface="Raleway"/>
                <a:sym typeface="Raleway"/>
              </a:defRPr>
            </a:lvl3pPr>
            <a:lvl4pPr lvl="3" rtl="0" algn="ctr">
              <a:lnSpc>
                <a:spcPct val="100000"/>
              </a:lnSpc>
              <a:spcBef>
                <a:spcPts val="0"/>
              </a:spcBef>
              <a:spcAft>
                <a:spcPts val="0"/>
              </a:spcAft>
              <a:buSzPts val="1600"/>
              <a:buFont typeface="Raleway"/>
              <a:buNone/>
              <a:defRPr b="1" sz="1600">
                <a:latin typeface="Raleway"/>
                <a:ea typeface="Raleway"/>
                <a:cs typeface="Raleway"/>
                <a:sym typeface="Raleway"/>
              </a:defRPr>
            </a:lvl4pPr>
            <a:lvl5pPr lvl="4" rtl="0" algn="ctr">
              <a:lnSpc>
                <a:spcPct val="100000"/>
              </a:lnSpc>
              <a:spcBef>
                <a:spcPts val="0"/>
              </a:spcBef>
              <a:spcAft>
                <a:spcPts val="0"/>
              </a:spcAft>
              <a:buSzPts val="1600"/>
              <a:buFont typeface="Raleway"/>
              <a:buNone/>
              <a:defRPr b="1" sz="1600">
                <a:latin typeface="Raleway"/>
                <a:ea typeface="Raleway"/>
                <a:cs typeface="Raleway"/>
                <a:sym typeface="Raleway"/>
              </a:defRPr>
            </a:lvl5pPr>
            <a:lvl6pPr lvl="5" rtl="0" algn="ctr">
              <a:lnSpc>
                <a:spcPct val="100000"/>
              </a:lnSpc>
              <a:spcBef>
                <a:spcPts val="0"/>
              </a:spcBef>
              <a:spcAft>
                <a:spcPts val="0"/>
              </a:spcAft>
              <a:buSzPts val="1600"/>
              <a:buFont typeface="Raleway"/>
              <a:buNone/>
              <a:defRPr b="1" sz="1600">
                <a:latin typeface="Raleway"/>
                <a:ea typeface="Raleway"/>
                <a:cs typeface="Raleway"/>
                <a:sym typeface="Raleway"/>
              </a:defRPr>
            </a:lvl6pPr>
            <a:lvl7pPr lvl="6" rtl="0" algn="ctr">
              <a:lnSpc>
                <a:spcPct val="100000"/>
              </a:lnSpc>
              <a:spcBef>
                <a:spcPts val="0"/>
              </a:spcBef>
              <a:spcAft>
                <a:spcPts val="0"/>
              </a:spcAft>
              <a:buSzPts val="1600"/>
              <a:buFont typeface="Raleway"/>
              <a:buNone/>
              <a:defRPr b="1" sz="1600">
                <a:latin typeface="Raleway"/>
                <a:ea typeface="Raleway"/>
                <a:cs typeface="Raleway"/>
                <a:sym typeface="Raleway"/>
              </a:defRPr>
            </a:lvl7pPr>
            <a:lvl8pPr lvl="7" rtl="0" algn="ctr">
              <a:lnSpc>
                <a:spcPct val="100000"/>
              </a:lnSpc>
              <a:spcBef>
                <a:spcPts val="0"/>
              </a:spcBef>
              <a:spcAft>
                <a:spcPts val="0"/>
              </a:spcAft>
              <a:buSzPts val="1600"/>
              <a:buFont typeface="Raleway"/>
              <a:buNone/>
              <a:defRPr b="1" sz="1600">
                <a:latin typeface="Raleway"/>
                <a:ea typeface="Raleway"/>
                <a:cs typeface="Raleway"/>
                <a:sym typeface="Raleway"/>
              </a:defRPr>
            </a:lvl8pPr>
            <a:lvl9pPr lvl="8" rtl="0" algn="ctr">
              <a:lnSpc>
                <a:spcPct val="100000"/>
              </a:lnSpc>
              <a:spcBef>
                <a:spcPts val="0"/>
              </a:spcBef>
              <a:spcAft>
                <a:spcPts val="0"/>
              </a:spcAft>
              <a:buSzPts val="1600"/>
              <a:buFont typeface="Raleway"/>
              <a:buNone/>
              <a:defRPr b="1" sz="1600">
                <a:latin typeface="Raleway"/>
                <a:ea typeface="Raleway"/>
                <a:cs typeface="Raleway"/>
                <a:sym typeface="Raleway"/>
              </a:defRPr>
            </a:lvl9pPr>
          </a:lstStyle>
          <a:p/>
        </p:txBody>
      </p:sp>
      <p:sp>
        <p:nvSpPr>
          <p:cNvPr id="104" name="Google Shape;104;p17"/>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600"/>
              <a:buNone/>
              <a:defRPr sz="2600">
                <a:solidFill>
                  <a:schemeClr val="dk1"/>
                </a:solidFill>
              </a:defRPr>
            </a:lvl1pPr>
            <a:lvl2pPr lvl="1">
              <a:spcBef>
                <a:spcPts val="0"/>
              </a:spcBef>
              <a:spcAft>
                <a:spcPts val="0"/>
              </a:spcAft>
              <a:buClr>
                <a:schemeClr val="dk1"/>
              </a:buClr>
              <a:buSzPts val="2600"/>
              <a:buNone/>
              <a:defRPr b="1" sz="2600">
                <a:solidFill>
                  <a:schemeClr val="dk1"/>
                </a:solidFill>
              </a:defRPr>
            </a:lvl2pPr>
            <a:lvl3pPr lvl="2">
              <a:spcBef>
                <a:spcPts val="0"/>
              </a:spcBef>
              <a:spcAft>
                <a:spcPts val="0"/>
              </a:spcAft>
              <a:buClr>
                <a:schemeClr val="dk1"/>
              </a:buClr>
              <a:buSzPts val="2600"/>
              <a:buNone/>
              <a:defRPr b="1" sz="2600">
                <a:solidFill>
                  <a:schemeClr val="dk1"/>
                </a:solidFill>
              </a:defRPr>
            </a:lvl3pPr>
            <a:lvl4pPr lvl="3">
              <a:spcBef>
                <a:spcPts val="0"/>
              </a:spcBef>
              <a:spcAft>
                <a:spcPts val="0"/>
              </a:spcAft>
              <a:buClr>
                <a:schemeClr val="dk1"/>
              </a:buClr>
              <a:buSzPts val="2600"/>
              <a:buNone/>
              <a:defRPr b="1" sz="2600">
                <a:solidFill>
                  <a:schemeClr val="dk1"/>
                </a:solidFill>
              </a:defRPr>
            </a:lvl4pPr>
            <a:lvl5pPr lvl="4">
              <a:spcBef>
                <a:spcPts val="0"/>
              </a:spcBef>
              <a:spcAft>
                <a:spcPts val="0"/>
              </a:spcAft>
              <a:buClr>
                <a:schemeClr val="dk1"/>
              </a:buClr>
              <a:buSzPts val="2600"/>
              <a:buNone/>
              <a:defRPr b="1" sz="2600">
                <a:solidFill>
                  <a:schemeClr val="dk1"/>
                </a:solidFill>
              </a:defRPr>
            </a:lvl5pPr>
            <a:lvl6pPr lvl="5">
              <a:spcBef>
                <a:spcPts val="0"/>
              </a:spcBef>
              <a:spcAft>
                <a:spcPts val="0"/>
              </a:spcAft>
              <a:buClr>
                <a:schemeClr val="dk1"/>
              </a:buClr>
              <a:buSzPts val="2600"/>
              <a:buNone/>
              <a:defRPr b="1" sz="2600">
                <a:solidFill>
                  <a:schemeClr val="dk1"/>
                </a:solidFill>
              </a:defRPr>
            </a:lvl6pPr>
            <a:lvl7pPr lvl="6">
              <a:spcBef>
                <a:spcPts val="0"/>
              </a:spcBef>
              <a:spcAft>
                <a:spcPts val="0"/>
              </a:spcAft>
              <a:buClr>
                <a:schemeClr val="dk1"/>
              </a:buClr>
              <a:buSzPts val="2600"/>
              <a:buNone/>
              <a:defRPr b="1" sz="2600">
                <a:solidFill>
                  <a:schemeClr val="dk1"/>
                </a:solidFill>
              </a:defRPr>
            </a:lvl7pPr>
            <a:lvl8pPr lvl="7">
              <a:spcBef>
                <a:spcPts val="0"/>
              </a:spcBef>
              <a:spcAft>
                <a:spcPts val="0"/>
              </a:spcAft>
              <a:buClr>
                <a:schemeClr val="dk1"/>
              </a:buClr>
              <a:buSzPts val="2600"/>
              <a:buNone/>
              <a:defRPr b="1" sz="2600">
                <a:solidFill>
                  <a:schemeClr val="dk1"/>
                </a:solidFill>
              </a:defRPr>
            </a:lvl8pPr>
            <a:lvl9pPr lvl="8">
              <a:spcBef>
                <a:spcPts val="0"/>
              </a:spcBef>
              <a:spcAft>
                <a:spcPts val="0"/>
              </a:spcAft>
              <a:buClr>
                <a:schemeClr val="dk1"/>
              </a:buClr>
              <a:buSzPts val="2600"/>
              <a:buNone/>
              <a:defRPr b="1" sz="2600">
                <a:solidFill>
                  <a:schemeClr val="dk1"/>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05" name="Shape 105"/>
        <p:cNvGrpSpPr/>
        <p:nvPr/>
      </p:nvGrpSpPr>
      <p:grpSpPr>
        <a:xfrm>
          <a:off x="0" y="0"/>
          <a:ext cx="0" cy="0"/>
          <a:chOff x="0" y="0"/>
          <a:chExt cx="0" cy="0"/>
        </a:xfrm>
      </p:grpSpPr>
      <p:pic>
        <p:nvPicPr>
          <p:cNvPr id="106" name="Google Shape;106;p18" title="tt.png"/>
          <p:cNvPicPr preferRelativeResize="0"/>
          <p:nvPr/>
        </p:nvPicPr>
        <p:blipFill>
          <a:blip r:embed="rId2">
            <a:alphaModFix amt="41000"/>
          </a:blip>
          <a:stretch>
            <a:fillRect/>
          </a:stretch>
        </p:blipFill>
        <p:spPr>
          <a:xfrm>
            <a:off x="0" y="0"/>
            <a:ext cx="9144000" cy="5143492"/>
          </a:xfrm>
          <a:prstGeom prst="rect">
            <a:avLst/>
          </a:prstGeom>
          <a:noFill/>
          <a:ln>
            <a:noFill/>
          </a:ln>
        </p:spPr>
      </p:pic>
      <p:sp>
        <p:nvSpPr>
          <p:cNvPr id="107" name="Google Shape;107;p18"/>
          <p:cNvSpPr txBox="1"/>
          <p:nvPr>
            <p:ph hasCustomPrompt="1" type="title"/>
          </p:nvPr>
        </p:nvSpPr>
        <p:spPr>
          <a:xfrm>
            <a:off x="1848000" y="1042712"/>
            <a:ext cx="54480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5000">
                <a:solidFill>
                  <a:schemeClr val="accent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08" name="Google Shape;108;p18"/>
          <p:cNvSpPr txBox="1"/>
          <p:nvPr>
            <p:ph idx="1" type="subTitle"/>
          </p:nvPr>
        </p:nvSpPr>
        <p:spPr>
          <a:xfrm>
            <a:off x="1848000" y="1797587"/>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 name="Google Shape;109;p18"/>
          <p:cNvSpPr txBox="1"/>
          <p:nvPr>
            <p:ph hasCustomPrompt="1" idx="2" type="title"/>
          </p:nvPr>
        </p:nvSpPr>
        <p:spPr>
          <a:xfrm>
            <a:off x="1848000" y="2816891"/>
            <a:ext cx="54480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5000">
                <a:solidFill>
                  <a:schemeClr val="accent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10" name="Google Shape;110;p18"/>
          <p:cNvSpPr txBox="1"/>
          <p:nvPr>
            <p:ph idx="3" type="subTitle"/>
          </p:nvPr>
        </p:nvSpPr>
        <p:spPr>
          <a:xfrm>
            <a:off x="1848000" y="3571688"/>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11" name="Shape 111"/>
        <p:cNvGrpSpPr/>
        <p:nvPr/>
      </p:nvGrpSpPr>
      <p:grpSpPr>
        <a:xfrm>
          <a:off x="0" y="0"/>
          <a:ext cx="0" cy="0"/>
          <a:chOff x="0" y="0"/>
          <a:chExt cx="0" cy="0"/>
        </a:xfrm>
      </p:grpSpPr>
      <p:pic>
        <p:nvPicPr>
          <p:cNvPr id="112" name="Google Shape;112;p19" title="tt.png"/>
          <p:cNvPicPr preferRelativeResize="0"/>
          <p:nvPr/>
        </p:nvPicPr>
        <p:blipFill>
          <a:blip r:embed="rId2">
            <a:alphaModFix amt="41000"/>
          </a:blip>
          <a:stretch>
            <a:fillRect/>
          </a:stretch>
        </p:blipFill>
        <p:spPr>
          <a:xfrm flipH="1" rot="10800000">
            <a:off x="0" y="0"/>
            <a:ext cx="9144000" cy="5143492"/>
          </a:xfrm>
          <a:prstGeom prst="rect">
            <a:avLst/>
          </a:prstGeom>
          <a:noFill/>
          <a:ln>
            <a:noFill/>
          </a:ln>
        </p:spPr>
      </p:pic>
      <p:sp>
        <p:nvSpPr>
          <p:cNvPr id="113" name="Google Shape;113;p19"/>
          <p:cNvSpPr txBox="1"/>
          <p:nvPr>
            <p:ph type="title"/>
          </p:nvPr>
        </p:nvSpPr>
        <p:spPr>
          <a:xfrm>
            <a:off x="3997325" y="271800"/>
            <a:ext cx="4918200" cy="1491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500"/>
              <a:buNone/>
              <a:defRPr sz="4500"/>
            </a:lvl1pPr>
            <a:lvl2pPr lvl="1" rtl="0">
              <a:spcBef>
                <a:spcPts val="0"/>
              </a:spcBef>
              <a:spcAft>
                <a:spcPts val="0"/>
              </a:spcAft>
              <a:buSzPts val="2600"/>
              <a:buNone/>
              <a:defRPr/>
            </a:lvl2pPr>
            <a:lvl3pPr lvl="2" rtl="0">
              <a:spcBef>
                <a:spcPts val="0"/>
              </a:spcBef>
              <a:spcAft>
                <a:spcPts val="0"/>
              </a:spcAft>
              <a:buSzPts val="2600"/>
              <a:buNone/>
              <a:defRPr/>
            </a:lvl3pPr>
            <a:lvl4pPr lvl="3" rtl="0">
              <a:spcBef>
                <a:spcPts val="0"/>
              </a:spcBef>
              <a:spcAft>
                <a:spcPts val="0"/>
              </a:spcAft>
              <a:buSzPts val="2600"/>
              <a:buNone/>
              <a:defRPr/>
            </a:lvl4pPr>
            <a:lvl5pPr lvl="4" rtl="0">
              <a:spcBef>
                <a:spcPts val="0"/>
              </a:spcBef>
              <a:spcAft>
                <a:spcPts val="0"/>
              </a:spcAft>
              <a:buSzPts val="2600"/>
              <a:buNone/>
              <a:defRPr/>
            </a:lvl5pPr>
            <a:lvl6pPr lvl="5" rtl="0">
              <a:spcBef>
                <a:spcPts val="0"/>
              </a:spcBef>
              <a:spcAft>
                <a:spcPts val="0"/>
              </a:spcAft>
              <a:buSzPts val="2600"/>
              <a:buNone/>
              <a:defRPr/>
            </a:lvl6pPr>
            <a:lvl7pPr lvl="6" rtl="0">
              <a:spcBef>
                <a:spcPts val="0"/>
              </a:spcBef>
              <a:spcAft>
                <a:spcPts val="0"/>
              </a:spcAft>
              <a:buSzPts val="2600"/>
              <a:buNone/>
              <a:defRPr/>
            </a:lvl7pPr>
            <a:lvl8pPr lvl="7" rtl="0">
              <a:spcBef>
                <a:spcPts val="0"/>
              </a:spcBef>
              <a:spcAft>
                <a:spcPts val="0"/>
              </a:spcAft>
              <a:buSzPts val="2600"/>
              <a:buNone/>
              <a:defRPr/>
            </a:lvl8pPr>
            <a:lvl9pPr lvl="8" rtl="0">
              <a:spcBef>
                <a:spcPts val="0"/>
              </a:spcBef>
              <a:spcAft>
                <a:spcPts val="0"/>
              </a:spcAft>
              <a:buSzPts val="2600"/>
              <a:buNone/>
              <a:defRPr/>
            </a:lvl9pPr>
          </a:lstStyle>
          <a:p/>
        </p:txBody>
      </p:sp>
      <p:sp>
        <p:nvSpPr>
          <p:cNvPr id="114" name="Google Shape;114;p19"/>
          <p:cNvSpPr txBox="1"/>
          <p:nvPr>
            <p:ph idx="1" type="subTitle"/>
          </p:nvPr>
        </p:nvSpPr>
        <p:spPr>
          <a:xfrm>
            <a:off x="4467300" y="1692690"/>
            <a:ext cx="4448100" cy="123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 name="Google Shape;115;p19"/>
          <p:cNvSpPr txBox="1"/>
          <p:nvPr/>
        </p:nvSpPr>
        <p:spPr>
          <a:xfrm>
            <a:off x="228600" y="4017725"/>
            <a:ext cx="4945800" cy="55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Archivo"/>
                <a:ea typeface="Archivo"/>
                <a:cs typeface="Archivo"/>
                <a:sym typeface="Archivo"/>
              </a:rPr>
              <a:t>CREDITS:</a:t>
            </a:r>
            <a:r>
              <a:rPr lang="en" sz="1000">
                <a:solidFill>
                  <a:schemeClr val="dk1"/>
                </a:solidFill>
                <a:latin typeface="Archivo"/>
                <a:ea typeface="Archivo"/>
                <a:cs typeface="Archivo"/>
                <a:sym typeface="Archivo"/>
              </a:rPr>
              <a:t> This presentation template was created by </a:t>
            </a:r>
            <a:r>
              <a:rPr b="1" lang="en" sz="1000">
                <a:solidFill>
                  <a:schemeClr val="dk1"/>
                </a:solidFill>
                <a:uFill>
                  <a:noFill/>
                </a:uFill>
                <a:latin typeface="Archivo"/>
                <a:ea typeface="Archivo"/>
                <a:cs typeface="Archivo"/>
                <a:sym typeface="Archivo"/>
                <a:hlinkClick r:id="rId3">
                  <a:extLst>
                    <a:ext uri="{A12FA001-AC4F-418D-AE19-62706E023703}">
                      <ahyp:hlinkClr val="tx"/>
                    </a:ext>
                  </a:extLst>
                </a:hlinkClick>
              </a:rPr>
              <a:t>Slidesgo</a:t>
            </a:r>
            <a:r>
              <a:rPr lang="en" sz="1000">
                <a:solidFill>
                  <a:schemeClr val="dk1"/>
                </a:solidFill>
                <a:latin typeface="Archivo"/>
                <a:ea typeface="Archivo"/>
                <a:cs typeface="Archivo"/>
                <a:sym typeface="Archivo"/>
              </a:rPr>
              <a:t>, and includes icons, infographics &amp; images by </a:t>
            </a:r>
            <a:r>
              <a:rPr b="1" lang="en" sz="1000">
                <a:solidFill>
                  <a:schemeClr val="dk1"/>
                </a:solidFill>
                <a:uFill>
                  <a:noFill/>
                </a:uFill>
                <a:latin typeface="Archivo"/>
                <a:ea typeface="Archivo"/>
                <a:cs typeface="Archivo"/>
                <a:sym typeface="Archivo"/>
                <a:hlinkClick r:id="rId4">
                  <a:extLst>
                    <a:ext uri="{A12FA001-AC4F-418D-AE19-62706E023703}">
                      <ahyp:hlinkClr val="tx"/>
                    </a:ext>
                  </a:extLst>
                </a:hlinkClick>
              </a:rPr>
              <a:t>Freepik</a:t>
            </a:r>
            <a:r>
              <a:rPr lang="en" sz="1000">
                <a:solidFill>
                  <a:schemeClr val="dk1"/>
                </a:solidFill>
                <a:latin typeface="Archivo"/>
                <a:ea typeface="Archivo"/>
                <a:cs typeface="Archivo"/>
                <a:sym typeface="Archivo"/>
              </a:rPr>
              <a:t> </a:t>
            </a:r>
            <a:endParaRPr b="1" sz="1000" u="sng">
              <a:solidFill>
                <a:schemeClr val="dk1"/>
              </a:solidFill>
              <a:latin typeface="Archivo"/>
              <a:ea typeface="Archivo"/>
              <a:cs typeface="Archivo"/>
              <a:sym typeface="Archivo"/>
            </a:endParaRPr>
          </a:p>
        </p:txBody>
      </p:sp>
      <p:cxnSp>
        <p:nvCxnSpPr>
          <p:cNvPr id="116" name="Google Shape;116;p19"/>
          <p:cNvCxnSpPr/>
          <p:nvPr/>
        </p:nvCxnSpPr>
        <p:spPr>
          <a:xfrm>
            <a:off x="0" y="3227117"/>
            <a:ext cx="64551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17" name="Shape 117"/>
        <p:cNvGrpSpPr/>
        <p:nvPr/>
      </p:nvGrpSpPr>
      <p:grpSpPr>
        <a:xfrm>
          <a:off x="0" y="0"/>
          <a:ext cx="0" cy="0"/>
          <a:chOff x="0" y="0"/>
          <a:chExt cx="0" cy="0"/>
        </a:xfrm>
      </p:grpSpPr>
      <p:pic>
        <p:nvPicPr>
          <p:cNvPr id="118" name="Google Shape;118;p20" title="tt.png"/>
          <p:cNvPicPr preferRelativeResize="0"/>
          <p:nvPr/>
        </p:nvPicPr>
        <p:blipFill>
          <a:blip r:embed="rId2">
            <a:alphaModFix amt="41000"/>
          </a:blip>
          <a:stretch>
            <a:fillRect/>
          </a:stretch>
        </p:blipFill>
        <p:spPr>
          <a:xfrm rot="10800000">
            <a:off x="0" y="0"/>
            <a:ext cx="9144000" cy="5143492"/>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19" name="Shape 119"/>
        <p:cNvGrpSpPr/>
        <p:nvPr/>
      </p:nvGrpSpPr>
      <p:grpSpPr>
        <a:xfrm>
          <a:off x="0" y="0"/>
          <a:ext cx="0" cy="0"/>
          <a:chOff x="0" y="0"/>
          <a:chExt cx="0" cy="0"/>
        </a:xfrm>
      </p:grpSpPr>
      <p:pic>
        <p:nvPicPr>
          <p:cNvPr id="120" name="Google Shape;120;p21" title="tt.png"/>
          <p:cNvPicPr preferRelativeResize="0"/>
          <p:nvPr/>
        </p:nvPicPr>
        <p:blipFill>
          <a:blip r:embed="rId2">
            <a:alphaModFix amt="41000"/>
          </a:blip>
          <a:stretch>
            <a:fillRect/>
          </a:stretch>
        </p:blipFill>
        <p:spPr>
          <a:xfrm flipH="1" rot="10800000">
            <a:off x="0" y="0"/>
            <a:ext cx="9144000" cy="5143492"/>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4" name="Shape 124"/>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125" name="Shape 125"/>
        <p:cNvGrpSpPr/>
        <p:nvPr/>
      </p:nvGrpSpPr>
      <p:grpSpPr>
        <a:xfrm>
          <a:off x="0" y="0"/>
          <a:ext cx="0" cy="0"/>
          <a:chOff x="0" y="0"/>
          <a:chExt cx="0" cy="0"/>
        </a:xfrm>
      </p:grpSpPr>
      <p:sp>
        <p:nvSpPr>
          <p:cNvPr id="126" name="Google Shape;126;p24"/>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 name="Google Shape;127;p24"/>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128" name="Shape 128"/>
        <p:cNvGrpSpPr/>
        <p:nvPr/>
      </p:nvGrpSpPr>
      <p:grpSpPr>
        <a:xfrm>
          <a:off x="0" y="0"/>
          <a:ext cx="0" cy="0"/>
          <a:chOff x="0" y="0"/>
          <a:chExt cx="0" cy="0"/>
        </a:xfrm>
      </p:grpSpPr>
      <p:sp>
        <p:nvSpPr>
          <p:cNvPr id="129" name="Google Shape;129;p25"/>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0" name="Google Shape;130;p25"/>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
        <p:nvSpPr>
          <p:cNvPr id="131" name="Google Shape;131;p25"/>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slideLayout" Target="../slideLayouts/slideLayout22.xml"/><Relationship Id="rId3" Type="http://schemas.openxmlformats.org/officeDocument/2006/relationships/slideLayout" Target="../slideLayouts/slideLayout23.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228600" y="216425"/>
            <a:ext cx="86868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1pPr>
            <a:lvl2pPr lvl="1"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2pPr>
            <a:lvl3pPr lvl="2"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3pPr>
            <a:lvl4pPr lvl="3"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4pPr>
            <a:lvl5pPr lvl="4"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5pPr>
            <a:lvl6pPr lvl="5"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6pPr>
            <a:lvl7pPr lvl="6"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7pPr>
            <a:lvl8pPr lvl="7"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8pPr>
            <a:lvl9pPr lvl="8" rtl="0" algn="ctr">
              <a:spcBef>
                <a:spcPts val="0"/>
              </a:spcBef>
              <a:spcAft>
                <a:spcPts val="0"/>
              </a:spcAft>
              <a:buClr>
                <a:schemeClr val="dk1"/>
              </a:buClr>
              <a:buSzPts val="2600"/>
              <a:buFont typeface="Viaoda Libre"/>
              <a:buNone/>
              <a:defRPr sz="2600">
                <a:solidFill>
                  <a:schemeClr val="dk1"/>
                </a:solidFill>
                <a:latin typeface="Viaoda Libre"/>
                <a:ea typeface="Viaoda Libre"/>
                <a:cs typeface="Viaoda Libre"/>
                <a:sym typeface="Viaoda Libr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1pPr>
            <a:lvl2pPr indent="-317500" lvl="1" marL="9144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2pPr>
            <a:lvl3pPr indent="-317500" lvl="2" marL="13716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3pPr>
            <a:lvl4pPr indent="-317500" lvl="3" marL="18288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4pPr>
            <a:lvl5pPr indent="-317500" lvl="4" marL="22860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5pPr>
            <a:lvl6pPr indent="-317500" lvl="5" marL="27432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6pPr>
            <a:lvl7pPr indent="-317500" lvl="6" marL="32004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7pPr>
            <a:lvl8pPr indent="-317500" lvl="7" marL="36576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8pPr>
            <a:lvl9pPr indent="-317500" lvl="8" marL="4114800">
              <a:lnSpc>
                <a:spcPct val="100000"/>
              </a:lnSpc>
              <a:spcBef>
                <a:spcPts val="0"/>
              </a:spcBef>
              <a:spcAft>
                <a:spcPts val="0"/>
              </a:spcAft>
              <a:buClr>
                <a:schemeClr val="dk1"/>
              </a:buClr>
              <a:buSzPts val="1400"/>
              <a:buFont typeface="Archivo"/>
              <a:buChar char="■"/>
              <a:defRPr>
                <a:solidFill>
                  <a:schemeClr val="dk1"/>
                </a:solidFill>
                <a:latin typeface="Archivo"/>
                <a:ea typeface="Archivo"/>
                <a:cs typeface="Archivo"/>
                <a:sym typeface="Archiv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121" name="Shape 121"/>
        <p:cNvGrpSpPr/>
        <p:nvPr/>
      </p:nvGrpSpPr>
      <p:grpSpPr>
        <a:xfrm>
          <a:off x="0" y="0"/>
          <a:ext cx="0" cy="0"/>
          <a:chOff x="0" y="0"/>
          <a:chExt cx="0" cy="0"/>
        </a:xfrm>
      </p:grpSpPr>
      <p:sp>
        <p:nvSpPr>
          <p:cNvPr id="122" name="Google Shape;122;p22"/>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123" name="Google Shape;123;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68" r:id="rId1"/>
    <p:sldLayoutId id="2147483669" r:id="rId2"/>
    <p:sldLayoutId id="2147483670"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9.jpg"/></Relationships>
</file>

<file path=ppt/slides/_rels/slide2.xml.rels><?xml version="1.0" encoding="UTF-8" standalone="yes"?><Relationships xmlns="http://schemas.openxmlformats.org/package/2006/relationships"><Relationship Id="rId11" Type="http://schemas.openxmlformats.org/officeDocument/2006/relationships/hyperlink" Target="http://bit.ly/30B07Gq" TargetMode="External"/><Relationship Id="rId10" Type="http://schemas.openxmlformats.org/officeDocument/2006/relationships/hyperlink" Target="https://slidesgo.com/ai?utm_source=Slidesgo_template&amp;utm_medium=referral-link&amp;utm_campaign=sg_credits&amp;utm_term=Slidesgo" TargetMode="External"/><Relationship Id="rId13" Type="http://schemas.openxmlformats.org/officeDocument/2006/relationships/hyperlink" Target="https://www.freepik.com/ai?utm_source=slidesgo_template&amp;utm_medium=referral-link&amp;utm_campaign=promo-slide&amp;utm_term=slidesgo&amp;utm_content=freepik" TargetMode="External"/><Relationship Id="rId12" Type="http://schemas.openxmlformats.org/officeDocument/2006/relationships/hyperlink" Target="http://bit.ly/33VAFh3"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14.xml"/><Relationship Id="rId4" Type="http://schemas.openxmlformats.org/officeDocument/2006/relationships/slide" Target="/ppt/slides/slide14.xml"/><Relationship Id="rId9" Type="http://schemas.openxmlformats.org/officeDocument/2006/relationships/hyperlink" Target="https://bit.ly/3A1uf1Q" TargetMode="External"/><Relationship Id="rId15" Type="http://schemas.openxmlformats.org/officeDocument/2006/relationships/image" Target="../media/image2.png"/><Relationship Id="rId14" Type="http://schemas.openxmlformats.org/officeDocument/2006/relationships/hyperlink" Target="https://www.freepik.com/?utm_source=slidesgo_template&amp;utm_medium=referral-link&amp;utm_campaign=promo-slide&amp;utm_term=slidesgo&amp;utm_content=freepik" TargetMode="External"/><Relationship Id="rId5" Type="http://schemas.openxmlformats.org/officeDocument/2006/relationships/slide" Target="/ppt/slides/slide11.xml"/><Relationship Id="rId6" Type="http://schemas.openxmlformats.org/officeDocument/2006/relationships/slide" Target="/ppt/slides/slide23.xml"/><Relationship Id="rId7" Type="http://schemas.openxmlformats.org/officeDocument/2006/relationships/slide" Target="/ppt/slides/slide17.xml"/><Relationship Id="rId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 Id="rId3" Type="http://schemas.openxmlformats.org/officeDocument/2006/relationships/image" Target="../media/image14.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16.jpg"/><Relationship Id="rId4" Type="http://schemas.openxmlformats.org/officeDocument/2006/relationships/image" Target="../media/image15.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7.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2.xml"/><Relationship Id="rId3" Type="http://schemas.openxmlformats.org/officeDocument/2006/relationships/hyperlink" Target="http://bit.ly/2PfT4lq" TargetMode="External"/><Relationship Id="rId4" Type="http://schemas.openxmlformats.org/officeDocument/2006/relationships/slide" Target="/ppt/slides/slide1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 Id="rId3" Type="http://schemas.openxmlformats.org/officeDocument/2006/relationships/hyperlink" Target="http://bit.ly/2PfT4lq" TargetMode="External"/><Relationship Id="rId4" Type="http://schemas.openxmlformats.org/officeDocument/2006/relationships/slide" Target="/ppt/slides/slide1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4.xml"/><Relationship Id="rId3" Type="http://schemas.openxmlformats.org/officeDocument/2006/relationships/hyperlink" Target="https://fonts.google.com/specimen/Viaoda+Libre" TargetMode="External"/><Relationship Id="rId4" Type="http://schemas.openxmlformats.org/officeDocument/2006/relationships/hyperlink" Target="https://fonts.google.com/specimen/Viaoda+Libre" TargetMode="External"/><Relationship Id="rId5" Type="http://schemas.openxmlformats.org/officeDocument/2006/relationships/hyperlink" Target="https://fonts.google.com/specimen/Archivo" TargetMode="External"/><Relationship Id="rId6" Type="http://schemas.openxmlformats.org/officeDocument/2006/relationships/hyperlink" Target="https://fonts.google.com/specimen/Archivo" TargetMode="External"/><Relationship Id="rId7" Type="http://schemas.openxmlformats.org/officeDocument/2006/relationships/hyperlink" Target="https://fonts.google.com/specimen/Ballet" TargetMode="External"/><Relationship Id="rId8" Type="http://schemas.openxmlformats.org/officeDocument/2006/relationships/hyperlink" Target="https://fonts.google.com/specimen/Ballet"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5.xml"/><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3.png"/><Relationship Id="rId6" Type="http://schemas.openxmlformats.org/officeDocument/2006/relationships/image" Target="../media/image4.png"/><Relationship Id="rId7" Type="http://schemas.openxmlformats.org/officeDocument/2006/relationships/hyperlink" Target="https://slidesgo.com/ai-presentations#rs=banner-top"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 Id="rId3" Type="http://schemas.openxmlformats.org/officeDocument/2006/relationships/hyperlink" Target="https://bit.ly/2ZjL1pd"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hyperlink" Target="https://workspace.google.com/marketplace/app/icons_for_slides_docs/381578326502"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 name="Shape 135"/>
        <p:cNvGrpSpPr/>
        <p:nvPr/>
      </p:nvGrpSpPr>
      <p:grpSpPr>
        <a:xfrm>
          <a:off x="0" y="0"/>
          <a:ext cx="0" cy="0"/>
          <a:chOff x="0" y="0"/>
          <a:chExt cx="0" cy="0"/>
        </a:xfrm>
      </p:grpSpPr>
      <p:sp>
        <p:nvSpPr>
          <p:cNvPr id="136" name="Google Shape;136;p26"/>
          <p:cNvSpPr txBox="1"/>
          <p:nvPr>
            <p:ph type="ctrTitle"/>
          </p:nvPr>
        </p:nvSpPr>
        <p:spPr>
          <a:xfrm>
            <a:off x="228600" y="332500"/>
            <a:ext cx="5424600" cy="228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7900">
                <a:latin typeface="Ballet"/>
                <a:ea typeface="Ballet"/>
                <a:cs typeface="Ballet"/>
                <a:sym typeface="Ballet"/>
              </a:rPr>
              <a:t>A</a:t>
            </a:r>
            <a:r>
              <a:rPr lang="en" sz="6000">
                <a:latin typeface="Viaoda Libre"/>
                <a:ea typeface="Viaoda Libre"/>
                <a:cs typeface="Viaoda Libre"/>
                <a:sym typeface="Viaoda Libre"/>
              </a:rPr>
              <a:t>rchitecture </a:t>
            </a:r>
            <a:r>
              <a:rPr lang="en" sz="6000">
                <a:latin typeface="Viaoda Libre"/>
                <a:ea typeface="Viaoda Libre"/>
                <a:cs typeface="Viaoda Libre"/>
                <a:sym typeface="Viaoda Libre"/>
              </a:rPr>
              <a:t>Design</a:t>
            </a:r>
            <a:endParaRPr sz="6000">
              <a:latin typeface="Viaoda Libre"/>
              <a:ea typeface="Viaoda Libre"/>
              <a:cs typeface="Viaoda Libre"/>
              <a:sym typeface="Viaoda Libre"/>
            </a:endParaRPr>
          </a:p>
        </p:txBody>
      </p:sp>
      <p:sp>
        <p:nvSpPr>
          <p:cNvPr id="137" name="Google Shape;137;p26"/>
          <p:cNvSpPr txBox="1"/>
          <p:nvPr>
            <p:ph idx="1" type="subTitle"/>
          </p:nvPr>
        </p:nvSpPr>
        <p:spPr>
          <a:xfrm>
            <a:off x="228600" y="3488700"/>
            <a:ext cx="2910600" cy="138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138" name="Google Shape;138;p26" title="minimalist-courtyard-design (1).jpg"/>
          <p:cNvPicPr preferRelativeResize="0"/>
          <p:nvPr>
            <p:ph idx="2" type="pic"/>
          </p:nvPr>
        </p:nvPicPr>
        <p:blipFill rotWithShape="1">
          <a:blip r:embed="rId3">
            <a:alphaModFix/>
          </a:blip>
          <a:srcRect b="11705" l="0" r="0" t="15904"/>
          <a:stretch/>
        </p:blipFill>
        <p:spPr>
          <a:xfrm>
            <a:off x="4234500" y="2380325"/>
            <a:ext cx="4909624" cy="1983574"/>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 name="Shape 142"/>
        <p:cNvGrpSpPr/>
        <p:nvPr/>
      </p:nvGrpSpPr>
      <p:grpSpPr>
        <a:xfrm>
          <a:off x="0" y="0"/>
          <a:ext cx="0" cy="0"/>
          <a:chOff x="0" y="0"/>
          <a:chExt cx="0" cy="0"/>
        </a:xfrm>
      </p:grpSpPr>
      <p:sp>
        <p:nvSpPr>
          <p:cNvPr id="143" name="Google Shape;143;p27"/>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400">
                <a:latin typeface="Ballet"/>
                <a:ea typeface="Ballet"/>
                <a:cs typeface="Ballet"/>
                <a:sym typeface="Ballet"/>
              </a:rPr>
              <a:t>C</a:t>
            </a:r>
            <a:r>
              <a:rPr lang="en" sz="2800">
                <a:latin typeface="Viaoda Libre"/>
                <a:ea typeface="Viaoda Libre"/>
                <a:cs typeface="Viaoda Libre"/>
                <a:sym typeface="Viaoda Libre"/>
              </a:rPr>
              <a:t>ontents of this template</a:t>
            </a:r>
            <a:endParaRPr sz="2800">
              <a:latin typeface="Viaoda Libre"/>
              <a:ea typeface="Viaoda Libre"/>
              <a:cs typeface="Viaoda Libre"/>
              <a:sym typeface="Viaoda Libre"/>
            </a:endParaRPr>
          </a:p>
        </p:txBody>
      </p:sp>
      <p:sp>
        <p:nvSpPr>
          <p:cNvPr id="144" name="Google Shape;144;p27"/>
          <p:cNvSpPr/>
          <p:nvPr/>
        </p:nvSpPr>
        <p:spPr>
          <a:xfrm>
            <a:off x="5209300" y="4051975"/>
            <a:ext cx="2701800" cy="4059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You can delete this slide when you’re done editing the presentation</a:t>
            </a:r>
            <a:endParaRPr>
              <a:solidFill>
                <a:schemeClr val="dk1"/>
              </a:solidFill>
              <a:latin typeface="Archivo"/>
              <a:ea typeface="Archivo"/>
              <a:cs typeface="Archivo"/>
              <a:sym typeface="Archivo"/>
            </a:endParaRPr>
          </a:p>
        </p:txBody>
      </p:sp>
      <p:sp>
        <p:nvSpPr>
          <p:cNvPr id="145" name="Google Shape;145;p27"/>
          <p:cNvSpPr/>
          <p:nvPr/>
        </p:nvSpPr>
        <p:spPr>
          <a:xfrm>
            <a:off x="830325" y="1526028"/>
            <a:ext cx="1371900" cy="4059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2"/>
                </a:solidFill>
                <a:latin typeface="Archivo"/>
                <a:ea typeface="Archivo"/>
                <a:cs typeface="Archivo"/>
                <a:sym typeface="Archivo"/>
                <a:hlinkClick action="ppaction://hlinksldjump" r:id="rId3">
                  <a:extLst>
                    <a:ext uri="{A12FA001-AC4F-418D-AE19-62706E023703}">
                      <ahyp:hlinkClr val="tx"/>
                    </a:ext>
                  </a:extLst>
                </a:hlinkClick>
              </a:rPr>
              <a:t>Fonts</a:t>
            </a:r>
            <a:endParaRPr b="1" sz="1100" u="sng">
              <a:solidFill>
                <a:schemeClr val="dk2"/>
              </a:solidFill>
              <a:latin typeface="Archivo"/>
              <a:ea typeface="Archivo"/>
              <a:cs typeface="Archivo"/>
              <a:sym typeface="Archivo"/>
            </a:endParaRPr>
          </a:p>
        </p:txBody>
      </p:sp>
      <p:sp>
        <p:nvSpPr>
          <p:cNvPr id="146" name="Google Shape;146;p27"/>
          <p:cNvSpPr txBox="1"/>
          <p:nvPr/>
        </p:nvSpPr>
        <p:spPr>
          <a:xfrm>
            <a:off x="437925" y="2026478"/>
            <a:ext cx="2156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To view this template correctly in PowerPoint, </a:t>
            </a:r>
            <a:r>
              <a:rPr b="1" lang="en" sz="1000">
                <a:solidFill>
                  <a:schemeClr val="dk1"/>
                </a:solidFill>
                <a:latin typeface="Archivo"/>
                <a:ea typeface="Archivo"/>
                <a:cs typeface="Archivo"/>
                <a:sym typeface="Archivo"/>
              </a:rPr>
              <a:t>download and install</a:t>
            </a:r>
            <a:r>
              <a:rPr lang="en" sz="1000">
                <a:solidFill>
                  <a:schemeClr val="dk1"/>
                </a:solidFill>
                <a:latin typeface="Archivo"/>
                <a:ea typeface="Archivo"/>
                <a:cs typeface="Archivo"/>
                <a:sym typeface="Archivo"/>
              </a:rPr>
              <a:t> the fonts we used</a:t>
            </a:r>
            <a:endParaRPr sz="1000">
              <a:solidFill>
                <a:schemeClr val="dk1"/>
              </a:solidFill>
              <a:latin typeface="Archivo"/>
              <a:ea typeface="Archivo"/>
              <a:cs typeface="Archivo"/>
              <a:sym typeface="Archivo"/>
            </a:endParaRPr>
          </a:p>
        </p:txBody>
      </p:sp>
      <p:sp>
        <p:nvSpPr>
          <p:cNvPr id="147" name="Google Shape;147;p27"/>
          <p:cNvSpPr/>
          <p:nvPr/>
        </p:nvSpPr>
        <p:spPr>
          <a:xfrm>
            <a:off x="2867475" y="1526052"/>
            <a:ext cx="1371900" cy="4059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2"/>
                </a:solidFill>
                <a:latin typeface="Archivo"/>
                <a:ea typeface="Archivo"/>
                <a:cs typeface="Archivo"/>
                <a:sym typeface="Archivo"/>
                <a:hlinkClick action="ppaction://hlinksldjump" r:id="rId4">
                  <a:extLst>
                    <a:ext uri="{A12FA001-AC4F-418D-AE19-62706E023703}">
                      <ahyp:hlinkClr val="tx"/>
                    </a:ext>
                  </a:extLst>
                </a:hlinkClick>
              </a:rPr>
              <a:t>Colors</a:t>
            </a:r>
            <a:endParaRPr b="1" sz="1100" u="sng">
              <a:solidFill>
                <a:schemeClr val="dk2"/>
              </a:solidFill>
              <a:latin typeface="Archivo"/>
              <a:ea typeface="Archivo"/>
              <a:cs typeface="Archivo"/>
              <a:sym typeface="Archivo"/>
            </a:endParaRPr>
          </a:p>
        </p:txBody>
      </p:sp>
      <p:sp>
        <p:nvSpPr>
          <p:cNvPr id="148" name="Google Shape;148;p27"/>
          <p:cNvSpPr txBox="1"/>
          <p:nvPr/>
        </p:nvSpPr>
        <p:spPr>
          <a:xfrm>
            <a:off x="2534925" y="2026471"/>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You can see on the link </a:t>
            </a:r>
            <a:r>
              <a:rPr b="1" lang="en" sz="1000">
                <a:solidFill>
                  <a:schemeClr val="dk1"/>
                </a:solidFill>
                <a:latin typeface="Archivo"/>
                <a:ea typeface="Archivo"/>
                <a:cs typeface="Archivo"/>
                <a:sym typeface="Archivo"/>
              </a:rPr>
              <a:t>all the colors</a:t>
            </a:r>
            <a:r>
              <a:rPr lang="en" sz="1000">
                <a:solidFill>
                  <a:schemeClr val="dk1"/>
                </a:solidFill>
                <a:latin typeface="Archivo"/>
                <a:ea typeface="Archivo"/>
                <a:cs typeface="Archivo"/>
                <a:sym typeface="Archivo"/>
              </a:rPr>
              <a:t> used in this presentation</a:t>
            </a:r>
            <a:endParaRPr sz="1000">
              <a:solidFill>
                <a:schemeClr val="dk1"/>
              </a:solidFill>
              <a:latin typeface="Archivo"/>
              <a:ea typeface="Archivo"/>
              <a:cs typeface="Archivo"/>
              <a:sym typeface="Archivo"/>
            </a:endParaRPr>
          </a:p>
        </p:txBody>
      </p:sp>
      <p:sp>
        <p:nvSpPr>
          <p:cNvPr id="149" name="Google Shape;149;p27"/>
          <p:cNvSpPr/>
          <p:nvPr/>
        </p:nvSpPr>
        <p:spPr>
          <a:xfrm>
            <a:off x="4904601" y="1526052"/>
            <a:ext cx="1371900" cy="4059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2"/>
                </a:solidFill>
                <a:latin typeface="Archivo"/>
                <a:ea typeface="Archivo"/>
                <a:cs typeface="Archivo"/>
                <a:sym typeface="Archivo"/>
                <a:hlinkClick action="ppaction://hlinksldjump" r:id="rId5">
                  <a:extLst>
                    <a:ext uri="{A12FA001-AC4F-418D-AE19-62706E023703}">
                      <ahyp:hlinkClr val="tx"/>
                    </a:ext>
                  </a:extLst>
                </a:hlinkClick>
              </a:rPr>
              <a:t>Thanks slide</a:t>
            </a:r>
            <a:endParaRPr b="1" sz="1100" u="sng">
              <a:solidFill>
                <a:schemeClr val="dk2"/>
              </a:solidFill>
              <a:latin typeface="Archivo"/>
              <a:ea typeface="Archivo"/>
              <a:cs typeface="Archivo"/>
              <a:sym typeface="Archivo"/>
            </a:endParaRPr>
          </a:p>
        </p:txBody>
      </p:sp>
      <p:sp>
        <p:nvSpPr>
          <p:cNvPr id="150" name="Google Shape;150;p27"/>
          <p:cNvSpPr txBox="1"/>
          <p:nvPr/>
        </p:nvSpPr>
        <p:spPr>
          <a:xfrm>
            <a:off x="4572051" y="2026471"/>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You </a:t>
            </a:r>
            <a:r>
              <a:rPr b="1" lang="en" sz="1000">
                <a:solidFill>
                  <a:schemeClr val="dk1"/>
                </a:solidFill>
                <a:latin typeface="Archivo"/>
                <a:ea typeface="Archivo"/>
                <a:cs typeface="Archivo"/>
                <a:sym typeface="Archivo"/>
              </a:rPr>
              <a:t>must keep it</a:t>
            </a:r>
            <a:r>
              <a:rPr lang="en" sz="1000">
                <a:solidFill>
                  <a:schemeClr val="dk1"/>
                </a:solidFill>
                <a:latin typeface="Archivo"/>
                <a:ea typeface="Archivo"/>
                <a:cs typeface="Archivo"/>
                <a:sym typeface="Archivo"/>
              </a:rPr>
              <a:t> so that proper </a:t>
            </a:r>
            <a:r>
              <a:rPr b="1" lang="en" sz="1000">
                <a:solidFill>
                  <a:schemeClr val="dk1"/>
                </a:solidFill>
                <a:latin typeface="Archivo"/>
                <a:ea typeface="Archivo"/>
                <a:cs typeface="Archivo"/>
                <a:sym typeface="Archivo"/>
              </a:rPr>
              <a:t>credits for our design </a:t>
            </a:r>
            <a:r>
              <a:rPr lang="en" sz="1000">
                <a:solidFill>
                  <a:schemeClr val="dk1"/>
                </a:solidFill>
                <a:latin typeface="Archivo"/>
                <a:ea typeface="Archivo"/>
                <a:cs typeface="Archivo"/>
                <a:sym typeface="Archivo"/>
              </a:rPr>
              <a:t>are given</a:t>
            </a:r>
            <a:endParaRPr sz="1000">
              <a:solidFill>
                <a:schemeClr val="dk1"/>
              </a:solidFill>
              <a:latin typeface="Archivo"/>
              <a:ea typeface="Archivo"/>
              <a:cs typeface="Archivo"/>
              <a:sym typeface="Archivo"/>
            </a:endParaRPr>
          </a:p>
        </p:txBody>
      </p:sp>
      <p:sp>
        <p:nvSpPr>
          <p:cNvPr id="151" name="Google Shape;151;p27"/>
          <p:cNvSpPr/>
          <p:nvPr/>
        </p:nvSpPr>
        <p:spPr>
          <a:xfrm>
            <a:off x="6941775" y="1526052"/>
            <a:ext cx="1371900" cy="405900"/>
          </a:xfrm>
          <a:prstGeom prst="roundRect">
            <a:avLst>
              <a:gd fmla="val 50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2"/>
                </a:solidFill>
                <a:latin typeface="Archivo"/>
                <a:ea typeface="Archivo"/>
                <a:cs typeface="Archivo"/>
                <a:sym typeface="Archivo"/>
                <a:hlinkClick action="ppaction://hlinksldjump" r:id="rId6">
                  <a:extLst>
                    <a:ext uri="{A12FA001-AC4F-418D-AE19-62706E023703}">
                      <ahyp:hlinkClr val="tx"/>
                    </a:ext>
                  </a:extLst>
                </a:hlinkClick>
              </a:rPr>
              <a:t>Icons</a:t>
            </a:r>
            <a:r>
              <a:rPr b="1" lang="en" sz="1100">
                <a:solidFill>
                  <a:schemeClr val="dk2"/>
                </a:solidFill>
                <a:latin typeface="Archivo"/>
                <a:ea typeface="Archivo"/>
                <a:cs typeface="Archivo"/>
                <a:sym typeface="Archivo"/>
              </a:rPr>
              <a:t> and </a:t>
            </a:r>
            <a:r>
              <a:rPr b="1" lang="en" sz="1100" u="sng">
                <a:solidFill>
                  <a:schemeClr val="dk2"/>
                </a:solidFill>
                <a:latin typeface="Archivo"/>
                <a:ea typeface="Archivo"/>
                <a:cs typeface="Archivo"/>
                <a:sym typeface="Archivo"/>
                <a:hlinkClick action="ppaction://hlinksldjump" r:id="rId7">
                  <a:extLst>
                    <a:ext uri="{A12FA001-AC4F-418D-AE19-62706E023703}">
                      <ahyp:hlinkClr val="tx"/>
                    </a:ext>
                  </a:extLst>
                </a:hlinkClick>
              </a:rPr>
              <a:t>infographics</a:t>
            </a:r>
            <a:endParaRPr b="1" sz="1100" u="sng">
              <a:solidFill>
                <a:schemeClr val="dk2"/>
              </a:solidFill>
              <a:latin typeface="Archivo"/>
              <a:ea typeface="Archivo"/>
              <a:cs typeface="Archivo"/>
              <a:sym typeface="Archivo"/>
            </a:endParaRPr>
          </a:p>
        </p:txBody>
      </p:sp>
      <p:sp>
        <p:nvSpPr>
          <p:cNvPr id="152" name="Google Shape;152;p27"/>
          <p:cNvSpPr txBox="1"/>
          <p:nvPr/>
        </p:nvSpPr>
        <p:spPr>
          <a:xfrm>
            <a:off x="6609225" y="2026471"/>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Archivo"/>
                <a:ea typeface="Archivo"/>
                <a:cs typeface="Archivo"/>
                <a:sym typeface="Archivo"/>
              </a:rPr>
              <a:t>These can be used in the template, and their size and color </a:t>
            </a:r>
            <a:r>
              <a:rPr b="1" lang="en" sz="1000">
                <a:solidFill>
                  <a:schemeClr val="dk1"/>
                </a:solidFill>
                <a:latin typeface="Archivo"/>
                <a:ea typeface="Archivo"/>
                <a:cs typeface="Archivo"/>
                <a:sym typeface="Archivo"/>
              </a:rPr>
              <a:t>can be edited</a:t>
            </a:r>
            <a:endParaRPr b="1" sz="1000">
              <a:solidFill>
                <a:schemeClr val="dk1"/>
              </a:solidFill>
              <a:latin typeface="Archivo"/>
              <a:ea typeface="Archivo"/>
              <a:cs typeface="Archivo"/>
              <a:sym typeface="Archivo"/>
            </a:endParaRPr>
          </a:p>
        </p:txBody>
      </p:sp>
      <p:sp>
        <p:nvSpPr>
          <p:cNvPr id="153" name="Google Shape;153;p27"/>
          <p:cNvSpPr txBox="1"/>
          <p:nvPr/>
        </p:nvSpPr>
        <p:spPr>
          <a:xfrm>
            <a:off x="5576333" y="3366425"/>
            <a:ext cx="2530500" cy="342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1600"/>
              </a:spcAft>
              <a:buNone/>
            </a:pPr>
            <a:r>
              <a:rPr lang="en" sz="1000">
                <a:solidFill>
                  <a:schemeClr val="dk1"/>
                </a:solidFill>
                <a:latin typeface="Archivo"/>
                <a:ea typeface="Archivo"/>
                <a:cs typeface="Archivo"/>
                <a:sym typeface="Archivo"/>
              </a:rPr>
              <a:t>You can edit the master slides easily. For more info, click </a:t>
            </a:r>
            <a:r>
              <a:rPr b="1" lang="en" sz="1000" u="sng">
                <a:solidFill>
                  <a:schemeClr val="dk1"/>
                </a:solidFill>
                <a:latin typeface="Archivo"/>
                <a:ea typeface="Archivo"/>
                <a:cs typeface="Archivo"/>
                <a:sym typeface="Archivo"/>
                <a:hlinkClick r:id="rId8">
                  <a:extLst>
                    <a:ext uri="{A12FA001-AC4F-418D-AE19-62706E023703}">
                      <ahyp:hlinkClr val="tx"/>
                    </a:ext>
                  </a:extLst>
                </a:hlinkClick>
              </a:rPr>
              <a:t>here</a:t>
            </a:r>
            <a:endParaRPr sz="1000">
              <a:solidFill>
                <a:schemeClr val="dk1"/>
              </a:solidFill>
              <a:latin typeface="Archivo"/>
              <a:ea typeface="Archivo"/>
              <a:cs typeface="Archivo"/>
              <a:sym typeface="Archivo"/>
            </a:endParaRPr>
          </a:p>
        </p:txBody>
      </p:sp>
      <p:sp>
        <p:nvSpPr>
          <p:cNvPr id="154" name="Google Shape;154;p27"/>
          <p:cNvSpPr txBox="1"/>
          <p:nvPr/>
        </p:nvSpPr>
        <p:spPr>
          <a:xfrm>
            <a:off x="1404526" y="3266050"/>
            <a:ext cx="3761100" cy="443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For more info:</a:t>
            </a:r>
            <a:br>
              <a:rPr b="1" lang="en" sz="1000">
                <a:solidFill>
                  <a:schemeClr val="dk1"/>
                </a:solidFill>
                <a:latin typeface="Archivo"/>
                <a:ea typeface="Archivo"/>
                <a:cs typeface="Archivo"/>
                <a:sym typeface="Archivo"/>
              </a:rPr>
            </a:br>
            <a:r>
              <a:rPr b="1" lang="en" sz="1000" u="sng">
                <a:solidFill>
                  <a:schemeClr val="dk1"/>
                </a:solidFill>
                <a:latin typeface="Archivo"/>
                <a:ea typeface="Archivo"/>
                <a:cs typeface="Archivo"/>
                <a:sym typeface="Archivo"/>
                <a:hlinkClick r:id="rId9">
                  <a:extLst>
                    <a:ext uri="{A12FA001-AC4F-418D-AE19-62706E023703}">
                      <ahyp:hlinkClr val="tx"/>
                    </a:ext>
                  </a:extLst>
                </a:hlinkClick>
              </a:rPr>
              <a:t>SLIDESGO</a:t>
            </a:r>
            <a:r>
              <a:rPr b="1" lang="en" sz="1000">
                <a:solidFill>
                  <a:schemeClr val="dk1"/>
                </a:solidFill>
                <a:latin typeface="Archivo"/>
                <a:ea typeface="Archivo"/>
                <a:cs typeface="Archivo"/>
                <a:sym typeface="Archivo"/>
              </a:rPr>
              <a:t> | </a:t>
            </a:r>
            <a:r>
              <a:rPr b="1" lang="en" sz="1000" u="sng">
                <a:solidFill>
                  <a:schemeClr val="dk1"/>
                </a:solidFill>
                <a:latin typeface="Archivo"/>
                <a:ea typeface="Archivo"/>
                <a:cs typeface="Archivo"/>
                <a:sym typeface="Archivo"/>
                <a:hlinkClick r:id="rId10">
                  <a:extLst>
                    <a:ext uri="{A12FA001-AC4F-418D-AE19-62706E023703}">
                      <ahyp:hlinkClr val="tx"/>
                    </a:ext>
                  </a:extLst>
                </a:hlinkClick>
              </a:rPr>
              <a:t>SLIDESGO AI TOOLS</a:t>
            </a:r>
            <a:r>
              <a:rPr b="1" lang="en" sz="1000">
                <a:solidFill>
                  <a:schemeClr val="dk1"/>
                </a:solidFill>
                <a:latin typeface="Archivo"/>
                <a:ea typeface="Archivo"/>
                <a:cs typeface="Archivo"/>
                <a:sym typeface="Archivo"/>
              </a:rPr>
              <a:t> | </a:t>
            </a:r>
            <a:r>
              <a:rPr b="1" lang="en" sz="1000" u="sng">
                <a:solidFill>
                  <a:schemeClr val="dk1"/>
                </a:solidFill>
                <a:latin typeface="Archivo"/>
                <a:ea typeface="Archivo"/>
                <a:cs typeface="Archivo"/>
                <a:sym typeface="Archivo"/>
                <a:hlinkClick r:id="rId11">
                  <a:extLst>
                    <a:ext uri="{A12FA001-AC4F-418D-AE19-62706E023703}">
                      <ahyp:hlinkClr val="tx"/>
                    </a:ext>
                  </a:extLst>
                </a:hlinkClick>
              </a:rPr>
              <a:t>BLOG</a:t>
            </a:r>
            <a:r>
              <a:rPr b="1" lang="en" sz="1000">
                <a:solidFill>
                  <a:schemeClr val="dk1"/>
                </a:solidFill>
                <a:latin typeface="Archivo"/>
                <a:ea typeface="Archivo"/>
                <a:cs typeface="Archivo"/>
                <a:sym typeface="Archivo"/>
              </a:rPr>
              <a:t> | </a:t>
            </a:r>
            <a:r>
              <a:rPr b="1" lang="en" sz="1000" u="sng">
                <a:solidFill>
                  <a:schemeClr val="dk1"/>
                </a:solidFill>
                <a:latin typeface="Archivo"/>
                <a:ea typeface="Archivo"/>
                <a:cs typeface="Archivo"/>
                <a:sym typeface="Archivo"/>
                <a:hlinkClick r:id="rId12">
                  <a:extLst>
                    <a:ext uri="{A12FA001-AC4F-418D-AE19-62706E023703}">
                      <ahyp:hlinkClr val="tx"/>
                    </a:ext>
                  </a:extLst>
                </a:hlinkClick>
              </a:rPr>
              <a:t>FAQs</a:t>
            </a:r>
            <a:endParaRPr sz="1000">
              <a:solidFill>
                <a:schemeClr val="dk1"/>
              </a:solidFill>
              <a:latin typeface="Archivo"/>
              <a:ea typeface="Archivo"/>
              <a:cs typeface="Archivo"/>
              <a:sym typeface="Archivo"/>
            </a:endParaRPr>
          </a:p>
        </p:txBody>
      </p:sp>
      <p:sp>
        <p:nvSpPr>
          <p:cNvPr id="155" name="Google Shape;155;p27"/>
          <p:cNvSpPr txBox="1"/>
          <p:nvPr/>
        </p:nvSpPr>
        <p:spPr>
          <a:xfrm>
            <a:off x="1404526" y="3999351"/>
            <a:ext cx="3761100" cy="443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Archivo"/>
                <a:ea typeface="Archivo"/>
                <a:cs typeface="Archivo"/>
                <a:sym typeface="Archivo"/>
              </a:rPr>
              <a:t>You can visit our sister projects:</a:t>
            </a:r>
            <a:br>
              <a:rPr b="1" lang="en" sz="1000">
                <a:solidFill>
                  <a:schemeClr val="dk1"/>
                </a:solidFill>
                <a:latin typeface="Archivo"/>
                <a:ea typeface="Archivo"/>
                <a:cs typeface="Archivo"/>
                <a:sym typeface="Archivo"/>
              </a:rPr>
            </a:br>
            <a:r>
              <a:rPr b="1" lang="en" sz="1000" u="sng">
                <a:solidFill>
                  <a:schemeClr val="dk1"/>
                </a:solidFill>
                <a:latin typeface="Archivo"/>
                <a:ea typeface="Archivo"/>
                <a:cs typeface="Archivo"/>
                <a:sym typeface="Archivo"/>
                <a:hlinkClick r:id="rId13">
                  <a:extLst>
                    <a:ext uri="{A12FA001-AC4F-418D-AE19-62706E023703}">
                      <ahyp:hlinkClr val="tx"/>
                    </a:ext>
                  </a:extLst>
                </a:hlinkClick>
              </a:rPr>
              <a:t>FREEPIK AI TOOLS</a:t>
            </a:r>
            <a:r>
              <a:rPr b="1" lang="en" sz="1000">
                <a:solidFill>
                  <a:schemeClr val="dk1"/>
                </a:solidFill>
                <a:latin typeface="Archivo"/>
                <a:ea typeface="Archivo"/>
                <a:cs typeface="Archivo"/>
                <a:sym typeface="Archivo"/>
              </a:rPr>
              <a:t> | </a:t>
            </a:r>
            <a:r>
              <a:rPr b="1" lang="en" sz="1000" u="sng">
                <a:solidFill>
                  <a:schemeClr val="dk1"/>
                </a:solidFill>
                <a:latin typeface="Archivo"/>
                <a:ea typeface="Archivo"/>
                <a:cs typeface="Archivo"/>
                <a:sym typeface="Archivo"/>
                <a:hlinkClick r:id="rId14">
                  <a:extLst>
                    <a:ext uri="{A12FA001-AC4F-418D-AE19-62706E023703}">
                      <ahyp:hlinkClr val="tx"/>
                    </a:ext>
                  </a:extLst>
                </a:hlinkClick>
              </a:rPr>
              <a:t>FREEPIK LIBRARY RESOURCES</a:t>
            </a:r>
            <a:endParaRPr b="1" sz="1000">
              <a:solidFill>
                <a:schemeClr val="dk1"/>
              </a:solidFill>
              <a:latin typeface="Archivo"/>
              <a:ea typeface="Archivo"/>
              <a:cs typeface="Archivo"/>
              <a:sym typeface="Archivo"/>
            </a:endParaRPr>
          </a:p>
        </p:txBody>
      </p:sp>
      <p:cxnSp>
        <p:nvCxnSpPr>
          <p:cNvPr id="156" name="Google Shape;156;p27"/>
          <p:cNvCxnSpPr/>
          <p:nvPr/>
        </p:nvCxnSpPr>
        <p:spPr>
          <a:xfrm>
            <a:off x="675300" y="2964188"/>
            <a:ext cx="7793400" cy="0"/>
          </a:xfrm>
          <a:prstGeom prst="straightConnector1">
            <a:avLst/>
          </a:prstGeom>
          <a:noFill/>
          <a:ln cap="flat" cmpd="sng" w="9525">
            <a:solidFill>
              <a:schemeClr val="dk1"/>
            </a:solidFill>
            <a:prstDash val="solid"/>
            <a:round/>
            <a:headEnd len="med" w="med" type="none"/>
            <a:tailEnd len="med" w="med" type="none"/>
          </a:ln>
        </p:spPr>
      </p:cxnSp>
      <p:sp>
        <p:nvSpPr>
          <p:cNvPr id="157" name="Google Shape;157;p27"/>
          <p:cNvSpPr/>
          <p:nvPr/>
        </p:nvSpPr>
        <p:spPr>
          <a:xfrm>
            <a:off x="1407264" y="1110381"/>
            <a:ext cx="218018" cy="218018"/>
          </a:xfrm>
          <a:custGeom>
            <a:rect b="b" l="l" r="r" t="t"/>
            <a:pathLst>
              <a:path extrusionOk="0" h="614134" w="614134">
                <a:moveTo>
                  <a:pt x="527656" y="0"/>
                </a:moveTo>
                <a:lnTo>
                  <a:pt x="86478" y="0"/>
                </a:lnTo>
                <a:cubicBezTo>
                  <a:pt x="38844" y="0"/>
                  <a:pt x="0" y="38844"/>
                  <a:pt x="0" y="86478"/>
                </a:cubicBezTo>
                <a:lnTo>
                  <a:pt x="0" y="527656"/>
                </a:lnTo>
                <a:cubicBezTo>
                  <a:pt x="0" y="575290"/>
                  <a:pt x="38844" y="614134"/>
                  <a:pt x="86478" y="614134"/>
                </a:cubicBezTo>
                <a:lnTo>
                  <a:pt x="527656" y="614134"/>
                </a:lnTo>
                <a:cubicBezTo>
                  <a:pt x="575290" y="614134"/>
                  <a:pt x="614134" y="575290"/>
                  <a:pt x="614134" y="527656"/>
                </a:cubicBezTo>
                <a:lnTo>
                  <a:pt x="614134" y="86478"/>
                </a:lnTo>
                <a:cubicBezTo>
                  <a:pt x="614134" y="38844"/>
                  <a:pt x="575290" y="0"/>
                  <a:pt x="527656" y="0"/>
                </a:cubicBezTo>
                <a:close/>
                <a:moveTo>
                  <a:pt x="547787" y="527656"/>
                </a:moveTo>
                <a:cubicBezTo>
                  <a:pt x="547787" y="538714"/>
                  <a:pt x="538714" y="547504"/>
                  <a:pt x="527940" y="547504"/>
                </a:cubicBezTo>
                <a:lnTo>
                  <a:pt x="86761" y="547504"/>
                </a:lnTo>
                <a:cubicBezTo>
                  <a:pt x="75703" y="547504"/>
                  <a:pt x="66914" y="538431"/>
                  <a:pt x="66914" y="527656"/>
                </a:cubicBezTo>
                <a:lnTo>
                  <a:pt x="66914" y="86478"/>
                </a:lnTo>
                <a:cubicBezTo>
                  <a:pt x="66914" y="75420"/>
                  <a:pt x="75987" y="66630"/>
                  <a:pt x="86761" y="66630"/>
                </a:cubicBezTo>
                <a:lnTo>
                  <a:pt x="527940" y="66630"/>
                </a:lnTo>
                <a:cubicBezTo>
                  <a:pt x="538998" y="66630"/>
                  <a:pt x="547787" y="75704"/>
                  <a:pt x="547787" y="86478"/>
                </a:cubicBezTo>
                <a:lnTo>
                  <a:pt x="547787" y="527656"/>
                </a:lnTo>
                <a:close/>
                <a:moveTo>
                  <a:pt x="481157" y="192803"/>
                </a:moveTo>
                <a:lnTo>
                  <a:pt x="481157" y="225976"/>
                </a:lnTo>
                <a:cubicBezTo>
                  <a:pt x="481157" y="244406"/>
                  <a:pt x="466413" y="259150"/>
                  <a:pt x="447983" y="259150"/>
                </a:cubicBezTo>
                <a:cubicBezTo>
                  <a:pt x="429554" y="259150"/>
                  <a:pt x="414810" y="244406"/>
                  <a:pt x="414810" y="225976"/>
                </a:cubicBezTo>
                <a:lnTo>
                  <a:pt x="414810" y="199324"/>
                </a:lnTo>
                <a:lnTo>
                  <a:pt x="340524" y="199324"/>
                </a:lnTo>
                <a:lnTo>
                  <a:pt x="340524" y="414526"/>
                </a:lnTo>
                <a:lnTo>
                  <a:pt x="360371" y="414526"/>
                </a:lnTo>
                <a:cubicBezTo>
                  <a:pt x="378801" y="414526"/>
                  <a:pt x="393545" y="429270"/>
                  <a:pt x="393545" y="447700"/>
                </a:cubicBezTo>
                <a:cubicBezTo>
                  <a:pt x="393545" y="466130"/>
                  <a:pt x="378801" y="480873"/>
                  <a:pt x="360371" y="480873"/>
                </a:cubicBezTo>
                <a:lnTo>
                  <a:pt x="254046" y="480873"/>
                </a:lnTo>
                <a:cubicBezTo>
                  <a:pt x="235617" y="480873"/>
                  <a:pt x="220873" y="466130"/>
                  <a:pt x="220873" y="447700"/>
                </a:cubicBezTo>
                <a:cubicBezTo>
                  <a:pt x="220873" y="429270"/>
                  <a:pt x="235617" y="414526"/>
                  <a:pt x="254046" y="414526"/>
                </a:cubicBezTo>
                <a:lnTo>
                  <a:pt x="273894" y="414526"/>
                </a:lnTo>
                <a:lnTo>
                  <a:pt x="273894" y="199324"/>
                </a:lnTo>
                <a:lnTo>
                  <a:pt x="199608" y="199324"/>
                </a:lnTo>
                <a:lnTo>
                  <a:pt x="199608" y="225976"/>
                </a:lnTo>
                <a:cubicBezTo>
                  <a:pt x="199608" y="244406"/>
                  <a:pt x="184864" y="259150"/>
                  <a:pt x="166434" y="259150"/>
                </a:cubicBezTo>
                <a:cubicBezTo>
                  <a:pt x="148004" y="259150"/>
                  <a:pt x="133261" y="244406"/>
                  <a:pt x="133261" y="225976"/>
                </a:cubicBezTo>
                <a:lnTo>
                  <a:pt x="133261" y="192803"/>
                </a:lnTo>
                <a:cubicBezTo>
                  <a:pt x="133261" y="159913"/>
                  <a:pt x="160196" y="132977"/>
                  <a:pt x="193086" y="132977"/>
                </a:cubicBezTo>
                <a:lnTo>
                  <a:pt x="421615" y="132977"/>
                </a:lnTo>
                <a:cubicBezTo>
                  <a:pt x="454505" y="132977"/>
                  <a:pt x="481440" y="159913"/>
                  <a:pt x="481440" y="1928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58" name="Google Shape;158;p27"/>
          <p:cNvGrpSpPr/>
          <p:nvPr/>
        </p:nvGrpSpPr>
        <p:grpSpPr>
          <a:xfrm>
            <a:off x="3432636" y="1099561"/>
            <a:ext cx="241571" cy="239658"/>
            <a:chOff x="2825999" y="4046158"/>
            <a:chExt cx="241571" cy="239658"/>
          </a:xfrm>
        </p:grpSpPr>
        <p:sp>
          <p:nvSpPr>
            <p:cNvPr id="159" name="Google Shape;159;p27"/>
            <p:cNvSpPr/>
            <p:nvPr/>
          </p:nvSpPr>
          <p:spPr>
            <a:xfrm>
              <a:off x="2868664" y="4153223"/>
              <a:ext cx="28384" cy="28384"/>
            </a:xfrm>
            <a:custGeom>
              <a:rect b="b" l="l" r="r" t="t"/>
              <a:pathLst>
                <a:path extrusionOk="0" h="79956" w="79956">
                  <a:moveTo>
                    <a:pt x="39978" y="79957"/>
                  </a:moveTo>
                  <a:cubicBezTo>
                    <a:pt x="17863" y="79957"/>
                    <a:pt x="0" y="62094"/>
                    <a:pt x="0" y="39978"/>
                  </a:cubicBezTo>
                  <a:cubicBezTo>
                    <a:pt x="0" y="17863"/>
                    <a:pt x="17863" y="0"/>
                    <a:pt x="39978" y="0"/>
                  </a:cubicBezTo>
                  <a:cubicBezTo>
                    <a:pt x="62094" y="0"/>
                    <a:pt x="79957" y="17863"/>
                    <a:pt x="79957" y="39978"/>
                  </a:cubicBezTo>
                  <a:cubicBezTo>
                    <a:pt x="79957" y="62094"/>
                    <a:pt x="62094" y="79957"/>
                    <a:pt x="39978" y="799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 name="Google Shape;160;p27"/>
            <p:cNvSpPr/>
            <p:nvPr/>
          </p:nvSpPr>
          <p:spPr>
            <a:xfrm>
              <a:off x="2978662" y="4107626"/>
              <a:ext cx="28384" cy="28384"/>
            </a:xfrm>
            <a:custGeom>
              <a:rect b="b" l="l" r="r" t="t"/>
              <a:pathLst>
                <a:path extrusionOk="0" h="79956" w="79956">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 name="Google Shape;161;p27"/>
            <p:cNvSpPr/>
            <p:nvPr/>
          </p:nvSpPr>
          <p:spPr>
            <a:xfrm>
              <a:off x="2887468" y="4107626"/>
              <a:ext cx="28384" cy="28384"/>
            </a:xfrm>
            <a:custGeom>
              <a:rect b="b" l="l" r="r" t="t"/>
              <a:pathLst>
                <a:path extrusionOk="0" h="79956" w="79956">
                  <a:moveTo>
                    <a:pt x="39978" y="79956"/>
                  </a:moveTo>
                  <a:cubicBezTo>
                    <a:pt x="17863" y="79956"/>
                    <a:pt x="0" y="62094"/>
                    <a:pt x="0" y="39978"/>
                  </a:cubicBezTo>
                  <a:cubicBezTo>
                    <a:pt x="0" y="17863"/>
                    <a:pt x="17863" y="0"/>
                    <a:pt x="39978" y="0"/>
                  </a:cubicBezTo>
                  <a:cubicBezTo>
                    <a:pt x="62094" y="0"/>
                    <a:pt x="79957" y="17863"/>
                    <a:pt x="79957" y="39978"/>
                  </a:cubicBezTo>
                  <a:cubicBezTo>
                    <a:pt x="79957" y="62094"/>
                    <a:pt x="62094" y="79956"/>
                    <a:pt x="39978" y="799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 name="Google Shape;162;p27"/>
            <p:cNvSpPr/>
            <p:nvPr/>
          </p:nvSpPr>
          <p:spPr>
            <a:xfrm>
              <a:off x="2933166" y="4088822"/>
              <a:ext cx="28384" cy="28384"/>
            </a:xfrm>
            <a:custGeom>
              <a:rect b="b" l="l" r="r" t="t"/>
              <a:pathLst>
                <a:path extrusionOk="0" h="79956" w="79956">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 name="Google Shape;163;p27"/>
            <p:cNvSpPr/>
            <p:nvPr/>
          </p:nvSpPr>
          <p:spPr>
            <a:xfrm>
              <a:off x="2825999" y="4046158"/>
              <a:ext cx="241571" cy="239658"/>
            </a:xfrm>
            <a:custGeom>
              <a:rect b="b" l="l" r="r" t="t"/>
              <a:pathLst>
                <a:path extrusionOk="0" h="675093" w="680481">
                  <a:moveTo>
                    <a:pt x="269074" y="673109"/>
                  </a:moveTo>
                  <a:cubicBezTo>
                    <a:pt x="275028" y="674527"/>
                    <a:pt x="281266" y="675094"/>
                    <a:pt x="287220" y="675094"/>
                  </a:cubicBezTo>
                  <a:cubicBezTo>
                    <a:pt x="306784" y="675094"/>
                    <a:pt x="325780" y="668289"/>
                    <a:pt x="341375" y="655814"/>
                  </a:cubicBezTo>
                  <a:cubicBezTo>
                    <a:pt x="361789" y="639369"/>
                    <a:pt x="373414" y="614985"/>
                    <a:pt x="373414" y="588616"/>
                  </a:cubicBezTo>
                  <a:lnTo>
                    <a:pt x="373414" y="552891"/>
                  </a:lnTo>
                  <a:cubicBezTo>
                    <a:pt x="373414" y="527373"/>
                    <a:pt x="394396" y="506391"/>
                    <a:pt x="419914" y="506391"/>
                  </a:cubicBezTo>
                  <a:lnTo>
                    <a:pt x="515181" y="506391"/>
                  </a:lnTo>
                  <a:cubicBezTo>
                    <a:pt x="558845" y="506391"/>
                    <a:pt x="599958" y="489663"/>
                    <a:pt x="631146" y="459041"/>
                  </a:cubicBezTo>
                  <a:cubicBezTo>
                    <a:pt x="662335" y="428420"/>
                    <a:pt x="679914" y="387591"/>
                    <a:pt x="680481" y="343927"/>
                  </a:cubicBezTo>
                  <a:cubicBezTo>
                    <a:pt x="680481" y="342226"/>
                    <a:pt x="680481" y="340241"/>
                    <a:pt x="680481" y="338539"/>
                  </a:cubicBezTo>
                  <a:cubicBezTo>
                    <a:pt x="679631" y="151691"/>
                    <a:pt x="527089" y="0"/>
                    <a:pt x="340241" y="0"/>
                  </a:cubicBezTo>
                  <a:lnTo>
                    <a:pt x="339674" y="0"/>
                  </a:lnTo>
                  <a:cubicBezTo>
                    <a:pt x="248943" y="0"/>
                    <a:pt x="163599" y="35725"/>
                    <a:pt x="99520" y="99804"/>
                  </a:cubicBezTo>
                  <a:cubicBezTo>
                    <a:pt x="35442" y="164166"/>
                    <a:pt x="0" y="249510"/>
                    <a:pt x="0" y="340241"/>
                  </a:cubicBezTo>
                  <a:cubicBezTo>
                    <a:pt x="0" y="418496"/>
                    <a:pt x="27219" y="495050"/>
                    <a:pt x="76838" y="555726"/>
                  </a:cubicBezTo>
                  <a:cubicBezTo>
                    <a:pt x="125605" y="615552"/>
                    <a:pt x="193937" y="656948"/>
                    <a:pt x="269074" y="673109"/>
                  </a:cubicBezTo>
                  <a:close/>
                  <a:moveTo>
                    <a:pt x="339674" y="66347"/>
                  </a:moveTo>
                  <a:lnTo>
                    <a:pt x="340241" y="66347"/>
                  </a:lnTo>
                  <a:cubicBezTo>
                    <a:pt x="490514" y="66347"/>
                    <a:pt x="613284" y="188550"/>
                    <a:pt x="614134" y="338823"/>
                  </a:cubicBezTo>
                  <a:cubicBezTo>
                    <a:pt x="614134" y="340241"/>
                    <a:pt x="614134" y="341658"/>
                    <a:pt x="614134" y="343359"/>
                  </a:cubicBezTo>
                  <a:cubicBezTo>
                    <a:pt x="613567" y="396664"/>
                    <a:pt x="569336" y="440045"/>
                    <a:pt x="515465" y="440045"/>
                  </a:cubicBezTo>
                  <a:lnTo>
                    <a:pt x="420197" y="440045"/>
                  </a:lnTo>
                  <a:cubicBezTo>
                    <a:pt x="357820" y="440045"/>
                    <a:pt x="307351" y="490797"/>
                    <a:pt x="307351" y="552891"/>
                  </a:cubicBezTo>
                  <a:lnTo>
                    <a:pt x="307351" y="588616"/>
                  </a:lnTo>
                  <a:cubicBezTo>
                    <a:pt x="307351" y="596839"/>
                    <a:pt x="302814" y="601942"/>
                    <a:pt x="299979" y="604211"/>
                  </a:cubicBezTo>
                  <a:cubicBezTo>
                    <a:pt x="297143" y="606479"/>
                    <a:pt x="291473" y="609881"/>
                    <a:pt x="283250" y="608180"/>
                  </a:cubicBezTo>
                  <a:cubicBezTo>
                    <a:pt x="157928" y="581528"/>
                    <a:pt x="66914" y="468965"/>
                    <a:pt x="66914" y="340524"/>
                  </a:cubicBezTo>
                  <a:cubicBezTo>
                    <a:pt x="66914" y="189968"/>
                    <a:pt x="189401" y="66914"/>
                    <a:pt x="340241" y="666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64" name="Google Shape;164;p27"/>
          <p:cNvSpPr/>
          <p:nvPr/>
        </p:nvSpPr>
        <p:spPr>
          <a:xfrm>
            <a:off x="1010562" y="4115400"/>
            <a:ext cx="241571" cy="206140"/>
          </a:xfrm>
          <a:custGeom>
            <a:rect b="b" l="l" r="r" t="t"/>
            <a:pathLst>
              <a:path extrusionOk="0" h="580677" w="680481">
                <a:moveTo>
                  <a:pt x="676795" y="490797"/>
                </a:moveTo>
                <a:lnTo>
                  <a:pt x="614134" y="373130"/>
                </a:lnTo>
                <a:lnTo>
                  <a:pt x="614134" y="86478"/>
                </a:lnTo>
                <a:cubicBezTo>
                  <a:pt x="614134" y="38844"/>
                  <a:pt x="575290" y="0"/>
                  <a:pt x="527656" y="0"/>
                </a:cubicBezTo>
                <a:lnTo>
                  <a:pt x="153108" y="0"/>
                </a:lnTo>
                <a:cubicBezTo>
                  <a:pt x="105475" y="0"/>
                  <a:pt x="66630" y="38844"/>
                  <a:pt x="66630" y="86478"/>
                </a:cubicBezTo>
                <a:lnTo>
                  <a:pt x="66630" y="373130"/>
                </a:lnTo>
                <a:lnTo>
                  <a:pt x="3969" y="490797"/>
                </a:lnTo>
                <a:cubicBezTo>
                  <a:pt x="1418" y="495617"/>
                  <a:pt x="0" y="501004"/>
                  <a:pt x="0" y="506391"/>
                </a:cubicBezTo>
                <a:lnTo>
                  <a:pt x="0" y="547504"/>
                </a:lnTo>
                <a:cubicBezTo>
                  <a:pt x="0" y="565933"/>
                  <a:pt x="14744" y="580677"/>
                  <a:pt x="33173" y="580677"/>
                </a:cubicBezTo>
                <a:lnTo>
                  <a:pt x="647308" y="580677"/>
                </a:lnTo>
                <a:cubicBezTo>
                  <a:pt x="665737" y="580677"/>
                  <a:pt x="680481" y="565933"/>
                  <a:pt x="680481" y="547504"/>
                </a:cubicBezTo>
                <a:lnTo>
                  <a:pt x="680481" y="506391"/>
                </a:lnTo>
                <a:cubicBezTo>
                  <a:pt x="680481" y="501004"/>
                  <a:pt x="679064" y="495617"/>
                  <a:pt x="676512" y="490797"/>
                </a:cubicBezTo>
                <a:close/>
                <a:moveTo>
                  <a:pt x="406871" y="481157"/>
                </a:moveTo>
                <a:lnTo>
                  <a:pt x="273894" y="481157"/>
                </a:lnTo>
                <a:cubicBezTo>
                  <a:pt x="255464" y="481157"/>
                  <a:pt x="240720" y="466413"/>
                  <a:pt x="240720" y="447983"/>
                </a:cubicBezTo>
                <a:cubicBezTo>
                  <a:pt x="240720" y="429554"/>
                  <a:pt x="255464" y="414810"/>
                  <a:pt x="273894" y="414810"/>
                </a:cubicBezTo>
                <a:lnTo>
                  <a:pt x="406871" y="414810"/>
                </a:lnTo>
                <a:cubicBezTo>
                  <a:pt x="425301" y="414810"/>
                  <a:pt x="440045" y="429554"/>
                  <a:pt x="440045" y="447983"/>
                </a:cubicBezTo>
                <a:cubicBezTo>
                  <a:pt x="440045" y="466413"/>
                  <a:pt x="425301" y="481157"/>
                  <a:pt x="406871" y="481157"/>
                </a:cubicBezTo>
                <a:close/>
                <a:moveTo>
                  <a:pt x="547787" y="348179"/>
                </a:moveTo>
                <a:lnTo>
                  <a:pt x="133261" y="348179"/>
                </a:lnTo>
                <a:lnTo>
                  <a:pt x="133261" y="86478"/>
                </a:lnTo>
                <a:cubicBezTo>
                  <a:pt x="133261" y="75420"/>
                  <a:pt x="142334" y="66630"/>
                  <a:pt x="153108" y="66630"/>
                </a:cubicBezTo>
                <a:lnTo>
                  <a:pt x="527940" y="66630"/>
                </a:lnTo>
                <a:cubicBezTo>
                  <a:pt x="538998" y="66630"/>
                  <a:pt x="547787" y="75703"/>
                  <a:pt x="547787" y="86478"/>
                </a:cubicBezTo>
                <a:lnTo>
                  <a:pt x="547787" y="348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65" name="Google Shape;165;p27"/>
          <p:cNvGrpSpPr/>
          <p:nvPr/>
        </p:nvGrpSpPr>
        <p:grpSpPr>
          <a:xfrm>
            <a:off x="1010551" y="3367105"/>
            <a:ext cx="241571" cy="241571"/>
            <a:chOff x="2605901" y="2903117"/>
            <a:chExt cx="241571" cy="241571"/>
          </a:xfrm>
        </p:grpSpPr>
        <p:sp>
          <p:nvSpPr>
            <p:cNvPr id="166" name="Google Shape;166;p27"/>
            <p:cNvSpPr/>
            <p:nvPr/>
          </p:nvSpPr>
          <p:spPr>
            <a:xfrm>
              <a:off x="2696488" y="2998051"/>
              <a:ext cx="47106" cy="95219"/>
            </a:xfrm>
            <a:custGeom>
              <a:rect b="b" l="l" r="r" t="t"/>
              <a:pathLst>
                <a:path extrusionOk="0" h="268222" w="132693">
                  <a:moveTo>
                    <a:pt x="99520" y="268223"/>
                  </a:moveTo>
                  <a:cubicBezTo>
                    <a:pt x="81091" y="268223"/>
                    <a:pt x="66347" y="253479"/>
                    <a:pt x="66347" y="235050"/>
                  </a:cubicBezTo>
                  <a:lnTo>
                    <a:pt x="66347" y="66347"/>
                  </a:lnTo>
                  <a:lnTo>
                    <a:pt x="33173" y="66347"/>
                  </a:lnTo>
                  <a:cubicBezTo>
                    <a:pt x="14744" y="66347"/>
                    <a:pt x="0" y="51603"/>
                    <a:pt x="0" y="33173"/>
                  </a:cubicBezTo>
                  <a:cubicBezTo>
                    <a:pt x="0" y="14744"/>
                    <a:pt x="14744" y="0"/>
                    <a:pt x="33173" y="0"/>
                  </a:cubicBezTo>
                  <a:lnTo>
                    <a:pt x="99520" y="0"/>
                  </a:lnTo>
                  <a:cubicBezTo>
                    <a:pt x="117950" y="0"/>
                    <a:pt x="132694" y="14744"/>
                    <a:pt x="132694" y="33173"/>
                  </a:cubicBezTo>
                  <a:lnTo>
                    <a:pt x="132694" y="235050"/>
                  </a:lnTo>
                  <a:cubicBezTo>
                    <a:pt x="132694" y="253479"/>
                    <a:pt x="117950" y="268223"/>
                    <a:pt x="99520" y="2682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 name="Google Shape;167;p27"/>
            <p:cNvSpPr/>
            <p:nvPr/>
          </p:nvSpPr>
          <p:spPr>
            <a:xfrm>
              <a:off x="2712967" y="2955285"/>
              <a:ext cx="28384" cy="28384"/>
            </a:xfrm>
            <a:custGeom>
              <a:rect b="b" l="l" r="r" t="t"/>
              <a:pathLst>
                <a:path extrusionOk="0" h="79956" w="79956">
                  <a:moveTo>
                    <a:pt x="0" y="39978"/>
                  </a:moveTo>
                  <a:cubicBezTo>
                    <a:pt x="0" y="62094"/>
                    <a:pt x="17863" y="79957"/>
                    <a:pt x="39978" y="79957"/>
                  </a:cubicBezTo>
                  <a:cubicBezTo>
                    <a:pt x="62094" y="79957"/>
                    <a:pt x="79957" y="62094"/>
                    <a:pt x="79957" y="39978"/>
                  </a:cubicBezTo>
                  <a:cubicBezTo>
                    <a:pt x="79957" y="17863"/>
                    <a:pt x="62094" y="0"/>
                    <a:pt x="39978" y="0"/>
                  </a:cubicBezTo>
                  <a:cubicBezTo>
                    <a:pt x="17863" y="0"/>
                    <a:pt x="0" y="17863"/>
                    <a:pt x="0" y="399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 name="Google Shape;168;p27"/>
            <p:cNvSpPr/>
            <p:nvPr/>
          </p:nvSpPr>
          <p:spPr>
            <a:xfrm>
              <a:off x="2605901" y="2903117"/>
              <a:ext cx="241571" cy="241571"/>
            </a:xfrm>
            <a:custGeom>
              <a:rect b="b" l="l" r="r" t="t"/>
              <a:pathLst>
                <a:path extrusionOk="0" h="680481" w="680481">
                  <a:moveTo>
                    <a:pt x="99520" y="580961"/>
                  </a:moveTo>
                  <a:cubicBezTo>
                    <a:pt x="163883" y="645323"/>
                    <a:pt x="249226" y="680481"/>
                    <a:pt x="340241" y="680481"/>
                  </a:cubicBezTo>
                  <a:cubicBezTo>
                    <a:pt x="431255" y="680481"/>
                    <a:pt x="516599" y="645040"/>
                    <a:pt x="580961" y="580961"/>
                  </a:cubicBezTo>
                  <a:cubicBezTo>
                    <a:pt x="645323" y="516882"/>
                    <a:pt x="680481" y="431255"/>
                    <a:pt x="680481" y="340241"/>
                  </a:cubicBezTo>
                  <a:cubicBezTo>
                    <a:pt x="680481" y="249226"/>
                    <a:pt x="645039" y="163883"/>
                    <a:pt x="580961" y="99520"/>
                  </a:cubicBezTo>
                  <a:cubicBezTo>
                    <a:pt x="516599" y="35158"/>
                    <a:pt x="431255" y="0"/>
                    <a:pt x="340241" y="0"/>
                  </a:cubicBezTo>
                  <a:cubicBezTo>
                    <a:pt x="249226" y="0"/>
                    <a:pt x="163883" y="35442"/>
                    <a:pt x="99520" y="99520"/>
                  </a:cubicBezTo>
                  <a:cubicBezTo>
                    <a:pt x="35158" y="163883"/>
                    <a:pt x="0" y="249226"/>
                    <a:pt x="0" y="340241"/>
                  </a:cubicBezTo>
                  <a:cubicBezTo>
                    <a:pt x="0" y="431255"/>
                    <a:pt x="35442" y="516599"/>
                    <a:pt x="99520" y="580961"/>
                  </a:cubicBezTo>
                  <a:close/>
                  <a:moveTo>
                    <a:pt x="66347" y="340524"/>
                  </a:moveTo>
                  <a:cubicBezTo>
                    <a:pt x="66347" y="189684"/>
                    <a:pt x="189117" y="66631"/>
                    <a:pt x="340241" y="66631"/>
                  </a:cubicBezTo>
                  <a:cubicBezTo>
                    <a:pt x="491364" y="66631"/>
                    <a:pt x="614134" y="189401"/>
                    <a:pt x="614134" y="340524"/>
                  </a:cubicBezTo>
                  <a:cubicBezTo>
                    <a:pt x="614134" y="491648"/>
                    <a:pt x="491364" y="614418"/>
                    <a:pt x="340241" y="614418"/>
                  </a:cubicBezTo>
                  <a:cubicBezTo>
                    <a:pt x="189117" y="614418"/>
                    <a:pt x="66347" y="491648"/>
                    <a:pt x="66347" y="340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69" name="Google Shape;169;p27"/>
          <p:cNvGrpSpPr/>
          <p:nvPr/>
        </p:nvGrpSpPr>
        <p:grpSpPr>
          <a:xfrm>
            <a:off x="5209305" y="3420636"/>
            <a:ext cx="241240" cy="241096"/>
            <a:chOff x="3049130" y="3364261"/>
            <a:chExt cx="241240" cy="241096"/>
          </a:xfrm>
        </p:grpSpPr>
        <p:sp>
          <p:nvSpPr>
            <p:cNvPr id="170" name="Google Shape;170;p27"/>
            <p:cNvSpPr/>
            <p:nvPr/>
          </p:nvSpPr>
          <p:spPr>
            <a:xfrm>
              <a:off x="3093918" y="3364261"/>
              <a:ext cx="196452" cy="196452"/>
            </a:xfrm>
            <a:custGeom>
              <a:rect b="b" l="l" r="r" t="t"/>
              <a:pathLst>
                <a:path extrusionOk="0" h="553387" w="553387">
                  <a:moveTo>
                    <a:pt x="133544" y="553387"/>
                  </a:moveTo>
                  <a:lnTo>
                    <a:pt x="34875" y="553387"/>
                  </a:lnTo>
                  <a:cubicBezTo>
                    <a:pt x="15594" y="553387"/>
                    <a:pt x="0" y="537793"/>
                    <a:pt x="0" y="518512"/>
                  </a:cubicBezTo>
                  <a:lnTo>
                    <a:pt x="0" y="419843"/>
                  </a:lnTo>
                  <a:cubicBezTo>
                    <a:pt x="0" y="410486"/>
                    <a:pt x="3686" y="401697"/>
                    <a:pt x="10207" y="395175"/>
                  </a:cubicBezTo>
                  <a:lnTo>
                    <a:pt x="378801" y="26581"/>
                  </a:lnTo>
                  <a:cubicBezTo>
                    <a:pt x="414243" y="-8860"/>
                    <a:pt x="471517" y="-8860"/>
                    <a:pt x="506959" y="26581"/>
                  </a:cubicBezTo>
                  <a:lnTo>
                    <a:pt x="526806" y="46429"/>
                  </a:lnTo>
                  <a:cubicBezTo>
                    <a:pt x="562248" y="81871"/>
                    <a:pt x="562248" y="139144"/>
                    <a:pt x="526806" y="174586"/>
                  </a:cubicBezTo>
                  <a:lnTo>
                    <a:pt x="158212" y="543180"/>
                  </a:lnTo>
                  <a:cubicBezTo>
                    <a:pt x="151691" y="549701"/>
                    <a:pt x="142901" y="553387"/>
                    <a:pt x="133544" y="553387"/>
                  </a:cubicBezTo>
                  <a:close/>
                  <a:moveTo>
                    <a:pt x="69749" y="483638"/>
                  </a:moveTo>
                  <a:lnTo>
                    <a:pt x="119084" y="483638"/>
                  </a:lnTo>
                  <a:lnTo>
                    <a:pt x="477471" y="125251"/>
                  </a:lnTo>
                  <a:cubicBezTo>
                    <a:pt x="485693" y="117029"/>
                    <a:pt x="485693" y="103703"/>
                    <a:pt x="477471" y="95764"/>
                  </a:cubicBezTo>
                  <a:lnTo>
                    <a:pt x="457624" y="75916"/>
                  </a:lnTo>
                  <a:cubicBezTo>
                    <a:pt x="449401" y="67694"/>
                    <a:pt x="436075" y="67694"/>
                    <a:pt x="428136" y="75916"/>
                  </a:cubicBezTo>
                  <a:lnTo>
                    <a:pt x="69749" y="434303"/>
                  </a:lnTo>
                  <a:lnTo>
                    <a:pt x="69749" y="4836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 name="Google Shape;171;p27"/>
            <p:cNvSpPr/>
            <p:nvPr/>
          </p:nvSpPr>
          <p:spPr>
            <a:xfrm>
              <a:off x="3049130" y="3376570"/>
              <a:ext cx="228788" cy="228788"/>
            </a:xfrm>
            <a:custGeom>
              <a:rect b="b" l="l" r="r" t="t"/>
              <a:pathLst>
                <a:path extrusionOk="0" h="644472" w="644472">
                  <a:moveTo>
                    <a:pt x="574723" y="553742"/>
                  </a:moveTo>
                  <a:lnTo>
                    <a:pt x="574723" y="296577"/>
                  </a:lnTo>
                  <a:lnTo>
                    <a:pt x="644472" y="226827"/>
                  </a:lnTo>
                  <a:lnTo>
                    <a:pt x="644472" y="553742"/>
                  </a:lnTo>
                  <a:cubicBezTo>
                    <a:pt x="644472" y="603927"/>
                    <a:pt x="603927" y="644472"/>
                    <a:pt x="553742" y="644472"/>
                  </a:cubicBezTo>
                  <a:lnTo>
                    <a:pt x="90731" y="644472"/>
                  </a:lnTo>
                  <a:cubicBezTo>
                    <a:pt x="40545" y="644472"/>
                    <a:pt x="0" y="603927"/>
                    <a:pt x="0" y="553742"/>
                  </a:cubicBezTo>
                  <a:lnTo>
                    <a:pt x="0" y="90731"/>
                  </a:lnTo>
                  <a:cubicBezTo>
                    <a:pt x="0" y="40545"/>
                    <a:pt x="40545" y="0"/>
                    <a:pt x="90731" y="0"/>
                  </a:cubicBezTo>
                  <a:lnTo>
                    <a:pt x="417645" y="0"/>
                  </a:lnTo>
                  <a:lnTo>
                    <a:pt x="347896" y="69750"/>
                  </a:lnTo>
                  <a:lnTo>
                    <a:pt x="90731" y="69750"/>
                  </a:lnTo>
                  <a:cubicBezTo>
                    <a:pt x="79106" y="69750"/>
                    <a:pt x="69749" y="79106"/>
                    <a:pt x="69749" y="90731"/>
                  </a:cubicBezTo>
                  <a:lnTo>
                    <a:pt x="69749" y="553742"/>
                  </a:lnTo>
                  <a:cubicBezTo>
                    <a:pt x="69749" y="565367"/>
                    <a:pt x="79106" y="574723"/>
                    <a:pt x="90731" y="574723"/>
                  </a:cubicBezTo>
                  <a:lnTo>
                    <a:pt x="553742" y="574723"/>
                  </a:lnTo>
                  <a:cubicBezTo>
                    <a:pt x="565366" y="574723"/>
                    <a:pt x="574723" y="565367"/>
                    <a:pt x="574723" y="5537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2" name="Google Shape;172;p27"/>
          <p:cNvGrpSpPr/>
          <p:nvPr/>
        </p:nvGrpSpPr>
        <p:grpSpPr>
          <a:xfrm>
            <a:off x="5481546" y="1110331"/>
            <a:ext cx="232210" cy="218118"/>
            <a:chOff x="3676971" y="3049410"/>
            <a:chExt cx="232210" cy="218118"/>
          </a:xfrm>
        </p:grpSpPr>
        <p:sp>
          <p:nvSpPr>
            <p:cNvPr id="173" name="Google Shape;173;p27"/>
            <p:cNvSpPr/>
            <p:nvPr/>
          </p:nvSpPr>
          <p:spPr>
            <a:xfrm>
              <a:off x="3676971" y="3049410"/>
              <a:ext cx="232210" cy="218118"/>
            </a:xfrm>
            <a:custGeom>
              <a:rect b="b" l="l" r="r" t="t"/>
              <a:pathLst>
                <a:path extrusionOk="0" h="614417" w="654112">
                  <a:moveTo>
                    <a:pt x="567635" y="283"/>
                  </a:moveTo>
                  <a:lnTo>
                    <a:pt x="86478" y="283"/>
                  </a:lnTo>
                  <a:cubicBezTo>
                    <a:pt x="38844" y="283"/>
                    <a:pt x="0" y="39128"/>
                    <a:pt x="0" y="86761"/>
                  </a:cubicBezTo>
                  <a:lnTo>
                    <a:pt x="0" y="428419"/>
                  </a:lnTo>
                  <a:cubicBezTo>
                    <a:pt x="0" y="476053"/>
                    <a:pt x="38844" y="514897"/>
                    <a:pt x="86478" y="514897"/>
                  </a:cubicBezTo>
                  <a:lnTo>
                    <a:pt x="132977" y="514897"/>
                  </a:lnTo>
                  <a:lnTo>
                    <a:pt x="132977" y="581244"/>
                  </a:lnTo>
                  <a:cubicBezTo>
                    <a:pt x="132977" y="593436"/>
                    <a:pt x="139499" y="604494"/>
                    <a:pt x="149989" y="610165"/>
                  </a:cubicBezTo>
                  <a:cubicBezTo>
                    <a:pt x="155093" y="613000"/>
                    <a:pt x="160764" y="614418"/>
                    <a:pt x="166151" y="614418"/>
                  </a:cubicBezTo>
                  <a:cubicBezTo>
                    <a:pt x="172388" y="614418"/>
                    <a:pt x="178343" y="612716"/>
                    <a:pt x="183730" y="609314"/>
                  </a:cubicBezTo>
                  <a:lnTo>
                    <a:pt x="336555" y="514614"/>
                  </a:lnTo>
                  <a:lnTo>
                    <a:pt x="567635" y="514614"/>
                  </a:lnTo>
                  <a:cubicBezTo>
                    <a:pt x="615268" y="514614"/>
                    <a:pt x="654112" y="475770"/>
                    <a:pt x="654112" y="428136"/>
                  </a:cubicBezTo>
                  <a:lnTo>
                    <a:pt x="654112" y="86478"/>
                  </a:lnTo>
                  <a:cubicBezTo>
                    <a:pt x="654112" y="38844"/>
                    <a:pt x="615268" y="0"/>
                    <a:pt x="567635" y="0"/>
                  </a:cubicBezTo>
                  <a:close/>
                  <a:moveTo>
                    <a:pt x="587766" y="428136"/>
                  </a:moveTo>
                  <a:cubicBezTo>
                    <a:pt x="587766" y="439194"/>
                    <a:pt x="578976" y="447983"/>
                    <a:pt x="567918" y="447983"/>
                  </a:cubicBezTo>
                  <a:lnTo>
                    <a:pt x="327481" y="447983"/>
                  </a:lnTo>
                  <a:cubicBezTo>
                    <a:pt x="321244" y="447983"/>
                    <a:pt x="315289" y="449684"/>
                    <a:pt x="309902" y="453087"/>
                  </a:cubicBezTo>
                  <a:lnTo>
                    <a:pt x="199891" y="521135"/>
                  </a:lnTo>
                  <a:lnTo>
                    <a:pt x="199891" y="481157"/>
                  </a:lnTo>
                  <a:cubicBezTo>
                    <a:pt x="199891" y="462727"/>
                    <a:pt x="184864" y="447983"/>
                    <a:pt x="166718" y="447983"/>
                  </a:cubicBezTo>
                  <a:lnTo>
                    <a:pt x="87045" y="447983"/>
                  </a:lnTo>
                  <a:cubicBezTo>
                    <a:pt x="75987" y="447983"/>
                    <a:pt x="67197" y="439194"/>
                    <a:pt x="67197" y="428136"/>
                  </a:cubicBezTo>
                  <a:lnTo>
                    <a:pt x="67197" y="86478"/>
                  </a:lnTo>
                  <a:cubicBezTo>
                    <a:pt x="67197" y="75420"/>
                    <a:pt x="75987" y="66630"/>
                    <a:pt x="87045" y="66630"/>
                  </a:cubicBezTo>
                  <a:lnTo>
                    <a:pt x="568202" y="66630"/>
                  </a:lnTo>
                  <a:cubicBezTo>
                    <a:pt x="579260" y="66630"/>
                    <a:pt x="588049" y="75420"/>
                    <a:pt x="588049" y="86478"/>
                  </a:cubicBezTo>
                  <a:lnTo>
                    <a:pt x="588049" y="4281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 name="Google Shape;174;p27"/>
            <p:cNvSpPr/>
            <p:nvPr/>
          </p:nvSpPr>
          <p:spPr>
            <a:xfrm>
              <a:off x="3732139" y="3143501"/>
              <a:ext cx="122234" cy="42509"/>
            </a:xfrm>
            <a:custGeom>
              <a:rect b="b" l="l" r="r" t="t"/>
              <a:pathLst>
                <a:path extrusionOk="0" h="119744" w="344322">
                  <a:moveTo>
                    <a:pt x="288164" y="9167"/>
                  </a:moveTo>
                  <a:cubicBezTo>
                    <a:pt x="224936" y="68425"/>
                    <a:pt x="124565" y="68142"/>
                    <a:pt x="54816" y="8033"/>
                  </a:cubicBezTo>
                  <a:cubicBezTo>
                    <a:pt x="40922" y="-3876"/>
                    <a:pt x="19941" y="-2458"/>
                    <a:pt x="8033" y="11718"/>
                  </a:cubicBezTo>
                  <a:cubicBezTo>
                    <a:pt x="-3876" y="25612"/>
                    <a:pt x="-2458" y="46593"/>
                    <a:pt x="11718" y="58501"/>
                  </a:cubicBezTo>
                  <a:cubicBezTo>
                    <a:pt x="57651" y="97913"/>
                    <a:pt x="115775" y="119745"/>
                    <a:pt x="174750" y="119745"/>
                  </a:cubicBezTo>
                  <a:lnTo>
                    <a:pt x="175601" y="119745"/>
                  </a:lnTo>
                  <a:cubicBezTo>
                    <a:pt x="235143" y="119745"/>
                    <a:pt x="291283" y="97346"/>
                    <a:pt x="333813" y="57651"/>
                  </a:cubicBezTo>
                  <a:cubicBezTo>
                    <a:pt x="347139" y="44892"/>
                    <a:pt x="347990" y="23910"/>
                    <a:pt x="335231" y="10868"/>
                  </a:cubicBezTo>
                  <a:cubicBezTo>
                    <a:pt x="322755" y="-2742"/>
                    <a:pt x="301774" y="-3309"/>
                    <a:pt x="288447" y="91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 name="Google Shape;175;p27"/>
            <p:cNvSpPr/>
            <p:nvPr/>
          </p:nvSpPr>
          <p:spPr>
            <a:xfrm>
              <a:off x="3810071" y="3100971"/>
              <a:ext cx="28284" cy="28284"/>
            </a:xfrm>
            <a:custGeom>
              <a:rect b="b" l="l" r="r" t="t"/>
              <a:pathLst>
                <a:path extrusionOk="0" h="79672" w="79673">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 name="Google Shape;176;p27"/>
            <p:cNvSpPr/>
            <p:nvPr/>
          </p:nvSpPr>
          <p:spPr>
            <a:xfrm>
              <a:off x="3748904" y="3100971"/>
              <a:ext cx="28284" cy="28284"/>
            </a:xfrm>
            <a:custGeom>
              <a:rect b="b" l="l" r="r" t="t"/>
              <a:pathLst>
                <a:path extrusionOk="0" h="79672" w="79673">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77" name="Google Shape;177;p27"/>
          <p:cNvSpPr/>
          <p:nvPr/>
        </p:nvSpPr>
        <p:spPr>
          <a:xfrm>
            <a:off x="7521099" y="1108267"/>
            <a:ext cx="228895" cy="222245"/>
          </a:xfrm>
          <a:custGeom>
            <a:rect b="b" l="l" r="r" t="t"/>
            <a:pathLst>
              <a:path extrusionOk="0" h="626042" w="644775">
                <a:moveTo>
                  <a:pt x="425301" y="280415"/>
                </a:moveTo>
                <a:lnTo>
                  <a:pt x="552891" y="280415"/>
                </a:lnTo>
                <a:cubicBezTo>
                  <a:pt x="593153" y="280415"/>
                  <a:pt x="626043" y="247525"/>
                  <a:pt x="626043" y="207263"/>
                </a:cubicBezTo>
                <a:lnTo>
                  <a:pt x="626043" y="79673"/>
                </a:lnTo>
                <a:cubicBezTo>
                  <a:pt x="626043" y="39411"/>
                  <a:pt x="593153" y="6521"/>
                  <a:pt x="552891" y="6521"/>
                </a:cubicBezTo>
                <a:lnTo>
                  <a:pt x="425301" y="6521"/>
                </a:lnTo>
                <a:cubicBezTo>
                  <a:pt x="385039" y="6521"/>
                  <a:pt x="352149" y="39411"/>
                  <a:pt x="352149" y="79673"/>
                </a:cubicBezTo>
                <a:lnTo>
                  <a:pt x="352149" y="207263"/>
                </a:lnTo>
                <a:cubicBezTo>
                  <a:pt x="352149" y="247525"/>
                  <a:pt x="385039" y="280415"/>
                  <a:pt x="425301" y="280415"/>
                </a:cubicBezTo>
                <a:close/>
                <a:moveTo>
                  <a:pt x="418779" y="79673"/>
                </a:moveTo>
                <a:cubicBezTo>
                  <a:pt x="418779" y="75987"/>
                  <a:pt x="421898" y="73152"/>
                  <a:pt x="425301" y="73152"/>
                </a:cubicBezTo>
                <a:lnTo>
                  <a:pt x="552891" y="73152"/>
                </a:lnTo>
                <a:cubicBezTo>
                  <a:pt x="556577" y="73152"/>
                  <a:pt x="559412" y="76271"/>
                  <a:pt x="559412" y="79673"/>
                </a:cubicBezTo>
                <a:lnTo>
                  <a:pt x="559412" y="207263"/>
                </a:lnTo>
                <a:cubicBezTo>
                  <a:pt x="559412" y="210949"/>
                  <a:pt x="556293" y="213784"/>
                  <a:pt x="552891" y="213784"/>
                </a:cubicBezTo>
                <a:lnTo>
                  <a:pt x="425301" y="213784"/>
                </a:lnTo>
                <a:cubicBezTo>
                  <a:pt x="421615" y="213784"/>
                  <a:pt x="418779" y="210666"/>
                  <a:pt x="418779" y="207263"/>
                </a:cubicBezTo>
                <a:lnTo>
                  <a:pt x="418779" y="79673"/>
                </a:lnTo>
                <a:close/>
                <a:moveTo>
                  <a:pt x="204711" y="352149"/>
                </a:moveTo>
                <a:lnTo>
                  <a:pt x="77121" y="352149"/>
                </a:lnTo>
                <a:cubicBezTo>
                  <a:pt x="36859" y="352149"/>
                  <a:pt x="3969" y="385039"/>
                  <a:pt x="3969" y="425301"/>
                </a:cubicBezTo>
                <a:lnTo>
                  <a:pt x="3969" y="552891"/>
                </a:lnTo>
                <a:cubicBezTo>
                  <a:pt x="3969" y="593153"/>
                  <a:pt x="36859" y="626043"/>
                  <a:pt x="77121" y="626043"/>
                </a:cubicBezTo>
                <a:lnTo>
                  <a:pt x="204711" y="626043"/>
                </a:lnTo>
                <a:cubicBezTo>
                  <a:pt x="244973" y="626043"/>
                  <a:pt x="277863" y="593153"/>
                  <a:pt x="277863" y="552891"/>
                </a:cubicBezTo>
                <a:lnTo>
                  <a:pt x="277863" y="425301"/>
                </a:lnTo>
                <a:cubicBezTo>
                  <a:pt x="277863" y="385039"/>
                  <a:pt x="244973" y="352149"/>
                  <a:pt x="204711" y="352149"/>
                </a:cubicBezTo>
                <a:close/>
                <a:moveTo>
                  <a:pt x="211516" y="552891"/>
                </a:moveTo>
                <a:cubicBezTo>
                  <a:pt x="211516" y="556577"/>
                  <a:pt x="208681" y="559412"/>
                  <a:pt x="204995" y="559412"/>
                </a:cubicBezTo>
                <a:lnTo>
                  <a:pt x="77405" y="559412"/>
                </a:lnTo>
                <a:cubicBezTo>
                  <a:pt x="73719" y="559412"/>
                  <a:pt x="70883" y="556577"/>
                  <a:pt x="70883" y="552891"/>
                </a:cubicBezTo>
                <a:lnTo>
                  <a:pt x="70883" y="425301"/>
                </a:lnTo>
                <a:cubicBezTo>
                  <a:pt x="70883" y="421615"/>
                  <a:pt x="74002" y="418779"/>
                  <a:pt x="77405" y="418779"/>
                </a:cubicBezTo>
                <a:lnTo>
                  <a:pt x="204995" y="418779"/>
                </a:lnTo>
                <a:cubicBezTo>
                  <a:pt x="208681" y="418779"/>
                  <a:pt x="211516" y="421898"/>
                  <a:pt x="211516" y="425301"/>
                </a:cubicBezTo>
                <a:lnTo>
                  <a:pt x="211516" y="552891"/>
                </a:lnTo>
                <a:close/>
                <a:moveTo>
                  <a:pt x="143468" y="0"/>
                </a:moveTo>
                <a:cubicBezTo>
                  <a:pt x="64362" y="0"/>
                  <a:pt x="0" y="64362"/>
                  <a:pt x="0" y="143468"/>
                </a:cubicBezTo>
                <a:cubicBezTo>
                  <a:pt x="0" y="222574"/>
                  <a:pt x="64362" y="286936"/>
                  <a:pt x="143468" y="286936"/>
                </a:cubicBezTo>
                <a:cubicBezTo>
                  <a:pt x="222574" y="286936"/>
                  <a:pt x="286936" y="222574"/>
                  <a:pt x="286936" y="143468"/>
                </a:cubicBezTo>
                <a:cubicBezTo>
                  <a:pt x="286936" y="64362"/>
                  <a:pt x="222574" y="0"/>
                  <a:pt x="143468" y="0"/>
                </a:cubicBezTo>
                <a:close/>
                <a:moveTo>
                  <a:pt x="143468" y="220589"/>
                </a:moveTo>
                <a:cubicBezTo>
                  <a:pt x="100938" y="220589"/>
                  <a:pt x="66347" y="185998"/>
                  <a:pt x="66347" y="143468"/>
                </a:cubicBezTo>
                <a:cubicBezTo>
                  <a:pt x="66347" y="100938"/>
                  <a:pt x="100938" y="66347"/>
                  <a:pt x="143468" y="66347"/>
                </a:cubicBezTo>
                <a:cubicBezTo>
                  <a:pt x="185998" y="66347"/>
                  <a:pt x="220589" y="100938"/>
                  <a:pt x="220589" y="143468"/>
                </a:cubicBezTo>
                <a:cubicBezTo>
                  <a:pt x="220589" y="185998"/>
                  <a:pt x="185998" y="220589"/>
                  <a:pt x="143468" y="220589"/>
                </a:cubicBezTo>
                <a:close/>
                <a:moveTo>
                  <a:pt x="634265" y="518583"/>
                </a:moveTo>
                <a:lnTo>
                  <a:pt x="544952" y="374548"/>
                </a:lnTo>
                <a:cubicBezTo>
                  <a:pt x="532477" y="354701"/>
                  <a:pt x="511211" y="342792"/>
                  <a:pt x="487678" y="342792"/>
                </a:cubicBezTo>
                <a:cubicBezTo>
                  <a:pt x="464145" y="342792"/>
                  <a:pt x="442880" y="354701"/>
                  <a:pt x="430404" y="374548"/>
                </a:cubicBezTo>
                <a:lnTo>
                  <a:pt x="341091" y="518583"/>
                </a:lnTo>
                <a:cubicBezTo>
                  <a:pt x="328048" y="539565"/>
                  <a:pt x="327481" y="565650"/>
                  <a:pt x="339390" y="587199"/>
                </a:cubicBezTo>
                <a:cubicBezTo>
                  <a:pt x="351298" y="608464"/>
                  <a:pt x="373697" y="621790"/>
                  <a:pt x="398365" y="621790"/>
                </a:cubicBezTo>
                <a:lnTo>
                  <a:pt x="577275" y="621790"/>
                </a:lnTo>
                <a:cubicBezTo>
                  <a:pt x="601659" y="621790"/>
                  <a:pt x="624341" y="608464"/>
                  <a:pt x="636250" y="587199"/>
                </a:cubicBezTo>
                <a:cubicBezTo>
                  <a:pt x="648158" y="565650"/>
                  <a:pt x="647591" y="539281"/>
                  <a:pt x="634548" y="518583"/>
                </a:cubicBezTo>
                <a:close/>
                <a:moveTo>
                  <a:pt x="577558" y="555443"/>
                </a:moveTo>
                <a:cubicBezTo>
                  <a:pt x="577558" y="555443"/>
                  <a:pt x="577558" y="555443"/>
                  <a:pt x="577275" y="555443"/>
                </a:cubicBezTo>
                <a:lnTo>
                  <a:pt x="398081" y="555443"/>
                </a:lnTo>
                <a:cubicBezTo>
                  <a:pt x="398081" y="555443"/>
                  <a:pt x="397798" y="553742"/>
                  <a:pt x="397798" y="553742"/>
                </a:cubicBezTo>
                <a:lnTo>
                  <a:pt x="487111" y="409706"/>
                </a:lnTo>
                <a:lnTo>
                  <a:pt x="488529" y="409706"/>
                </a:lnTo>
                <a:lnTo>
                  <a:pt x="577842" y="553742"/>
                </a:lnTo>
                <a:lnTo>
                  <a:pt x="577842" y="5554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 name="Google Shape;178;p27"/>
          <p:cNvSpPr/>
          <p:nvPr/>
        </p:nvSpPr>
        <p:spPr>
          <a:xfrm>
            <a:off x="0" y="4801425"/>
            <a:ext cx="9144000" cy="342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anken Grotesk"/>
              <a:ea typeface="Hanken Grotesk"/>
              <a:cs typeface="Hanken Grotesk"/>
              <a:sym typeface="Hanken Grotesk"/>
            </a:endParaRPr>
          </a:p>
        </p:txBody>
      </p:sp>
      <p:pic>
        <p:nvPicPr>
          <p:cNvPr id="179" name="Google Shape;179;p27"/>
          <p:cNvPicPr preferRelativeResize="0"/>
          <p:nvPr/>
        </p:nvPicPr>
        <p:blipFill>
          <a:blip r:embed="rId15">
            <a:alphaModFix/>
          </a:blip>
          <a:stretch>
            <a:fillRect/>
          </a:stretch>
        </p:blipFill>
        <p:spPr>
          <a:xfrm>
            <a:off x="8106800" y="4906625"/>
            <a:ext cx="861701" cy="13160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 name="Shape 183"/>
        <p:cNvGrpSpPr/>
        <p:nvPr/>
      </p:nvGrpSpPr>
      <p:grpSpPr>
        <a:xfrm>
          <a:off x="0" y="0"/>
          <a:ext cx="0" cy="0"/>
          <a:chOff x="0" y="0"/>
          <a:chExt cx="0" cy="0"/>
        </a:xfrm>
      </p:grpSpPr>
      <p:sp>
        <p:nvSpPr>
          <p:cNvPr id="184" name="Google Shape;184;p28"/>
          <p:cNvSpPr txBox="1"/>
          <p:nvPr>
            <p:ph idx="1" type="subTitle"/>
          </p:nvPr>
        </p:nvSpPr>
        <p:spPr>
          <a:xfrm>
            <a:off x="6407995" y="1120500"/>
            <a:ext cx="23475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5" name="Google Shape;185;p28"/>
          <p:cNvSpPr txBox="1"/>
          <p:nvPr>
            <p:ph idx="2" type="subTitle"/>
          </p:nvPr>
        </p:nvSpPr>
        <p:spPr>
          <a:xfrm>
            <a:off x="6407995" y="1663666"/>
            <a:ext cx="23436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6" name="Google Shape;186;p28"/>
          <p:cNvSpPr txBox="1"/>
          <p:nvPr>
            <p:ph idx="3" type="subTitle"/>
          </p:nvPr>
        </p:nvSpPr>
        <p:spPr>
          <a:xfrm>
            <a:off x="6407995" y="2750601"/>
            <a:ext cx="23436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7" name="Google Shape;187;p28"/>
          <p:cNvSpPr txBox="1"/>
          <p:nvPr>
            <p:ph idx="5" type="subTitle"/>
          </p:nvPr>
        </p:nvSpPr>
        <p:spPr>
          <a:xfrm>
            <a:off x="6407995" y="3837535"/>
            <a:ext cx="23436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8" name="Google Shape;188;p28"/>
          <p:cNvSpPr txBox="1"/>
          <p:nvPr>
            <p:ph idx="6" type="subTitle"/>
          </p:nvPr>
        </p:nvSpPr>
        <p:spPr>
          <a:xfrm>
            <a:off x="6407995" y="2207133"/>
            <a:ext cx="23436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89" name="Google Shape;189;p28"/>
          <p:cNvSpPr txBox="1"/>
          <p:nvPr>
            <p:ph idx="7" type="subTitle"/>
          </p:nvPr>
        </p:nvSpPr>
        <p:spPr>
          <a:xfrm>
            <a:off x="6407995" y="3294068"/>
            <a:ext cx="23436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0" name="Google Shape;190;p28"/>
          <p:cNvSpPr txBox="1"/>
          <p:nvPr>
            <p:ph idx="4" type="subTitle"/>
          </p:nvPr>
        </p:nvSpPr>
        <p:spPr>
          <a:xfrm>
            <a:off x="6407995" y="4381005"/>
            <a:ext cx="23436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91" name="Google Shape;191;p28"/>
          <p:cNvSpPr txBox="1"/>
          <p:nvPr>
            <p:ph idx="17" type="title"/>
          </p:nvPr>
        </p:nvSpPr>
        <p:spPr>
          <a:xfrm>
            <a:off x="228600" y="216425"/>
            <a:ext cx="8686800" cy="86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400">
                <a:latin typeface="Ballet"/>
                <a:ea typeface="Ballet"/>
                <a:cs typeface="Ballet"/>
                <a:sym typeface="Ballet"/>
              </a:rPr>
              <a:t>T</a:t>
            </a:r>
            <a:r>
              <a:rPr lang="en" sz="2800">
                <a:latin typeface="Viaoda Libre"/>
                <a:ea typeface="Viaoda Libre"/>
                <a:cs typeface="Viaoda Libre"/>
                <a:sym typeface="Viaoda Libre"/>
              </a:rPr>
              <a:t>able of contents</a:t>
            </a:r>
            <a:endParaRPr sz="2800">
              <a:latin typeface="Viaoda Libre"/>
              <a:ea typeface="Viaoda Libre"/>
              <a:cs typeface="Viaoda Libre"/>
              <a:sym typeface="Viaoda Libre"/>
            </a:endParaRPr>
          </a:p>
        </p:txBody>
      </p:sp>
      <p:sp>
        <p:nvSpPr>
          <p:cNvPr id="192" name="Google Shape;192;p28"/>
          <p:cNvSpPr txBox="1"/>
          <p:nvPr>
            <p:ph type="title"/>
          </p:nvPr>
        </p:nvSpPr>
        <p:spPr>
          <a:xfrm>
            <a:off x="5618395" y="2716017"/>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93" name="Google Shape;193;p28"/>
          <p:cNvSpPr txBox="1"/>
          <p:nvPr>
            <p:ph idx="8" type="title"/>
          </p:nvPr>
        </p:nvSpPr>
        <p:spPr>
          <a:xfrm>
            <a:off x="5618395" y="1629082"/>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94" name="Google Shape;194;p28"/>
          <p:cNvSpPr txBox="1"/>
          <p:nvPr>
            <p:ph idx="9" type="title"/>
          </p:nvPr>
        </p:nvSpPr>
        <p:spPr>
          <a:xfrm>
            <a:off x="5618395" y="3259485"/>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95" name="Google Shape;195;p28"/>
          <p:cNvSpPr txBox="1"/>
          <p:nvPr>
            <p:ph idx="13" type="title"/>
          </p:nvPr>
        </p:nvSpPr>
        <p:spPr>
          <a:xfrm>
            <a:off x="5618395" y="3802953"/>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96" name="Google Shape;196;p28"/>
          <p:cNvSpPr txBox="1"/>
          <p:nvPr>
            <p:ph idx="14" type="title"/>
          </p:nvPr>
        </p:nvSpPr>
        <p:spPr>
          <a:xfrm>
            <a:off x="5618395" y="1085914"/>
            <a:ext cx="865800" cy="31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97" name="Google Shape;197;p28"/>
          <p:cNvSpPr txBox="1"/>
          <p:nvPr>
            <p:ph idx="15" type="title"/>
          </p:nvPr>
        </p:nvSpPr>
        <p:spPr>
          <a:xfrm>
            <a:off x="5618395" y="2172550"/>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98" name="Google Shape;198;p28"/>
          <p:cNvSpPr txBox="1"/>
          <p:nvPr>
            <p:ph idx="16" type="title"/>
          </p:nvPr>
        </p:nvSpPr>
        <p:spPr>
          <a:xfrm>
            <a:off x="5618395" y="4346421"/>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07</a:t>
            </a:r>
            <a:endParaRPr/>
          </a:p>
        </p:txBody>
      </p:sp>
      <p:cxnSp>
        <p:nvCxnSpPr>
          <p:cNvPr id="199" name="Google Shape;199;p28"/>
          <p:cNvCxnSpPr/>
          <p:nvPr/>
        </p:nvCxnSpPr>
        <p:spPr>
          <a:xfrm>
            <a:off x="-23400" y="1538435"/>
            <a:ext cx="9237600" cy="0"/>
          </a:xfrm>
          <a:prstGeom prst="straightConnector1">
            <a:avLst/>
          </a:prstGeom>
          <a:noFill/>
          <a:ln cap="flat" cmpd="sng" w="9525">
            <a:solidFill>
              <a:schemeClr val="dk2"/>
            </a:solidFill>
            <a:prstDash val="solid"/>
            <a:round/>
            <a:headEnd len="med" w="med" type="none"/>
            <a:tailEnd len="med" w="med" type="none"/>
          </a:ln>
        </p:spPr>
      </p:cxnSp>
      <p:cxnSp>
        <p:nvCxnSpPr>
          <p:cNvPr id="200" name="Google Shape;200;p28"/>
          <p:cNvCxnSpPr/>
          <p:nvPr/>
        </p:nvCxnSpPr>
        <p:spPr>
          <a:xfrm>
            <a:off x="-23400" y="2089399"/>
            <a:ext cx="9237600" cy="0"/>
          </a:xfrm>
          <a:prstGeom prst="straightConnector1">
            <a:avLst/>
          </a:prstGeom>
          <a:noFill/>
          <a:ln cap="flat" cmpd="sng" w="9525">
            <a:solidFill>
              <a:schemeClr val="dk2"/>
            </a:solidFill>
            <a:prstDash val="solid"/>
            <a:round/>
            <a:headEnd len="med" w="med" type="none"/>
            <a:tailEnd len="med" w="med" type="none"/>
          </a:ln>
        </p:spPr>
      </p:cxnSp>
      <p:cxnSp>
        <p:nvCxnSpPr>
          <p:cNvPr id="201" name="Google Shape;201;p28"/>
          <p:cNvCxnSpPr/>
          <p:nvPr/>
        </p:nvCxnSpPr>
        <p:spPr>
          <a:xfrm>
            <a:off x="-23400" y="2640362"/>
            <a:ext cx="9237600" cy="0"/>
          </a:xfrm>
          <a:prstGeom prst="straightConnector1">
            <a:avLst/>
          </a:prstGeom>
          <a:noFill/>
          <a:ln cap="flat" cmpd="sng" w="9525">
            <a:solidFill>
              <a:schemeClr val="dk2"/>
            </a:solidFill>
            <a:prstDash val="solid"/>
            <a:round/>
            <a:headEnd len="med" w="med" type="none"/>
            <a:tailEnd len="med" w="med" type="none"/>
          </a:ln>
        </p:spPr>
      </p:cxnSp>
      <p:cxnSp>
        <p:nvCxnSpPr>
          <p:cNvPr id="202" name="Google Shape;202;p28"/>
          <p:cNvCxnSpPr/>
          <p:nvPr/>
        </p:nvCxnSpPr>
        <p:spPr>
          <a:xfrm>
            <a:off x="-23400" y="3191326"/>
            <a:ext cx="9237600" cy="0"/>
          </a:xfrm>
          <a:prstGeom prst="straightConnector1">
            <a:avLst/>
          </a:prstGeom>
          <a:noFill/>
          <a:ln cap="flat" cmpd="sng" w="9525">
            <a:solidFill>
              <a:schemeClr val="dk2"/>
            </a:solidFill>
            <a:prstDash val="solid"/>
            <a:round/>
            <a:headEnd len="med" w="med" type="none"/>
            <a:tailEnd len="med" w="med" type="none"/>
          </a:ln>
        </p:spPr>
      </p:cxnSp>
      <p:cxnSp>
        <p:nvCxnSpPr>
          <p:cNvPr id="203" name="Google Shape;203;p28"/>
          <p:cNvCxnSpPr/>
          <p:nvPr/>
        </p:nvCxnSpPr>
        <p:spPr>
          <a:xfrm>
            <a:off x="-23400" y="3742289"/>
            <a:ext cx="9237600" cy="0"/>
          </a:xfrm>
          <a:prstGeom prst="straightConnector1">
            <a:avLst/>
          </a:prstGeom>
          <a:noFill/>
          <a:ln cap="flat" cmpd="sng" w="9525">
            <a:solidFill>
              <a:schemeClr val="dk2"/>
            </a:solidFill>
            <a:prstDash val="solid"/>
            <a:round/>
            <a:headEnd len="med" w="med" type="none"/>
            <a:tailEnd len="med" w="med" type="none"/>
          </a:ln>
        </p:spPr>
      </p:cxnSp>
      <p:cxnSp>
        <p:nvCxnSpPr>
          <p:cNvPr id="204" name="Google Shape;204;p28"/>
          <p:cNvCxnSpPr/>
          <p:nvPr/>
        </p:nvCxnSpPr>
        <p:spPr>
          <a:xfrm>
            <a:off x="-23400" y="4293253"/>
            <a:ext cx="92376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 name="Shape 208"/>
        <p:cNvGrpSpPr/>
        <p:nvPr/>
      </p:nvGrpSpPr>
      <p:grpSpPr>
        <a:xfrm>
          <a:off x="0" y="0"/>
          <a:ext cx="0" cy="0"/>
          <a:chOff x="0" y="0"/>
          <a:chExt cx="0" cy="0"/>
        </a:xfrm>
      </p:grpSpPr>
      <p:sp>
        <p:nvSpPr>
          <p:cNvPr id="209" name="Google Shape;209;p29"/>
          <p:cNvSpPr txBox="1"/>
          <p:nvPr>
            <p:ph idx="3" type="title"/>
          </p:nvPr>
        </p:nvSpPr>
        <p:spPr>
          <a:xfrm>
            <a:off x="348850" y="246795"/>
            <a:ext cx="1268400" cy="68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10" name="Google Shape;210;p29"/>
          <p:cNvSpPr txBox="1"/>
          <p:nvPr>
            <p:ph type="title"/>
          </p:nvPr>
        </p:nvSpPr>
        <p:spPr>
          <a:xfrm>
            <a:off x="4190725" y="2910675"/>
            <a:ext cx="4615800" cy="200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6900">
                <a:latin typeface="Ballet"/>
                <a:ea typeface="Ballet"/>
                <a:cs typeface="Ballet"/>
                <a:sym typeface="Ballet"/>
              </a:rPr>
              <a:t>N</a:t>
            </a:r>
            <a:r>
              <a:rPr lang="en" sz="4900"/>
              <a:t>ame of the section</a:t>
            </a:r>
            <a:endParaRPr sz="4900"/>
          </a:p>
        </p:txBody>
      </p:sp>
      <p:pic>
        <p:nvPicPr>
          <p:cNvPr id="211" name="Google Shape;211;p29" title="modern-minimalist-garden-pathway.jpg"/>
          <p:cNvPicPr preferRelativeResize="0"/>
          <p:nvPr>
            <p:ph idx="2" type="pic"/>
          </p:nvPr>
        </p:nvPicPr>
        <p:blipFill rotWithShape="1">
          <a:blip r:embed="rId3">
            <a:alphaModFix/>
          </a:blip>
          <a:srcRect b="17295" l="10634" r="0" t="16413"/>
          <a:stretch/>
        </p:blipFill>
        <p:spPr>
          <a:xfrm>
            <a:off x="740375" y="1203900"/>
            <a:ext cx="2963950" cy="3939651"/>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 name="Shape 215"/>
        <p:cNvGrpSpPr/>
        <p:nvPr/>
      </p:nvGrpSpPr>
      <p:grpSpPr>
        <a:xfrm>
          <a:off x="0" y="0"/>
          <a:ext cx="0" cy="0"/>
          <a:chOff x="0" y="0"/>
          <a:chExt cx="0" cy="0"/>
        </a:xfrm>
      </p:grpSpPr>
      <p:pic>
        <p:nvPicPr>
          <p:cNvPr id="216" name="Google Shape;216;p30" title="modern-office-space-with-futuristic-decor-furniture.jpg"/>
          <p:cNvPicPr preferRelativeResize="0"/>
          <p:nvPr>
            <p:ph idx="2" type="pic"/>
          </p:nvPr>
        </p:nvPicPr>
        <p:blipFill rotWithShape="1">
          <a:blip r:embed="rId3">
            <a:alphaModFix/>
          </a:blip>
          <a:srcRect b="9290" l="0" r="0" t="9282"/>
          <a:stretch/>
        </p:blipFill>
        <p:spPr>
          <a:xfrm>
            <a:off x="4869025" y="981435"/>
            <a:ext cx="4274975" cy="1951273"/>
          </a:xfrm>
          <a:prstGeom prst="rect">
            <a:avLst/>
          </a:prstGeom>
        </p:spPr>
      </p:pic>
      <p:sp>
        <p:nvSpPr>
          <p:cNvPr id="217" name="Google Shape;217;p30"/>
          <p:cNvSpPr txBox="1"/>
          <p:nvPr>
            <p:ph type="title"/>
          </p:nvPr>
        </p:nvSpPr>
        <p:spPr>
          <a:xfrm>
            <a:off x="228600" y="278950"/>
            <a:ext cx="4513500" cy="161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400">
                <a:latin typeface="Ballet"/>
                <a:ea typeface="Ballet"/>
                <a:cs typeface="Ballet"/>
                <a:sym typeface="Ballet"/>
              </a:rPr>
              <a:t>T</a:t>
            </a:r>
            <a:r>
              <a:rPr lang="en"/>
              <a:t>he slide title goes here!</a:t>
            </a:r>
            <a:endParaRPr/>
          </a:p>
        </p:txBody>
      </p:sp>
      <p:sp>
        <p:nvSpPr>
          <p:cNvPr id="218" name="Google Shape;218;p30"/>
          <p:cNvSpPr txBox="1"/>
          <p:nvPr>
            <p:ph idx="1" type="body"/>
          </p:nvPr>
        </p:nvSpPr>
        <p:spPr>
          <a:xfrm>
            <a:off x="245950" y="3054050"/>
            <a:ext cx="4513500" cy="181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03200" lvl="0" marL="241300" rtl="0" algn="l">
              <a:spcBef>
                <a:spcPts val="1000"/>
              </a:spcBef>
              <a:spcAft>
                <a:spcPts val="0"/>
              </a:spcAft>
              <a:buClr>
                <a:schemeClr val="dk1"/>
              </a:buClr>
              <a:buSzPts val="1200"/>
              <a:buChar char="●"/>
            </a:pPr>
            <a:r>
              <a:rPr lang="en">
                <a:solidFill>
                  <a:schemeClr val="dk1"/>
                </a:solidFill>
              </a:rPr>
              <a:t>They’re sim</a:t>
            </a:r>
            <a:r>
              <a:rPr lang="en">
                <a:solidFill>
                  <a:schemeClr val="dk1"/>
                </a:solidFill>
              </a:rPr>
              <a:t>ple </a:t>
            </a:r>
            <a:endParaRPr>
              <a:solidFill>
                <a:schemeClr val="dk1"/>
              </a:solidFill>
            </a:endParaRPr>
          </a:p>
          <a:p>
            <a:pPr indent="-203200" lvl="0" marL="241300" rtl="0" algn="l">
              <a:spcBef>
                <a:spcPts val="0"/>
              </a:spcBef>
              <a:spcAft>
                <a:spcPts val="0"/>
              </a:spcAft>
              <a:buClr>
                <a:schemeClr val="dk1"/>
              </a:buClr>
              <a:buSzPts val="1200"/>
              <a:buChar char="●"/>
            </a:pPr>
            <a:r>
              <a:rPr lang="en">
                <a:solidFill>
                  <a:schemeClr val="dk1"/>
                </a:solidFill>
              </a:rPr>
              <a:t>You can organize your ideas clearly</a:t>
            </a:r>
            <a:endParaRPr>
              <a:solidFill>
                <a:schemeClr val="dk1"/>
              </a:solidFill>
            </a:endParaRPr>
          </a:p>
          <a:p>
            <a:pPr indent="-203200" lvl="0" marL="241300" rtl="0" algn="l">
              <a:spcBef>
                <a:spcPts val="0"/>
              </a:spcBef>
              <a:spcAft>
                <a:spcPts val="0"/>
              </a:spcAft>
              <a:buClr>
                <a:schemeClr val="dk1"/>
              </a:buClr>
              <a:buSzPts val="12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 name="Shape 222"/>
        <p:cNvGrpSpPr/>
        <p:nvPr/>
      </p:nvGrpSpPr>
      <p:grpSpPr>
        <a:xfrm>
          <a:off x="0" y="0"/>
          <a:ext cx="0" cy="0"/>
          <a:chOff x="0" y="0"/>
          <a:chExt cx="0" cy="0"/>
        </a:xfrm>
      </p:grpSpPr>
      <p:sp>
        <p:nvSpPr>
          <p:cNvPr id="223" name="Google Shape;223;p31"/>
          <p:cNvSpPr txBox="1"/>
          <p:nvPr>
            <p:ph type="title"/>
          </p:nvPr>
        </p:nvSpPr>
        <p:spPr>
          <a:xfrm>
            <a:off x="1074550" y="307375"/>
            <a:ext cx="7803600" cy="106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6000">
                <a:latin typeface="Ballet"/>
                <a:ea typeface="Ballet"/>
                <a:cs typeface="Ballet"/>
                <a:sym typeface="Ballet"/>
              </a:rPr>
              <a:t>L</a:t>
            </a:r>
            <a:r>
              <a:rPr lang="en" sz="4100"/>
              <a:t>et’s take a look</a:t>
            </a:r>
            <a:endParaRPr sz="4100"/>
          </a:p>
        </p:txBody>
      </p:sp>
      <p:sp>
        <p:nvSpPr>
          <p:cNvPr id="224" name="Google Shape;224;p31"/>
          <p:cNvSpPr txBox="1"/>
          <p:nvPr>
            <p:ph idx="1" type="body"/>
          </p:nvPr>
        </p:nvSpPr>
        <p:spPr>
          <a:xfrm>
            <a:off x="265750" y="3200225"/>
            <a:ext cx="6287100" cy="16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 name="Shape 228"/>
        <p:cNvGrpSpPr/>
        <p:nvPr/>
      </p:nvGrpSpPr>
      <p:grpSpPr>
        <a:xfrm>
          <a:off x="0" y="0"/>
          <a:ext cx="0" cy="0"/>
          <a:chOff x="0" y="0"/>
          <a:chExt cx="0" cy="0"/>
        </a:xfrm>
      </p:grpSpPr>
      <p:pic>
        <p:nvPicPr>
          <p:cNvPr id="229" name="Google Shape;229;p32" title="stone-wall-texture-background.jpg"/>
          <p:cNvPicPr preferRelativeResize="0"/>
          <p:nvPr/>
        </p:nvPicPr>
        <p:blipFill rotWithShape="1">
          <a:blip r:embed="rId3">
            <a:alphaModFix/>
          </a:blip>
          <a:srcRect b="32075" l="0" r="0" t="32074"/>
          <a:stretch/>
        </p:blipFill>
        <p:spPr>
          <a:xfrm>
            <a:off x="0" y="3747775"/>
            <a:ext cx="4903624" cy="1171699"/>
          </a:xfrm>
          <a:prstGeom prst="rect">
            <a:avLst/>
          </a:prstGeom>
          <a:noFill/>
          <a:ln>
            <a:noFill/>
          </a:ln>
        </p:spPr>
      </p:pic>
      <p:sp>
        <p:nvSpPr>
          <p:cNvPr id="230" name="Google Shape;230;p32"/>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400">
                <a:latin typeface="Ballet"/>
                <a:ea typeface="Ballet"/>
                <a:cs typeface="Ballet"/>
                <a:sym typeface="Ballet"/>
              </a:rPr>
              <a:t>T</a:t>
            </a:r>
            <a:r>
              <a:rPr lang="en"/>
              <a:t>wo ideas</a:t>
            </a:r>
            <a:endParaRPr/>
          </a:p>
        </p:txBody>
      </p:sp>
      <p:sp>
        <p:nvSpPr>
          <p:cNvPr id="231" name="Google Shape;231;p32"/>
          <p:cNvSpPr txBox="1"/>
          <p:nvPr>
            <p:ph idx="3" type="subTitle"/>
          </p:nvPr>
        </p:nvSpPr>
        <p:spPr>
          <a:xfrm>
            <a:off x="3266006" y="1503272"/>
            <a:ext cx="56493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232" name="Google Shape;232;p32"/>
          <p:cNvSpPr txBox="1"/>
          <p:nvPr>
            <p:ph idx="4" type="subTitle"/>
          </p:nvPr>
        </p:nvSpPr>
        <p:spPr>
          <a:xfrm>
            <a:off x="3266006" y="2747677"/>
            <a:ext cx="5649300" cy="53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233" name="Google Shape;233;p32"/>
          <p:cNvSpPr txBox="1"/>
          <p:nvPr>
            <p:ph idx="1" type="subTitle"/>
          </p:nvPr>
        </p:nvSpPr>
        <p:spPr>
          <a:xfrm>
            <a:off x="3266013" y="881072"/>
            <a:ext cx="5649300" cy="62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learn about Mercury</a:t>
            </a:r>
            <a:endParaRPr/>
          </a:p>
        </p:txBody>
      </p:sp>
      <p:sp>
        <p:nvSpPr>
          <p:cNvPr id="234" name="Google Shape;234;p32"/>
          <p:cNvSpPr txBox="1"/>
          <p:nvPr>
            <p:ph idx="2" type="subTitle"/>
          </p:nvPr>
        </p:nvSpPr>
        <p:spPr>
          <a:xfrm>
            <a:off x="3265999" y="2125478"/>
            <a:ext cx="5649300" cy="62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take a look at Venus</a:t>
            </a:r>
            <a:endParaRPr/>
          </a:p>
        </p:txBody>
      </p:sp>
      <p:pic>
        <p:nvPicPr>
          <p:cNvPr id="235" name="Google Shape;235;p32" title="luxurious-villa-with-modern-architectural-design.jpg"/>
          <p:cNvPicPr preferRelativeResize="0"/>
          <p:nvPr>
            <p:ph idx="5" type="pic"/>
          </p:nvPr>
        </p:nvPicPr>
        <p:blipFill rotWithShape="1">
          <a:blip r:embed="rId4">
            <a:alphaModFix/>
          </a:blip>
          <a:srcRect b="0" l="806" r="806" t="0"/>
          <a:stretch/>
        </p:blipFill>
        <p:spPr>
          <a:xfrm>
            <a:off x="359800" y="1203900"/>
            <a:ext cx="2583300" cy="3939599"/>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 name="Shape 239"/>
        <p:cNvGrpSpPr/>
        <p:nvPr/>
      </p:nvGrpSpPr>
      <p:grpSpPr>
        <a:xfrm>
          <a:off x="0" y="0"/>
          <a:ext cx="0" cy="0"/>
          <a:chOff x="0" y="0"/>
          <a:chExt cx="0" cy="0"/>
        </a:xfrm>
      </p:grpSpPr>
      <p:sp>
        <p:nvSpPr>
          <p:cNvPr id="240" name="Google Shape;240;p33"/>
          <p:cNvSpPr txBox="1"/>
          <p:nvPr>
            <p:ph idx="3" type="subTitle"/>
          </p:nvPr>
        </p:nvSpPr>
        <p:spPr>
          <a:xfrm>
            <a:off x="302338" y="3853695"/>
            <a:ext cx="25299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241" name="Google Shape;241;p33"/>
          <p:cNvSpPr txBox="1"/>
          <p:nvPr>
            <p:ph type="title"/>
          </p:nvPr>
        </p:nvSpPr>
        <p:spPr>
          <a:xfrm>
            <a:off x="228600" y="216425"/>
            <a:ext cx="8686800" cy="86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400">
                <a:latin typeface="Ballet"/>
                <a:ea typeface="Ballet"/>
                <a:cs typeface="Ballet"/>
                <a:sym typeface="Ballet"/>
              </a:rPr>
              <a:t>S</a:t>
            </a:r>
            <a:r>
              <a:rPr lang="en"/>
              <a:t>ix different ideas</a:t>
            </a:r>
            <a:endParaRPr/>
          </a:p>
        </p:txBody>
      </p:sp>
      <p:sp>
        <p:nvSpPr>
          <p:cNvPr id="242" name="Google Shape;242;p33"/>
          <p:cNvSpPr txBox="1"/>
          <p:nvPr>
            <p:ph idx="1" type="subTitle"/>
          </p:nvPr>
        </p:nvSpPr>
        <p:spPr>
          <a:xfrm>
            <a:off x="302338" y="2115495"/>
            <a:ext cx="25299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the Solar System</a:t>
            </a:r>
            <a:endParaRPr/>
          </a:p>
        </p:txBody>
      </p:sp>
      <p:sp>
        <p:nvSpPr>
          <p:cNvPr id="243" name="Google Shape;243;p33"/>
          <p:cNvSpPr txBox="1"/>
          <p:nvPr>
            <p:ph idx="2" type="subTitle"/>
          </p:nvPr>
        </p:nvSpPr>
        <p:spPr>
          <a:xfrm>
            <a:off x="3307062" y="2115495"/>
            <a:ext cx="25299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244" name="Google Shape;244;p33"/>
          <p:cNvSpPr txBox="1"/>
          <p:nvPr>
            <p:ph idx="4" type="subTitle"/>
          </p:nvPr>
        </p:nvSpPr>
        <p:spPr>
          <a:xfrm>
            <a:off x="3307062" y="3853695"/>
            <a:ext cx="25299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245" name="Google Shape;245;p33"/>
          <p:cNvSpPr txBox="1"/>
          <p:nvPr>
            <p:ph idx="5" type="subTitle"/>
          </p:nvPr>
        </p:nvSpPr>
        <p:spPr>
          <a:xfrm>
            <a:off x="6311763" y="2115495"/>
            <a:ext cx="25299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46" name="Google Shape;246;p33"/>
          <p:cNvSpPr txBox="1"/>
          <p:nvPr>
            <p:ph idx="6" type="subTitle"/>
          </p:nvPr>
        </p:nvSpPr>
        <p:spPr>
          <a:xfrm>
            <a:off x="6311763" y="3853695"/>
            <a:ext cx="25299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247" name="Google Shape;247;p33"/>
          <p:cNvSpPr txBox="1"/>
          <p:nvPr>
            <p:ph idx="7" type="subTitle"/>
          </p:nvPr>
        </p:nvSpPr>
        <p:spPr>
          <a:xfrm>
            <a:off x="302338" y="1625950"/>
            <a:ext cx="25299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All you need to know about Mercury</a:t>
            </a:r>
            <a:endParaRPr/>
          </a:p>
        </p:txBody>
      </p:sp>
      <p:sp>
        <p:nvSpPr>
          <p:cNvPr id="248" name="Google Shape;248;p33"/>
          <p:cNvSpPr txBox="1"/>
          <p:nvPr>
            <p:ph idx="8" type="subTitle"/>
          </p:nvPr>
        </p:nvSpPr>
        <p:spPr>
          <a:xfrm>
            <a:off x="3307062" y="1625950"/>
            <a:ext cx="25299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Here’s exactly why Venus is so unique</a:t>
            </a:r>
            <a:endParaRPr/>
          </a:p>
        </p:txBody>
      </p:sp>
      <p:sp>
        <p:nvSpPr>
          <p:cNvPr id="249" name="Google Shape;249;p33"/>
          <p:cNvSpPr txBox="1"/>
          <p:nvPr>
            <p:ph idx="9" type="subTitle"/>
          </p:nvPr>
        </p:nvSpPr>
        <p:spPr>
          <a:xfrm>
            <a:off x="6311774" y="1625950"/>
            <a:ext cx="2363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Discover even more about Mars</a:t>
            </a:r>
            <a:endParaRPr/>
          </a:p>
        </p:txBody>
      </p:sp>
      <p:sp>
        <p:nvSpPr>
          <p:cNvPr id="250" name="Google Shape;250;p33"/>
          <p:cNvSpPr txBox="1"/>
          <p:nvPr>
            <p:ph idx="13" type="subTitle"/>
          </p:nvPr>
        </p:nvSpPr>
        <p:spPr>
          <a:xfrm>
            <a:off x="302338" y="3364200"/>
            <a:ext cx="25299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Here’s why Jupiter is so massive</a:t>
            </a:r>
            <a:endParaRPr/>
          </a:p>
        </p:txBody>
      </p:sp>
      <p:sp>
        <p:nvSpPr>
          <p:cNvPr id="251" name="Google Shape;251;p33"/>
          <p:cNvSpPr txBox="1"/>
          <p:nvPr>
            <p:ph idx="14" type="subTitle"/>
          </p:nvPr>
        </p:nvSpPr>
        <p:spPr>
          <a:xfrm>
            <a:off x="3307067" y="3364200"/>
            <a:ext cx="25299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 and its famous iconic rings</a:t>
            </a:r>
            <a:endParaRPr/>
          </a:p>
        </p:txBody>
      </p:sp>
      <p:sp>
        <p:nvSpPr>
          <p:cNvPr id="252" name="Google Shape;252;p33"/>
          <p:cNvSpPr txBox="1"/>
          <p:nvPr>
            <p:ph idx="15" type="subTitle"/>
          </p:nvPr>
        </p:nvSpPr>
        <p:spPr>
          <a:xfrm>
            <a:off x="6311766" y="3364200"/>
            <a:ext cx="25299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explore Neptune's mysteries</a:t>
            </a:r>
            <a:endParaRPr/>
          </a:p>
        </p:txBody>
      </p:sp>
      <p:cxnSp>
        <p:nvCxnSpPr>
          <p:cNvPr id="253" name="Google Shape;253;p33"/>
          <p:cNvCxnSpPr/>
          <p:nvPr/>
        </p:nvCxnSpPr>
        <p:spPr>
          <a:xfrm>
            <a:off x="4476925" y="2917733"/>
            <a:ext cx="46671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 name="Shape 257"/>
        <p:cNvGrpSpPr/>
        <p:nvPr/>
      </p:nvGrpSpPr>
      <p:grpSpPr>
        <a:xfrm>
          <a:off x="0" y="0"/>
          <a:ext cx="0" cy="0"/>
          <a:chOff x="0" y="0"/>
          <a:chExt cx="0" cy="0"/>
        </a:xfrm>
      </p:grpSpPr>
      <p:pic>
        <p:nvPicPr>
          <p:cNvPr id="258" name="Google Shape;258;p34" title="MODERN.png"/>
          <p:cNvPicPr preferRelativeResize="0"/>
          <p:nvPr>
            <p:ph idx="2" type="pic"/>
          </p:nvPr>
        </p:nvPicPr>
        <p:blipFill rotWithShape="1">
          <a:blip r:embed="rId3">
            <a:alphaModFix/>
          </a:blip>
          <a:srcRect b="0" l="0" r="0" t="0"/>
          <a:stretch/>
        </p:blipFill>
        <p:spPr>
          <a:xfrm>
            <a:off x="0" y="0"/>
            <a:ext cx="9144000" cy="5143500"/>
          </a:xfrm>
          <a:prstGeom prst="rect">
            <a:avLst/>
          </a:prstGeom>
        </p:spPr>
      </p:pic>
      <p:sp>
        <p:nvSpPr>
          <p:cNvPr id="259" name="Google Shape;259;p34"/>
          <p:cNvSpPr txBox="1"/>
          <p:nvPr>
            <p:ph type="title"/>
          </p:nvPr>
        </p:nvSpPr>
        <p:spPr>
          <a:xfrm>
            <a:off x="228600" y="4375425"/>
            <a:ext cx="3498600" cy="5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Ballet"/>
                <a:ea typeface="Ballet"/>
                <a:cs typeface="Ballet"/>
                <a:sym typeface="Ballet"/>
              </a:rPr>
              <a:t>A</a:t>
            </a:r>
            <a:r>
              <a:rPr b="0" lang="en" sz="1500">
                <a:solidFill>
                  <a:schemeClr val="dk1"/>
                </a:solidFill>
              </a:rPr>
              <a:t> picture is worth a thousand words</a:t>
            </a:r>
            <a:endParaRPr b="0" sz="1500">
              <a:solidFill>
                <a:schemeClr val="dk1"/>
              </a:solidFill>
            </a:endParaRPr>
          </a:p>
        </p:txBody>
      </p:sp>
      <p:cxnSp>
        <p:nvCxnSpPr>
          <p:cNvPr id="260" name="Google Shape;260;p34"/>
          <p:cNvCxnSpPr/>
          <p:nvPr/>
        </p:nvCxnSpPr>
        <p:spPr>
          <a:xfrm>
            <a:off x="4476900" y="4716725"/>
            <a:ext cx="46671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 name="Shape 264"/>
        <p:cNvGrpSpPr/>
        <p:nvPr/>
      </p:nvGrpSpPr>
      <p:grpSpPr>
        <a:xfrm>
          <a:off x="0" y="0"/>
          <a:ext cx="0" cy="0"/>
          <a:chOff x="0" y="0"/>
          <a:chExt cx="0" cy="0"/>
        </a:xfrm>
      </p:grpSpPr>
      <p:sp>
        <p:nvSpPr>
          <p:cNvPr id="265" name="Google Shape;265;p35"/>
          <p:cNvSpPr txBox="1"/>
          <p:nvPr>
            <p:ph type="title"/>
          </p:nvPr>
        </p:nvSpPr>
        <p:spPr>
          <a:xfrm>
            <a:off x="228600" y="216425"/>
            <a:ext cx="8686800" cy="860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4400">
                <a:latin typeface="Ballet"/>
                <a:ea typeface="Ballet"/>
                <a:cs typeface="Ballet"/>
                <a:sym typeface="Ballet"/>
              </a:rPr>
              <a:t>Y</a:t>
            </a:r>
            <a:r>
              <a:rPr lang="en"/>
              <a:t>ou can use an infographic</a:t>
            </a:r>
            <a:endParaRPr/>
          </a:p>
        </p:txBody>
      </p:sp>
      <p:sp>
        <p:nvSpPr>
          <p:cNvPr id="266" name="Google Shape;266;p35"/>
          <p:cNvSpPr/>
          <p:nvPr/>
        </p:nvSpPr>
        <p:spPr>
          <a:xfrm>
            <a:off x="6318788" y="2503300"/>
            <a:ext cx="678000" cy="678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a:solidFill>
                <a:srgbClr val="000000"/>
              </a:solidFill>
              <a:latin typeface="Montserrat Medium"/>
              <a:ea typeface="Montserrat Medium"/>
              <a:cs typeface="Montserrat Medium"/>
              <a:sym typeface="Montserrat Medium"/>
            </a:endParaRPr>
          </a:p>
        </p:txBody>
      </p:sp>
      <p:sp>
        <p:nvSpPr>
          <p:cNvPr id="267" name="Google Shape;267;p35"/>
          <p:cNvSpPr/>
          <p:nvPr/>
        </p:nvSpPr>
        <p:spPr>
          <a:xfrm>
            <a:off x="2147238" y="2503300"/>
            <a:ext cx="678000" cy="678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a:solidFill>
                <a:srgbClr val="000000"/>
              </a:solidFill>
              <a:latin typeface="Montserrat Medium"/>
              <a:ea typeface="Montserrat Medium"/>
              <a:cs typeface="Montserrat Medium"/>
              <a:sym typeface="Montserrat Medium"/>
            </a:endParaRPr>
          </a:p>
        </p:txBody>
      </p:sp>
      <p:sp>
        <p:nvSpPr>
          <p:cNvPr id="268" name="Google Shape;268;p35"/>
          <p:cNvSpPr txBox="1"/>
          <p:nvPr/>
        </p:nvSpPr>
        <p:spPr>
          <a:xfrm>
            <a:off x="450338" y="3958390"/>
            <a:ext cx="1986000" cy="561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Jupiter is the biggest planet of them all</a:t>
            </a:r>
            <a:endParaRPr sz="1200">
              <a:solidFill>
                <a:schemeClr val="dk1"/>
              </a:solidFill>
              <a:latin typeface="Archivo"/>
              <a:ea typeface="Archivo"/>
              <a:cs typeface="Archivo"/>
              <a:sym typeface="Archivo"/>
            </a:endParaRPr>
          </a:p>
        </p:txBody>
      </p:sp>
      <p:sp>
        <p:nvSpPr>
          <p:cNvPr id="269" name="Google Shape;269;p35"/>
          <p:cNvSpPr txBox="1"/>
          <p:nvPr/>
        </p:nvSpPr>
        <p:spPr>
          <a:xfrm>
            <a:off x="2536133" y="3958390"/>
            <a:ext cx="1986000" cy="561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Saturn is composed of hydrogen and helium</a:t>
            </a:r>
            <a:endParaRPr sz="1200">
              <a:solidFill>
                <a:schemeClr val="dk1"/>
              </a:solidFill>
              <a:latin typeface="Archivo"/>
              <a:ea typeface="Archivo"/>
              <a:cs typeface="Archivo"/>
              <a:sym typeface="Archivo"/>
            </a:endParaRPr>
          </a:p>
        </p:txBody>
      </p:sp>
      <p:sp>
        <p:nvSpPr>
          <p:cNvPr id="270" name="Google Shape;270;p35"/>
          <p:cNvSpPr txBox="1"/>
          <p:nvPr/>
        </p:nvSpPr>
        <p:spPr>
          <a:xfrm>
            <a:off x="4621917" y="3958390"/>
            <a:ext cx="1986000" cy="561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Neptune is the farthest planet from the Sun</a:t>
            </a:r>
            <a:endParaRPr sz="1200">
              <a:solidFill>
                <a:schemeClr val="dk1"/>
              </a:solidFill>
              <a:latin typeface="Archivo"/>
              <a:ea typeface="Archivo"/>
              <a:cs typeface="Archivo"/>
              <a:sym typeface="Archivo"/>
            </a:endParaRPr>
          </a:p>
        </p:txBody>
      </p:sp>
      <p:sp>
        <p:nvSpPr>
          <p:cNvPr id="271" name="Google Shape;271;p35"/>
          <p:cNvSpPr txBox="1"/>
          <p:nvPr/>
        </p:nvSpPr>
        <p:spPr>
          <a:xfrm>
            <a:off x="6707700" y="3958390"/>
            <a:ext cx="1986000" cy="561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rchivo"/>
                <a:ea typeface="Archivo"/>
                <a:cs typeface="Archivo"/>
                <a:sym typeface="Archivo"/>
              </a:rPr>
              <a:t>Earth is the third planet from the Sun</a:t>
            </a:r>
            <a:endParaRPr sz="1200">
              <a:solidFill>
                <a:schemeClr val="dk1"/>
              </a:solidFill>
              <a:latin typeface="Archivo"/>
              <a:ea typeface="Archivo"/>
              <a:cs typeface="Archivo"/>
              <a:sym typeface="Archivo"/>
            </a:endParaRPr>
          </a:p>
        </p:txBody>
      </p:sp>
      <p:sp>
        <p:nvSpPr>
          <p:cNvPr id="272" name="Google Shape;272;p35"/>
          <p:cNvSpPr/>
          <p:nvPr/>
        </p:nvSpPr>
        <p:spPr>
          <a:xfrm>
            <a:off x="1257200" y="1260100"/>
            <a:ext cx="372300" cy="372300"/>
          </a:xfrm>
          <a:prstGeom prst="ellipse">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 sz="3700">
                <a:solidFill>
                  <a:srgbClr val="000000"/>
                </a:solidFill>
                <a:latin typeface="Ballet"/>
                <a:ea typeface="Ballet"/>
                <a:cs typeface="Ballet"/>
                <a:sym typeface="Ballet"/>
              </a:rPr>
              <a:t>1</a:t>
            </a:r>
            <a:endParaRPr sz="3700">
              <a:solidFill>
                <a:srgbClr val="000000"/>
              </a:solidFill>
              <a:latin typeface="Ballet"/>
              <a:ea typeface="Ballet"/>
              <a:cs typeface="Ballet"/>
              <a:sym typeface="Ballet"/>
            </a:endParaRPr>
          </a:p>
        </p:txBody>
      </p:sp>
      <p:sp>
        <p:nvSpPr>
          <p:cNvPr id="273" name="Google Shape;273;p35"/>
          <p:cNvSpPr/>
          <p:nvPr/>
        </p:nvSpPr>
        <p:spPr>
          <a:xfrm>
            <a:off x="3342975" y="1260100"/>
            <a:ext cx="372300" cy="372300"/>
          </a:xfrm>
          <a:prstGeom prst="ellipse">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 sz="3700">
                <a:solidFill>
                  <a:srgbClr val="000000"/>
                </a:solidFill>
                <a:latin typeface="Ballet"/>
                <a:ea typeface="Ballet"/>
                <a:cs typeface="Ballet"/>
                <a:sym typeface="Ballet"/>
              </a:rPr>
              <a:t>2</a:t>
            </a:r>
            <a:endParaRPr sz="3700">
              <a:solidFill>
                <a:srgbClr val="000000"/>
              </a:solidFill>
              <a:latin typeface="Ballet"/>
              <a:ea typeface="Ballet"/>
              <a:cs typeface="Ballet"/>
              <a:sym typeface="Ballet"/>
            </a:endParaRPr>
          </a:p>
        </p:txBody>
      </p:sp>
      <p:sp>
        <p:nvSpPr>
          <p:cNvPr id="274" name="Google Shape;274;p35"/>
          <p:cNvSpPr/>
          <p:nvPr/>
        </p:nvSpPr>
        <p:spPr>
          <a:xfrm>
            <a:off x="5428750" y="1260100"/>
            <a:ext cx="372300" cy="372300"/>
          </a:xfrm>
          <a:prstGeom prst="ellipse">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 sz="3700">
                <a:solidFill>
                  <a:srgbClr val="000000"/>
                </a:solidFill>
                <a:latin typeface="Ballet"/>
                <a:ea typeface="Ballet"/>
                <a:cs typeface="Ballet"/>
                <a:sym typeface="Ballet"/>
              </a:rPr>
              <a:t>3</a:t>
            </a:r>
            <a:endParaRPr sz="3700">
              <a:solidFill>
                <a:srgbClr val="000000"/>
              </a:solidFill>
              <a:latin typeface="Ballet"/>
              <a:ea typeface="Ballet"/>
              <a:cs typeface="Ballet"/>
              <a:sym typeface="Ballet"/>
            </a:endParaRPr>
          </a:p>
        </p:txBody>
      </p:sp>
      <p:sp>
        <p:nvSpPr>
          <p:cNvPr id="275" name="Google Shape;275;p35"/>
          <p:cNvSpPr/>
          <p:nvPr/>
        </p:nvSpPr>
        <p:spPr>
          <a:xfrm>
            <a:off x="7514525" y="1260100"/>
            <a:ext cx="372300" cy="372300"/>
          </a:xfrm>
          <a:prstGeom prst="ellipse">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rPr lang="en" sz="3700">
                <a:solidFill>
                  <a:srgbClr val="000000"/>
                </a:solidFill>
                <a:latin typeface="Ballet"/>
                <a:ea typeface="Ballet"/>
                <a:cs typeface="Ballet"/>
                <a:sym typeface="Ballet"/>
              </a:rPr>
              <a:t>4</a:t>
            </a:r>
            <a:endParaRPr sz="3700">
              <a:solidFill>
                <a:srgbClr val="000000"/>
              </a:solidFill>
              <a:latin typeface="Ballet"/>
              <a:ea typeface="Ballet"/>
              <a:cs typeface="Ballet"/>
              <a:sym typeface="Ballet"/>
            </a:endParaRPr>
          </a:p>
        </p:txBody>
      </p:sp>
      <p:cxnSp>
        <p:nvCxnSpPr>
          <p:cNvPr id="276" name="Google Shape;276;p35"/>
          <p:cNvCxnSpPr/>
          <p:nvPr/>
        </p:nvCxnSpPr>
        <p:spPr>
          <a:xfrm>
            <a:off x="1443350" y="1757550"/>
            <a:ext cx="0" cy="1838400"/>
          </a:xfrm>
          <a:prstGeom prst="straightConnector1">
            <a:avLst/>
          </a:prstGeom>
          <a:noFill/>
          <a:ln cap="flat" cmpd="sng" w="9525">
            <a:solidFill>
              <a:schemeClr val="dk1"/>
            </a:solidFill>
            <a:prstDash val="solid"/>
            <a:round/>
            <a:headEnd len="med" w="med" type="none"/>
            <a:tailEnd len="med" w="med" type="none"/>
          </a:ln>
        </p:spPr>
      </p:cxnSp>
      <p:cxnSp>
        <p:nvCxnSpPr>
          <p:cNvPr id="277" name="Google Shape;277;p35"/>
          <p:cNvCxnSpPr/>
          <p:nvPr/>
        </p:nvCxnSpPr>
        <p:spPr>
          <a:xfrm>
            <a:off x="3529125" y="1757550"/>
            <a:ext cx="0" cy="1838400"/>
          </a:xfrm>
          <a:prstGeom prst="straightConnector1">
            <a:avLst/>
          </a:prstGeom>
          <a:noFill/>
          <a:ln cap="flat" cmpd="sng" w="9525">
            <a:solidFill>
              <a:schemeClr val="dk1"/>
            </a:solidFill>
            <a:prstDash val="solid"/>
            <a:round/>
            <a:headEnd len="med" w="med" type="none"/>
            <a:tailEnd len="med" w="med" type="none"/>
          </a:ln>
        </p:spPr>
      </p:cxnSp>
      <p:cxnSp>
        <p:nvCxnSpPr>
          <p:cNvPr id="278" name="Google Shape;278;p35"/>
          <p:cNvCxnSpPr/>
          <p:nvPr/>
        </p:nvCxnSpPr>
        <p:spPr>
          <a:xfrm>
            <a:off x="5614900" y="1757550"/>
            <a:ext cx="0" cy="1838400"/>
          </a:xfrm>
          <a:prstGeom prst="straightConnector1">
            <a:avLst/>
          </a:prstGeom>
          <a:noFill/>
          <a:ln cap="flat" cmpd="sng" w="9525">
            <a:solidFill>
              <a:schemeClr val="dk1"/>
            </a:solidFill>
            <a:prstDash val="solid"/>
            <a:round/>
            <a:headEnd len="med" w="med" type="none"/>
            <a:tailEnd len="med" w="med" type="none"/>
          </a:ln>
        </p:spPr>
      </p:cxnSp>
      <p:cxnSp>
        <p:nvCxnSpPr>
          <p:cNvPr id="279" name="Google Shape;279;p35"/>
          <p:cNvCxnSpPr/>
          <p:nvPr/>
        </p:nvCxnSpPr>
        <p:spPr>
          <a:xfrm>
            <a:off x="7700675" y="1757550"/>
            <a:ext cx="0" cy="1838400"/>
          </a:xfrm>
          <a:prstGeom prst="straightConnector1">
            <a:avLst/>
          </a:prstGeom>
          <a:noFill/>
          <a:ln cap="flat" cmpd="sng" w="9525">
            <a:solidFill>
              <a:schemeClr val="dk1"/>
            </a:solidFill>
            <a:prstDash val="solid"/>
            <a:round/>
            <a:headEnd len="med" w="med" type="none"/>
            <a:tailEnd len="med" w="med" type="none"/>
          </a:ln>
        </p:spPr>
      </p:cxnSp>
      <p:sp>
        <p:nvSpPr>
          <p:cNvPr id="280" name="Google Shape;280;p35"/>
          <p:cNvSpPr/>
          <p:nvPr/>
        </p:nvSpPr>
        <p:spPr>
          <a:xfrm>
            <a:off x="4233013" y="2503300"/>
            <a:ext cx="678000" cy="678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a:solidFill>
                <a:srgbClr val="000000"/>
              </a:solidFill>
              <a:latin typeface="Montserrat Medium"/>
              <a:ea typeface="Montserrat Medium"/>
              <a:cs typeface="Montserrat Medium"/>
              <a:sym typeface="Montserrat Medium"/>
            </a:endParaRPr>
          </a:p>
        </p:txBody>
      </p:sp>
      <p:cxnSp>
        <p:nvCxnSpPr>
          <p:cNvPr id="281" name="Google Shape;281;p35"/>
          <p:cNvCxnSpPr>
            <a:stCxn id="272" idx="6"/>
            <a:endCxn id="267" idx="0"/>
          </p:cNvCxnSpPr>
          <p:nvPr/>
        </p:nvCxnSpPr>
        <p:spPr>
          <a:xfrm>
            <a:off x="1629500" y="1446250"/>
            <a:ext cx="856800" cy="1057200"/>
          </a:xfrm>
          <a:prstGeom prst="bentConnector2">
            <a:avLst/>
          </a:prstGeom>
          <a:noFill/>
          <a:ln cap="flat" cmpd="sng" w="9525">
            <a:solidFill>
              <a:schemeClr val="dk1"/>
            </a:solidFill>
            <a:prstDash val="solid"/>
            <a:round/>
            <a:headEnd len="med" w="med" type="none"/>
            <a:tailEnd len="med" w="med" type="none"/>
          </a:ln>
        </p:spPr>
      </p:cxnSp>
      <p:cxnSp>
        <p:nvCxnSpPr>
          <p:cNvPr id="282" name="Google Shape;282;p35"/>
          <p:cNvCxnSpPr>
            <a:stCxn id="273" idx="2"/>
            <a:endCxn id="267" idx="0"/>
          </p:cNvCxnSpPr>
          <p:nvPr/>
        </p:nvCxnSpPr>
        <p:spPr>
          <a:xfrm flipH="1">
            <a:off x="2486175" y="1446250"/>
            <a:ext cx="856800" cy="1057200"/>
          </a:xfrm>
          <a:prstGeom prst="bentConnector2">
            <a:avLst/>
          </a:prstGeom>
          <a:noFill/>
          <a:ln cap="flat" cmpd="sng" w="9525">
            <a:solidFill>
              <a:schemeClr val="dk1"/>
            </a:solidFill>
            <a:prstDash val="solid"/>
            <a:round/>
            <a:headEnd len="med" w="med" type="none"/>
            <a:tailEnd len="med" w="med" type="none"/>
          </a:ln>
        </p:spPr>
      </p:cxnSp>
      <p:cxnSp>
        <p:nvCxnSpPr>
          <p:cNvPr id="283" name="Google Shape;283;p35"/>
          <p:cNvCxnSpPr>
            <a:stCxn id="273" idx="6"/>
            <a:endCxn id="280" idx="0"/>
          </p:cNvCxnSpPr>
          <p:nvPr/>
        </p:nvCxnSpPr>
        <p:spPr>
          <a:xfrm>
            <a:off x="3715275" y="1446250"/>
            <a:ext cx="856800" cy="1057200"/>
          </a:xfrm>
          <a:prstGeom prst="bentConnector2">
            <a:avLst/>
          </a:prstGeom>
          <a:noFill/>
          <a:ln cap="flat" cmpd="sng" w="9525">
            <a:solidFill>
              <a:schemeClr val="dk1"/>
            </a:solidFill>
            <a:prstDash val="solid"/>
            <a:round/>
            <a:headEnd len="med" w="med" type="none"/>
            <a:tailEnd len="med" w="med" type="none"/>
          </a:ln>
        </p:spPr>
      </p:cxnSp>
      <p:cxnSp>
        <p:nvCxnSpPr>
          <p:cNvPr id="284" name="Google Shape;284;p35"/>
          <p:cNvCxnSpPr>
            <a:stCxn id="274" idx="2"/>
            <a:endCxn id="280" idx="0"/>
          </p:cNvCxnSpPr>
          <p:nvPr/>
        </p:nvCxnSpPr>
        <p:spPr>
          <a:xfrm flipH="1">
            <a:off x="4571950" y="1446250"/>
            <a:ext cx="856800" cy="1057200"/>
          </a:xfrm>
          <a:prstGeom prst="bentConnector2">
            <a:avLst/>
          </a:prstGeom>
          <a:noFill/>
          <a:ln cap="flat" cmpd="sng" w="9525">
            <a:solidFill>
              <a:schemeClr val="dk1"/>
            </a:solidFill>
            <a:prstDash val="solid"/>
            <a:round/>
            <a:headEnd len="med" w="med" type="none"/>
            <a:tailEnd len="med" w="med" type="none"/>
          </a:ln>
        </p:spPr>
      </p:cxnSp>
      <p:cxnSp>
        <p:nvCxnSpPr>
          <p:cNvPr id="285" name="Google Shape;285;p35"/>
          <p:cNvCxnSpPr>
            <a:stCxn id="274" idx="6"/>
            <a:endCxn id="266" idx="0"/>
          </p:cNvCxnSpPr>
          <p:nvPr/>
        </p:nvCxnSpPr>
        <p:spPr>
          <a:xfrm>
            <a:off x="5801050" y="1446250"/>
            <a:ext cx="856800" cy="1057200"/>
          </a:xfrm>
          <a:prstGeom prst="bentConnector2">
            <a:avLst/>
          </a:prstGeom>
          <a:noFill/>
          <a:ln cap="flat" cmpd="sng" w="9525">
            <a:solidFill>
              <a:schemeClr val="dk1"/>
            </a:solidFill>
            <a:prstDash val="solid"/>
            <a:round/>
            <a:headEnd len="med" w="med" type="none"/>
            <a:tailEnd len="med" w="med" type="none"/>
          </a:ln>
        </p:spPr>
      </p:cxnSp>
      <p:cxnSp>
        <p:nvCxnSpPr>
          <p:cNvPr id="286" name="Google Shape;286;p35"/>
          <p:cNvCxnSpPr>
            <a:stCxn id="275" idx="2"/>
            <a:endCxn id="266" idx="0"/>
          </p:cNvCxnSpPr>
          <p:nvPr/>
        </p:nvCxnSpPr>
        <p:spPr>
          <a:xfrm flipH="1">
            <a:off x="6657725" y="1446250"/>
            <a:ext cx="856800" cy="1057200"/>
          </a:xfrm>
          <a:prstGeom prst="bentConnector2">
            <a:avLst/>
          </a:prstGeom>
          <a:noFill/>
          <a:ln cap="flat" cmpd="sng" w="9525">
            <a:solidFill>
              <a:schemeClr val="dk1"/>
            </a:solidFill>
            <a:prstDash val="solid"/>
            <a:round/>
            <a:headEnd len="med" w="med" type="none"/>
            <a:tailEnd len="med" w="med" type="none"/>
          </a:ln>
        </p:spPr>
      </p:cxnSp>
      <p:sp>
        <p:nvSpPr>
          <p:cNvPr id="287" name="Google Shape;287;p35"/>
          <p:cNvSpPr txBox="1"/>
          <p:nvPr/>
        </p:nvSpPr>
        <p:spPr>
          <a:xfrm>
            <a:off x="413438" y="3595907"/>
            <a:ext cx="2059800" cy="461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1200"/>
              </a:spcBef>
              <a:spcAft>
                <a:spcPts val="1200"/>
              </a:spcAft>
              <a:buNone/>
            </a:pPr>
            <a:r>
              <a:rPr lang="en" sz="1800">
                <a:solidFill>
                  <a:schemeClr val="dk1"/>
                </a:solidFill>
                <a:latin typeface="Viaoda Libre"/>
                <a:ea typeface="Viaoda Libre"/>
                <a:cs typeface="Viaoda Libre"/>
                <a:sym typeface="Viaoda Libre"/>
              </a:rPr>
              <a:t>Step 1</a:t>
            </a:r>
            <a:endParaRPr sz="1800">
              <a:solidFill>
                <a:schemeClr val="dk1"/>
              </a:solidFill>
              <a:latin typeface="Viaoda Libre"/>
              <a:ea typeface="Viaoda Libre"/>
              <a:cs typeface="Viaoda Libre"/>
              <a:sym typeface="Viaoda Libre"/>
            </a:endParaRPr>
          </a:p>
        </p:txBody>
      </p:sp>
      <p:sp>
        <p:nvSpPr>
          <p:cNvPr id="288" name="Google Shape;288;p35"/>
          <p:cNvSpPr txBox="1"/>
          <p:nvPr/>
        </p:nvSpPr>
        <p:spPr>
          <a:xfrm>
            <a:off x="2499238" y="3595907"/>
            <a:ext cx="2059800" cy="461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1200"/>
              </a:spcBef>
              <a:spcAft>
                <a:spcPts val="1200"/>
              </a:spcAft>
              <a:buNone/>
            </a:pPr>
            <a:r>
              <a:rPr lang="en" sz="1800">
                <a:solidFill>
                  <a:schemeClr val="dk1"/>
                </a:solidFill>
                <a:latin typeface="Viaoda Libre"/>
                <a:ea typeface="Viaoda Libre"/>
                <a:cs typeface="Viaoda Libre"/>
                <a:sym typeface="Viaoda Libre"/>
              </a:rPr>
              <a:t>Step 2</a:t>
            </a:r>
            <a:endParaRPr sz="1800">
              <a:solidFill>
                <a:schemeClr val="dk1"/>
              </a:solidFill>
              <a:latin typeface="Viaoda Libre"/>
              <a:ea typeface="Viaoda Libre"/>
              <a:cs typeface="Viaoda Libre"/>
              <a:sym typeface="Viaoda Libre"/>
            </a:endParaRPr>
          </a:p>
        </p:txBody>
      </p:sp>
      <p:sp>
        <p:nvSpPr>
          <p:cNvPr id="289" name="Google Shape;289;p35"/>
          <p:cNvSpPr txBox="1"/>
          <p:nvPr/>
        </p:nvSpPr>
        <p:spPr>
          <a:xfrm>
            <a:off x="4585000" y="3595907"/>
            <a:ext cx="2059800" cy="461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1200"/>
              </a:spcBef>
              <a:spcAft>
                <a:spcPts val="1200"/>
              </a:spcAft>
              <a:buNone/>
            </a:pPr>
            <a:r>
              <a:rPr lang="en" sz="1800">
                <a:solidFill>
                  <a:schemeClr val="dk1"/>
                </a:solidFill>
                <a:latin typeface="Viaoda Libre"/>
                <a:ea typeface="Viaoda Libre"/>
                <a:cs typeface="Viaoda Libre"/>
                <a:sym typeface="Viaoda Libre"/>
              </a:rPr>
              <a:t>Step 3</a:t>
            </a:r>
            <a:endParaRPr sz="1800">
              <a:solidFill>
                <a:schemeClr val="dk1"/>
              </a:solidFill>
              <a:latin typeface="Viaoda Libre"/>
              <a:ea typeface="Viaoda Libre"/>
              <a:cs typeface="Viaoda Libre"/>
              <a:sym typeface="Viaoda Libre"/>
            </a:endParaRPr>
          </a:p>
        </p:txBody>
      </p:sp>
      <p:sp>
        <p:nvSpPr>
          <p:cNvPr id="290" name="Google Shape;290;p35"/>
          <p:cNvSpPr txBox="1"/>
          <p:nvPr/>
        </p:nvSpPr>
        <p:spPr>
          <a:xfrm>
            <a:off x="6670738" y="3595907"/>
            <a:ext cx="2059800" cy="461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1200"/>
              </a:spcBef>
              <a:spcAft>
                <a:spcPts val="1200"/>
              </a:spcAft>
              <a:buNone/>
            </a:pPr>
            <a:r>
              <a:rPr lang="en" sz="1800">
                <a:solidFill>
                  <a:schemeClr val="dk1"/>
                </a:solidFill>
                <a:latin typeface="Viaoda Libre"/>
                <a:ea typeface="Viaoda Libre"/>
                <a:cs typeface="Viaoda Libre"/>
                <a:sym typeface="Viaoda Libre"/>
              </a:rPr>
              <a:t>Step 4</a:t>
            </a:r>
            <a:endParaRPr sz="1800">
              <a:solidFill>
                <a:schemeClr val="dk1"/>
              </a:solidFill>
              <a:latin typeface="Viaoda Libre"/>
              <a:ea typeface="Viaoda Libre"/>
              <a:cs typeface="Viaoda Libre"/>
              <a:sym typeface="Viaoda Libre"/>
            </a:endParaRPr>
          </a:p>
        </p:txBody>
      </p:sp>
      <p:grpSp>
        <p:nvGrpSpPr>
          <p:cNvPr id="291" name="Google Shape;291;p35"/>
          <p:cNvGrpSpPr/>
          <p:nvPr/>
        </p:nvGrpSpPr>
        <p:grpSpPr>
          <a:xfrm>
            <a:off x="6532321" y="2697905"/>
            <a:ext cx="250932" cy="288777"/>
            <a:chOff x="3982553" y="1971730"/>
            <a:chExt cx="304566" cy="350501"/>
          </a:xfrm>
        </p:grpSpPr>
        <p:sp>
          <p:nvSpPr>
            <p:cNvPr id="292" name="Google Shape;292;p3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 name="Google Shape;294;p35"/>
          <p:cNvGrpSpPr/>
          <p:nvPr/>
        </p:nvGrpSpPr>
        <p:grpSpPr>
          <a:xfrm>
            <a:off x="2344254" y="2700776"/>
            <a:ext cx="283964" cy="283041"/>
            <a:chOff x="852385" y="1510916"/>
            <a:chExt cx="353145" cy="351998"/>
          </a:xfrm>
        </p:grpSpPr>
        <p:sp>
          <p:nvSpPr>
            <p:cNvPr id="295" name="Google Shape;295;p3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 name="Google Shape;298;p35"/>
          <p:cNvSpPr/>
          <p:nvPr/>
        </p:nvSpPr>
        <p:spPr>
          <a:xfrm>
            <a:off x="4428716" y="26998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 name="Shape 302"/>
        <p:cNvGrpSpPr/>
        <p:nvPr/>
      </p:nvGrpSpPr>
      <p:grpSpPr>
        <a:xfrm>
          <a:off x="0" y="0"/>
          <a:ext cx="0" cy="0"/>
          <a:chOff x="0" y="0"/>
          <a:chExt cx="0" cy="0"/>
        </a:xfrm>
      </p:grpSpPr>
      <p:sp>
        <p:nvSpPr>
          <p:cNvPr id="303" name="Google Shape;303;p36"/>
          <p:cNvSpPr txBox="1"/>
          <p:nvPr>
            <p:ph type="title"/>
          </p:nvPr>
        </p:nvSpPr>
        <p:spPr>
          <a:xfrm>
            <a:off x="3997325" y="271800"/>
            <a:ext cx="4918200" cy="1491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7500">
                <a:latin typeface="Ballet"/>
                <a:ea typeface="Ballet"/>
                <a:cs typeface="Ballet"/>
                <a:sym typeface="Ballet"/>
              </a:rPr>
              <a:t>T</a:t>
            </a:r>
            <a:r>
              <a:rPr lang="en" sz="5700"/>
              <a:t>hank you</a:t>
            </a:r>
            <a:endParaRPr sz="5700"/>
          </a:p>
        </p:txBody>
      </p:sp>
      <p:sp>
        <p:nvSpPr>
          <p:cNvPr id="304" name="Google Shape;304;p36"/>
          <p:cNvSpPr txBox="1"/>
          <p:nvPr>
            <p:ph idx="1" type="subTitle"/>
          </p:nvPr>
        </p:nvSpPr>
        <p:spPr>
          <a:xfrm>
            <a:off x="4467300" y="1692690"/>
            <a:ext cx="4448100" cy="123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a:t>
            </a:r>
            <a:r>
              <a:rPr lang="en"/>
              <a:t>o you have any questions?</a:t>
            </a:r>
            <a:endParaRPr/>
          </a:p>
          <a:p>
            <a:pPr indent="0" lvl="0" marL="0" rtl="0" algn="r">
              <a:spcBef>
                <a:spcPts val="1000"/>
              </a:spcBef>
              <a:spcAft>
                <a:spcPts val="0"/>
              </a:spcAft>
              <a:buNone/>
            </a:pPr>
            <a:r>
              <a:rPr lang="en"/>
              <a:t>youremail@freepik.com</a:t>
            </a:r>
            <a:endParaRPr/>
          </a:p>
          <a:p>
            <a:pPr indent="0" lvl="0" marL="0" rtl="0" algn="r">
              <a:spcBef>
                <a:spcPts val="0"/>
              </a:spcBef>
              <a:spcAft>
                <a:spcPts val="0"/>
              </a:spcAft>
              <a:buNone/>
            </a:pPr>
            <a:r>
              <a:rPr lang="en"/>
              <a:t>+00 000 000 000</a:t>
            </a:r>
            <a:endParaRPr/>
          </a:p>
          <a:p>
            <a:pPr indent="0" lvl="0" marL="0" rtl="0" algn="r">
              <a:spcBef>
                <a:spcPts val="0"/>
              </a:spcBef>
              <a:spcAft>
                <a:spcPts val="0"/>
              </a:spcAft>
              <a:buNone/>
            </a:pPr>
            <a:r>
              <a:rPr lang="en"/>
              <a:t>yourwebsite.com</a:t>
            </a:r>
            <a:endParaRPr/>
          </a:p>
        </p:txBody>
      </p:sp>
      <p:grpSp>
        <p:nvGrpSpPr>
          <p:cNvPr id="305" name="Google Shape;305;p36"/>
          <p:cNvGrpSpPr/>
          <p:nvPr/>
        </p:nvGrpSpPr>
        <p:grpSpPr>
          <a:xfrm>
            <a:off x="343417" y="3618720"/>
            <a:ext cx="276012" cy="275991"/>
            <a:chOff x="3368074" y="3882537"/>
            <a:chExt cx="215298" cy="215298"/>
          </a:xfrm>
        </p:grpSpPr>
        <p:sp>
          <p:nvSpPr>
            <p:cNvPr id="306" name="Google Shape;306;p3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 name="Google Shape;309;p36"/>
          <p:cNvGrpSpPr/>
          <p:nvPr/>
        </p:nvGrpSpPr>
        <p:grpSpPr>
          <a:xfrm>
            <a:off x="1209499" y="3637428"/>
            <a:ext cx="266790" cy="238574"/>
            <a:chOff x="3824739" y="3890112"/>
            <a:chExt cx="208105" cy="186110"/>
          </a:xfrm>
        </p:grpSpPr>
        <p:sp>
          <p:nvSpPr>
            <p:cNvPr id="310" name="Google Shape;310;p3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 name="Google Shape;313;p36"/>
          <p:cNvSpPr txBox="1"/>
          <p:nvPr/>
        </p:nvSpPr>
        <p:spPr>
          <a:xfrm>
            <a:off x="304800" y="4540645"/>
            <a:ext cx="4151700" cy="260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000">
                <a:solidFill>
                  <a:schemeClr val="dk1"/>
                </a:solidFill>
                <a:latin typeface="Archivo"/>
                <a:ea typeface="Archivo"/>
                <a:cs typeface="Archivo"/>
                <a:sym typeface="Archivo"/>
              </a:rPr>
              <a:t>Please keep this slide for attribution</a:t>
            </a:r>
            <a:endParaRPr sz="1000">
              <a:solidFill>
                <a:schemeClr val="dk1"/>
              </a:solidFill>
              <a:latin typeface="Archivo"/>
              <a:ea typeface="Archivo"/>
              <a:cs typeface="Archivo"/>
              <a:sym typeface="Archivo"/>
            </a:endParaRPr>
          </a:p>
        </p:txBody>
      </p:sp>
      <p:sp>
        <p:nvSpPr>
          <p:cNvPr id="314" name="Google Shape;314;p36"/>
          <p:cNvSpPr/>
          <p:nvPr/>
        </p:nvSpPr>
        <p:spPr>
          <a:xfrm>
            <a:off x="2076466" y="3619514"/>
            <a:ext cx="268502" cy="274403"/>
          </a:xfrm>
          <a:custGeom>
            <a:rect b="b" l="l" r="r" t="t"/>
            <a:pathLst>
              <a:path extrusionOk="0" h="6860069" w="6712561">
                <a:moveTo>
                  <a:pt x="3994869" y="2904749"/>
                </a:moveTo>
                <a:lnTo>
                  <a:pt x="6493788" y="0"/>
                </a:lnTo>
                <a:lnTo>
                  <a:pt x="5901628" y="0"/>
                </a:lnTo>
                <a:lnTo>
                  <a:pt x="3731848" y="2522189"/>
                </a:lnTo>
                <a:lnTo>
                  <a:pt x="1998833" y="0"/>
                </a:lnTo>
                <a:lnTo>
                  <a:pt x="0" y="0"/>
                </a:lnTo>
                <a:lnTo>
                  <a:pt x="2620640" y="3813966"/>
                </a:lnTo>
                <a:lnTo>
                  <a:pt x="0" y="6860070"/>
                </a:lnTo>
                <a:lnTo>
                  <a:pt x="592216" y="6860070"/>
                </a:lnTo>
                <a:lnTo>
                  <a:pt x="2883548" y="4196581"/>
                </a:lnTo>
                <a:lnTo>
                  <a:pt x="4713728" y="6860070"/>
                </a:lnTo>
                <a:lnTo>
                  <a:pt x="6712561" y="6860070"/>
                </a:lnTo>
                <a:lnTo>
                  <a:pt x="3994757" y="2904749"/>
                </a:lnTo>
                <a:lnTo>
                  <a:pt x="3994925" y="2904749"/>
                </a:lnTo>
                <a:close/>
                <a:moveTo>
                  <a:pt x="3183768" y="3847528"/>
                </a:moveTo>
                <a:lnTo>
                  <a:pt x="2918230" y="3467765"/>
                </a:lnTo>
                <a:lnTo>
                  <a:pt x="805563" y="445770"/>
                </a:lnTo>
                <a:lnTo>
                  <a:pt x="1715115" y="445770"/>
                </a:lnTo>
                <a:lnTo>
                  <a:pt x="3420106" y="2884611"/>
                </a:lnTo>
                <a:lnTo>
                  <a:pt x="3685644" y="3264375"/>
                </a:lnTo>
                <a:lnTo>
                  <a:pt x="5901907" y="6434494"/>
                </a:lnTo>
                <a:lnTo>
                  <a:pt x="4992356" y="6434494"/>
                </a:lnTo>
                <a:lnTo>
                  <a:pt x="3183824" y="3847640"/>
                </a:lnTo>
                <a:lnTo>
                  <a:pt x="3183824" y="384747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18" name="Shape 318"/>
        <p:cNvGrpSpPr/>
        <p:nvPr/>
      </p:nvGrpSpPr>
      <p:grpSpPr>
        <a:xfrm>
          <a:off x="0" y="0"/>
          <a:ext cx="0" cy="0"/>
          <a:chOff x="0" y="0"/>
          <a:chExt cx="0" cy="0"/>
        </a:xfrm>
      </p:grpSpPr>
      <p:grpSp>
        <p:nvGrpSpPr>
          <p:cNvPr id="319" name="Google Shape;319;p37"/>
          <p:cNvGrpSpPr/>
          <p:nvPr/>
        </p:nvGrpSpPr>
        <p:grpSpPr>
          <a:xfrm>
            <a:off x="1343061" y="3305297"/>
            <a:ext cx="291737" cy="289845"/>
            <a:chOff x="5049575" y="4993600"/>
            <a:chExt cx="482050" cy="478925"/>
          </a:xfrm>
        </p:grpSpPr>
        <p:sp>
          <p:nvSpPr>
            <p:cNvPr id="320" name="Google Shape;320;p37"/>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21" name="Google Shape;321;p37"/>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22" name="Google Shape;322;p37"/>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23" name="Google Shape;323;p37"/>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24" name="Google Shape;324;p37"/>
          <p:cNvGrpSpPr/>
          <p:nvPr/>
        </p:nvGrpSpPr>
        <p:grpSpPr>
          <a:xfrm>
            <a:off x="1343052" y="2010830"/>
            <a:ext cx="291746" cy="286082"/>
            <a:chOff x="1490050" y="3805975"/>
            <a:chExt cx="491900" cy="482350"/>
          </a:xfrm>
        </p:grpSpPr>
        <p:sp>
          <p:nvSpPr>
            <p:cNvPr id="325" name="Google Shape;325;p37"/>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26" name="Google Shape;326;p37"/>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27" name="Google Shape;327;p37"/>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28" name="Google Shape;328;p37"/>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29" name="Google Shape;329;p37"/>
          <p:cNvGrpSpPr/>
          <p:nvPr/>
        </p:nvGrpSpPr>
        <p:grpSpPr>
          <a:xfrm>
            <a:off x="942179" y="2419464"/>
            <a:ext cx="291890" cy="291890"/>
            <a:chOff x="2085525" y="4992125"/>
            <a:chExt cx="481825" cy="481825"/>
          </a:xfrm>
        </p:grpSpPr>
        <p:sp>
          <p:nvSpPr>
            <p:cNvPr id="330" name="Google Shape;330;p37"/>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1" name="Google Shape;331;p37"/>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32" name="Google Shape;332;p37"/>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333" name="Google Shape;333;p37"/>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334" name="Google Shape;334;p37"/>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sp>
        <p:nvSpPr>
          <p:cNvPr id="335" name="Google Shape;335;p37"/>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336" name="Google Shape;336;p37"/>
          <p:cNvGrpSpPr/>
          <p:nvPr/>
        </p:nvGrpSpPr>
        <p:grpSpPr>
          <a:xfrm>
            <a:off x="942192" y="1551114"/>
            <a:ext cx="291890" cy="291890"/>
            <a:chOff x="1492675" y="4992125"/>
            <a:chExt cx="481825" cy="481825"/>
          </a:xfrm>
        </p:grpSpPr>
        <p:sp>
          <p:nvSpPr>
            <p:cNvPr id="337" name="Google Shape;337;p37"/>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8" name="Google Shape;338;p37"/>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39" name="Google Shape;339;p37"/>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40" name="Google Shape;340;p37"/>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41" name="Google Shape;341;p37"/>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42" name="Google Shape;342;p37"/>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343" name="Google Shape;343;p37"/>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44" name="Google Shape;344;p37"/>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45" name="Google Shape;345;p37"/>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346" name="Google Shape;346;p37"/>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347" name="Google Shape;347;p37"/>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348" name="Google Shape;348;p37"/>
          <p:cNvGrpSpPr/>
          <p:nvPr/>
        </p:nvGrpSpPr>
        <p:grpSpPr>
          <a:xfrm>
            <a:off x="4522635" y="2884257"/>
            <a:ext cx="291741" cy="255607"/>
            <a:chOff x="899850" y="871450"/>
            <a:chExt cx="483175" cy="423400"/>
          </a:xfrm>
        </p:grpSpPr>
        <p:sp>
          <p:nvSpPr>
            <p:cNvPr id="349" name="Google Shape;349;p37"/>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0" name="Google Shape;350;p37"/>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1" name="Google Shape;351;p37"/>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2" name="Google Shape;352;p37"/>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3" name="Google Shape;353;p37"/>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54" name="Google Shape;354;p37"/>
          <p:cNvGrpSpPr/>
          <p:nvPr/>
        </p:nvGrpSpPr>
        <p:grpSpPr>
          <a:xfrm>
            <a:off x="1343054" y="3797714"/>
            <a:ext cx="291752" cy="270260"/>
            <a:chOff x="4266025" y="3609275"/>
            <a:chExt cx="299325" cy="277275"/>
          </a:xfrm>
        </p:grpSpPr>
        <p:sp>
          <p:nvSpPr>
            <p:cNvPr id="355" name="Google Shape;355;p37"/>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7"/>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 name="Google Shape;357;p37"/>
          <p:cNvGrpSpPr/>
          <p:nvPr/>
        </p:nvGrpSpPr>
        <p:grpSpPr>
          <a:xfrm>
            <a:off x="4541087" y="3353101"/>
            <a:ext cx="254844" cy="253474"/>
            <a:chOff x="-6329100" y="3632100"/>
            <a:chExt cx="293025" cy="291450"/>
          </a:xfrm>
        </p:grpSpPr>
        <p:sp>
          <p:nvSpPr>
            <p:cNvPr id="358" name="Google Shape;358;p3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64" name="Shape 364"/>
        <p:cNvGrpSpPr/>
        <p:nvPr/>
      </p:nvGrpSpPr>
      <p:grpSpPr>
        <a:xfrm>
          <a:off x="0" y="0"/>
          <a:ext cx="0" cy="0"/>
          <a:chOff x="0" y="0"/>
          <a:chExt cx="0" cy="0"/>
        </a:xfrm>
      </p:grpSpPr>
      <p:grpSp>
        <p:nvGrpSpPr>
          <p:cNvPr id="365" name="Google Shape;365;p38"/>
          <p:cNvGrpSpPr/>
          <p:nvPr/>
        </p:nvGrpSpPr>
        <p:grpSpPr>
          <a:xfrm>
            <a:off x="1343043" y="3832782"/>
            <a:ext cx="291745" cy="222188"/>
            <a:chOff x="3271200" y="3863875"/>
            <a:chExt cx="481825" cy="366950"/>
          </a:xfrm>
        </p:grpSpPr>
        <p:sp>
          <p:nvSpPr>
            <p:cNvPr id="366" name="Google Shape;366;p38"/>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 name="Google Shape;367;p38"/>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8" name="Google Shape;368;p38"/>
          <p:cNvGrpSpPr/>
          <p:nvPr/>
        </p:nvGrpSpPr>
        <p:grpSpPr>
          <a:xfrm>
            <a:off x="4541062" y="3799828"/>
            <a:ext cx="254864" cy="257380"/>
            <a:chOff x="-37804925" y="3953450"/>
            <a:chExt cx="315075" cy="318225"/>
          </a:xfrm>
        </p:grpSpPr>
        <p:sp>
          <p:nvSpPr>
            <p:cNvPr id="369" name="Google Shape;369;p38"/>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8"/>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8"/>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 name="Google Shape;372;p38"/>
          <p:cNvGrpSpPr/>
          <p:nvPr/>
        </p:nvGrpSpPr>
        <p:grpSpPr>
          <a:xfrm>
            <a:off x="4522635" y="3285732"/>
            <a:ext cx="291741" cy="255607"/>
            <a:chOff x="899850" y="871450"/>
            <a:chExt cx="483175" cy="423400"/>
          </a:xfrm>
        </p:grpSpPr>
        <p:sp>
          <p:nvSpPr>
            <p:cNvPr id="373" name="Google Shape;373;p3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 name="Google Shape;374;p3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 name="Google Shape;375;p3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 name="Google Shape;376;p3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7" name="Google Shape;377;p38"/>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8" name="Google Shape;378;p38"/>
          <p:cNvGrpSpPr/>
          <p:nvPr/>
        </p:nvGrpSpPr>
        <p:grpSpPr>
          <a:xfrm>
            <a:off x="1343039" y="2440320"/>
            <a:ext cx="291768" cy="290652"/>
            <a:chOff x="2085450" y="842250"/>
            <a:chExt cx="483700" cy="481850"/>
          </a:xfrm>
        </p:grpSpPr>
        <p:sp>
          <p:nvSpPr>
            <p:cNvPr id="379" name="Google Shape;379;p3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 name="Google Shape;380;p3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 name="Google Shape;381;p3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 name="Google Shape;382;p38"/>
          <p:cNvGrpSpPr/>
          <p:nvPr/>
        </p:nvGrpSpPr>
        <p:grpSpPr>
          <a:xfrm>
            <a:off x="4541083" y="2436280"/>
            <a:ext cx="254847" cy="289962"/>
            <a:chOff x="2707500" y="249400"/>
            <a:chExt cx="423475" cy="481825"/>
          </a:xfrm>
        </p:grpSpPr>
        <p:sp>
          <p:nvSpPr>
            <p:cNvPr id="383" name="Google Shape;383;p38"/>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 name="Google Shape;384;p38"/>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5" name="Google Shape;385;p38"/>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386" name="Google Shape;386;p38"/>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387" name="Google Shape;387;p38"/>
          <p:cNvGrpSpPr/>
          <p:nvPr/>
        </p:nvGrpSpPr>
        <p:grpSpPr>
          <a:xfrm>
            <a:off x="1343052" y="2010830"/>
            <a:ext cx="291746" cy="286082"/>
            <a:chOff x="1490050" y="3805975"/>
            <a:chExt cx="491900" cy="482350"/>
          </a:xfrm>
        </p:grpSpPr>
        <p:sp>
          <p:nvSpPr>
            <p:cNvPr id="388" name="Google Shape;388;p38"/>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 name="Google Shape;389;p38"/>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 name="Google Shape;390;p38"/>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 name="Google Shape;391;p38"/>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2" name="Google Shape;392;p38"/>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393" name="Google Shape;393;p38"/>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 name="Google Shape;394;p38"/>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395" name="Google Shape;395;p38"/>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396" name="Google Shape;396;p38"/>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397" name="Google Shape;397;p38"/>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398" name="Google Shape;398;p38"/>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399" name="Google Shape;399;p38"/>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400" name="Google Shape;400;p38"/>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401" name="Google Shape;401;p38"/>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402" name="Google Shape;402;p38"/>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403" name="Google Shape;403;p38"/>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404" name="Google Shape;404;p38"/>
          <p:cNvGrpSpPr/>
          <p:nvPr/>
        </p:nvGrpSpPr>
        <p:grpSpPr>
          <a:xfrm>
            <a:off x="8430787" y="228418"/>
            <a:ext cx="346490" cy="311075"/>
            <a:chOff x="5655285" y="1922218"/>
            <a:chExt cx="2946347" cy="2645192"/>
          </a:xfrm>
        </p:grpSpPr>
        <p:sp>
          <p:nvSpPr>
            <p:cNvPr id="405" name="Google Shape;405;p38"/>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38"/>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38"/>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 name="Google Shape;408;p38"/>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9" name="Google Shape;409;p38"/>
          <p:cNvGrpSpPr/>
          <p:nvPr/>
        </p:nvGrpSpPr>
        <p:grpSpPr>
          <a:xfrm>
            <a:off x="942179" y="2910127"/>
            <a:ext cx="291890" cy="291890"/>
            <a:chOff x="2085525" y="4992125"/>
            <a:chExt cx="481825" cy="481825"/>
          </a:xfrm>
        </p:grpSpPr>
        <p:sp>
          <p:nvSpPr>
            <p:cNvPr id="410" name="Google Shape;410;p38"/>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 name="Google Shape;411;p38"/>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 name="Google Shape;412;p38"/>
          <p:cNvGrpSpPr/>
          <p:nvPr/>
        </p:nvGrpSpPr>
        <p:grpSpPr>
          <a:xfrm>
            <a:off x="942192" y="1551114"/>
            <a:ext cx="291890" cy="291890"/>
            <a:chOff x="1492675" y="4992125"/>
            <a:chExt cx="481825" cy="481825"/>
          </a:xfrm>
        </p:grpSpPr>
        <p:sp>
          <p:nvSpPr>
            <p:cNvPr id="413" name="Google Shape;413;p38"/>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 name="Google Shape;414;p38"/>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18" name="Shape 418"/>
        <p:cNvGrpSpPr/>
        <p:nvPr/>
      </p:nvGrpSpPr>
      <p:grpSpPr>
        <a:xfrm>
          <a:off x="0" y="0"/>
          <a:ext cx="0" cy="0"/>
          <a:chOff x="0" y="0"/>
          <a:chExt cx="0" cy="0"/>
        </a:xfrm>
      </p:grpSpPr>
      <p:sp>
        <p:nvSpPr>
          <p:cNvPr id="419" name="Google Shape;419;p39"/>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420" name="Google Shape;420;p39"/>
          <p:cNvSpPr txBox="1"/>
          <p:nvPr/>
        </p:nvSpPr>
        <p:spPr>
          <a:xfrm>
            <a:off x="713225" y="2207420"/>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21" name="Google Shape;421;p39"/>
          <p:cNvSpPr/>
          <p:nvPr/>
        </p:nvSpPr>
        <p:spPr>
          <a:xfrm>
            <a:off x="5068946" y="2360912"/>
            <a:ext cx="689100" cy="656700"/>
          </a:xfrm>
          <a:prstGeom prst="roundRect">
            <a:avLst>
              <a:gd fmla="val 16667" name="adj"/>
            </a:avLst>
          </a:prstGeom>
          <a:solidFill>
            <a:srgbClr val="191919"/>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422" name="Google Shape;422;p39"/>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#191919</a:t>
            </a:r>
            <a:endParaRPr sz="900">
              <a:solidFill>
                <a:srgbClr val="FFFFFF"/>
              </a:solidFill>
              <a:latin typeface="Inter"/>
              <a:ea typeface="Inter"/>
              <a:cs typeface="Inter"/>
              <a:sym typeface="Inter"/>
            </a:endParaRPr>
          </a:p>
        </p:txBody>
      </p:sp>
      <p:sp>
        <p:nvSpPr>
          <p:cNvPr id="423" name="Google Shape;423;p39"/>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sp>
        <p:nvSpPr>
          <p:cNvPr id="424" name="Google Shape;424;p39"/>
          <p:cNvSpPr/>
          <p:nvPr/>
        </p:nvSpPr>
        <p:spPr>
          <a:xfrm>
            <a:off x="5881037" y="2360912"/>
            <a:ext cx="689100" cy="6567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425" name="Google Shape;425;p39"/>
          <p:cNvSpPr txBox="1"/>
          <p:nvPr/>
        </p:nvSpPr>
        <p:spPr>
          <a:xfrm>
            <a:off x="58810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#ffffff</a:t>
            </a:r>
            <a:endParaRPr sz="900">
              <a:solidFill>
                <a:schemeClr val="lt1"/>
              </a:solidFill>
              <a:latin typeface="Inter"/>
              <a:ea typeface="Inter"/>
              <a:cs typeface="Inter"/>
              <a:sym typeface="Inter"/>
            </a:endParaRPr>
          </a:p>
        </p:txBody>
      </p:sp>
      <p:sp>
        <p:nvSpPr>
          <p:cNvPr id="426" name="Google Shape;426;p39"/>
          <p:cNvSpPr/>
          <p:nvPr/>
        </p:nvSpPr>
        <p:spPr>
          <a:xfrm>
            <a:off x="5068946" y="3142437"/>
            <a:ext cx="689100" cy="656700"/>
          </a:xfrm>
          <a:prstGeom prst="roundRect">
            <a:avLst>
              <a:gd fmla="val 16667" name="adj"/>
            </a:avLst>
          </a:prstGeom>
          <a:solidFill>
            <a:srgbClr val="2A2828"/>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427" name="Google Shape;427;p39"/>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#2a2828</a:t>
            </a:r>
            <a:endParaRPr sz="900">
              <a:solidFill>
                <a:srgbClr val="FFFFFF"/>
              </a:solidFill>
              <a:latin typeface="Inter"/>
              <a:ea typeface="Inter"/>
              <a:cs typeface="Inter"/>
              <a:sym typeface="Inter"/>
            </a:endParaRPr>
          </a:p>
        </p:txBody>
      </p:sp>
      <p:grpSp>
        <p:nvGrpSpPr>
          <p:cNvPr id="428" name="Google Shape;428;p39"/>
          <p:cNvGrpSpPr/>
          <p:nvPr/>
        </p:nvGrpSpPr>
        <p:grpSpPr>
          <a:xfrm>
            <a:off x="5084767" y="1811403"/>
            <a:ext cx="412865" cy="384035"/>
            <a:chOff x="-49397175" y="3192625"/>
            <a:chExt cx="300900" cy="281200"/>
          </a:xfrm>
        </p:grpSpPr>
        <p:sp>
          <p:nvSpPr>
            <p:cNvPr id="429" name="Google Shape;429;p39"/>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9"/>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9"/>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9"/>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9"/>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9"/>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9"/>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 name="Google Shape;436;p39"/>
          <p:cNvGrpSpPr/>
          <p:nvPr/>
        </p:nvGrpSpPr>
        <p:grpSpPr>
          <a:xfrm>
            <a:off x="794294" y="1743616"/>
            <a:ext cx="381187" cy="381219"/>
            <a:chOff x="-50134375" y="3550975"/>
            <a:chExt cx="300100" cy="300125"/>
          </a:xfrm>
        </p:grpSpPr>
        <p:sp>
          <p:nvSpPr>
            <p:cNvPr id="437" name="Google Shape;437;p39"/>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9"/>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 name="Google Shape;439;p39"/>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440" name="Google Shape;440;p39">
            <a:hlinkClick r:id="rId3"/>
          </p:cNvPr>
          <p:cNvSpPr/>
          <p:nvPr/>
        </p:nvSpPr>
        <p:spPr>
          <a:xfrm>
            <a:off x="794300" y="2615502"/>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4">
                  <a:extLst>
                    <a:ext uri="{A12FA001-AC4F-418D-AE19-62706E023703}">
                      <ahyp:hlinkClr val="tx"/>
                    </a:ext>
                  </a:extLst>
                </a:hlinkClick>
              </a:rPr>
              <a:t>Viaoda Libre</a:t>
            </a:r>
            <a:endParaRPr b="1" sz="1100" u="sng">
              <a:solidFill>
                <a:srgbClr val="FFFFFF"/>
              </a:solidFill>
              <a:latin typeface="Inter"/>
              <a:ea typeface="Inter"/>
              <a:cs typeface="Inter"/>
              <a:sym typeface="Inter"/>
            </a:endParaRPr>
          </a:p>
        </p:txBody>
      </p:sp>
      <p:sp>
        <p:nvSpPr>
          <p:cNvPr id="441" name="Google Shape;441;p39">
            <a:hlinkClick r:id="rId5"/>
          </p:cNvPr>
          <p:cNvSpPr/>
          <p:nvPr/>
        </p:nvSpPr>
        <p:spPr>
          <a:xfrm>
            <a:off x="794300" y="3195552"/>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6">
                  <a:extLst>
                    <a:ext uri="{A12FA001-AC4F-418D-AE19-62706E023703}">
                      <ahyp:hlinkClr val="tx"/>
                    </a:ext>
                  </a:extLst>
                </a:hlinkClick>
              </a:rPr>
              <a:t>Archivo</a:t>
            </a:r>
            <a:endParaRPr b="1" sz="1100" u="sng">
              <a:solidFill>
                <a:srgbClr val="FFFFFF"/>
              </a:solidFill>
              <a:latin typeface="Inter"/>
              <a:ea typeface="Inter"/>
              <a:cs typeface="Inter"/>
              <a:sym typeface="Inter"/>
            </a:endParaRPr>
          </a:p>
        </p:txBody>
      </p:sp>
      <p:sp>
        <p:nvSpPr>
          <p:cNvPr id="442" name="Google Shape;442;p39"/>
          <p:cNvSpPr txBox="1"/>
          <p:nvPr/>
        </p:nvSpPr>
        <p:spPr>
          <a:xfrm>
            <a:off x="713225" y="4205968"/>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443" name="Google Shape;443;p39"/>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444" name="Google Shape;444;p39">
            <a:hlinkClick r:id="rId7"/>
          </p:cNvPr>
          <p:cNvSpPr/>
          <p:nvPr/>
        </p:nvSpPr>
        <p:spPr>
          <a:xfrm>
            <a:off x="794300" y="3775602"/>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rgbClr val="FFFFFF"/>
                </a:solidFill>
                <a:latin typeface="Inter"/>
                <a:ea typeface="Inter"/>
                <a:cs typeface="Inter"/>
                <a:sym typeface="Inter"/>
                <a:hlinkClick r:id="rId8">
                  <a:extLst>
                    <a:ext uri="{A12FA001-AC4F-418D-AE19-62706E023703}">
                      <ahyp:hlinkClr val="tx"/>
                    </a:ext>
                  </a:extLst>
                </a:hlinkClick>
              </a:rPr>
              <a:t>Ballet</a:t>
            </a:r>
            <a:endParaRPr b="1" sz="1100" u="sng">
              <a:solidFill>
                <a:srgbClr val="FFFFFF"/>
              </a:solidFill>
              <a:latin typeface="Inter"/>
              <a:ea typeface="Inter"/>
              <a:cs typeface="Inter"/>
              <a:sym typeface="Inter"/>
            </a:endParaRPr>
          </a:p>
        </p:txBody>
      </p:sp>
      <p:sp>
        <p:nvSpPr>
          <p:cNvPr id="445" name="Google Shape;445;p39"/>
          <p:cNvSpPr/>
          <p:nvPr/>
        </p:nvSpPr>
        <p:spPr>
          <a:xfrm>
            <a:off x="5881021" y="3142437"/>
            <a:ext cx="689100" cy="656700"/>
          </a:xfrm>
          <a:prstGeom prst="roundRect">
            <a:avLst>
              <a:gd fmla="val 16667" name="adj"/>
            </a:avLst>
          </a:prstGeom>
          <a:solidFill>
            <a:srgbClr val="8B8264"/>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446" name="Google Shape;446;p39"/>
          <p:cNvSpPr txBox="1"/>
          <p:nvPr/>
        </p:nvSpPr>
        <p:spPr>
          <a:xfrm>
            <a:off x="5881021"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latin typeface="Inter"/>
                <a:ea typeface="Inter"/>
                <a:cs typeface="Inter"/>
                <a:sym typeface="Inter"/>
              </a:rPr>
              <a:t>#8b8264</a:t>
            </a:r>
            <a:endParaRPr sz="900">
              <a:solidFill>
                <a:srgbClr val="FFFFFF"/>
              </a:solidFill>
              <a:latin typeface="Inter"/>
              <a:ea typeface="Inter"/>
              <a:cs typeface="Inter"/>
              <a:sym typeface="Inte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50" name="Shape 450"/>
        <p:cNvGrpSpPr/>
        <p:nvPr/>
      </p:nvGrpSpPr>
      <p:grpSpPr>
        <a:xfrm>
          <a:off x="0" y="0"/>
          <a:ext cx="0" cy="0"/>
          <a:chOff x="0" y="0"/>
          <a:chExt cx="0" cy="0"/>
        </a:xfrm>
      </p:grpSpPr>
      <p:sp>
        <p:nvSpPr>
          <p:cNvPr id="451" name="Google Shape;451;p40"/>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pic>
        <p:nvPicPr>
          <p:cNvPr id="452" name="Google Shape;452;p40"/>
          <p:cNvPicPr preferRelativeResize="0"/>
          <p:nvPr/>
        </p:nvPicPr>
        <p:blipFill rotWithShape="1">
          <a:blip r:embed="rId3">
            <a:alphaModFix/>
          </a:blip>
          <a:srcRect b="23100" l="15471" r="10607" t="9884"/>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53" name="Google Shape;453;p40"/>
          <p:cNvPicPr preferRelativeResize="0"/>
          <p:nvPr/>
        </p:nvPicPr>
        <p:blipFill rotWithShape="1">
          <a:blip r:embed="rId4">
            <a:alphaModFix/>
          </a:blip>
          <a:srcRect b="58024" l="19756" r="0" t="20517"/>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54" name="Google Shape;454;p40"/>
          <p:cNvPicPr preferRelativeResize="0"/>
          <p:nvPr/>
        </p:nvPicPr>
        <p:blipFill rotWithShape="1">
          <a:blip r:embed="rId5">
            <a:alphaModFix/>
          </a:blip>
          <a:srcRect b="-1590"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455" name="Google Shape;455;p40"/>
          <p:cNvPicPr preferRelativeResize="0"/>
          <p:nvPr/>
        </p:nvPicPr>
        <p:blipFill rotWithShape="1">
          <a:blip r:embed="rId6">
            <a:alphaModFix/>
          </a:blip>
          <a:srcRect b="15832" l="3891" r="3882" t="22370"/>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2999"/>
              </a:schemeClr>
            </a:outerShdw>
          </a:effectLst>
        </p:spPr>
      </p:pic>
      <p:sp>
        <p:nvSpPr>
          <p:cNvPr id="456" name="Google Shape;456;p40"/>
          <p:cNvSpPr txBox="1"/>
          <p:nvPr/>
        </p:nvSpPr>
        <p:spPr>
          <a:xfrm>
            <a:off x="584550" y="3386149"/>
            <a:ext cx="7974900" cy="61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00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457" name="Google Shape;457;p40">
            <a:hlinkClick r:id="rId7"/>
          </p:cNvPr>
          <p:cNvSpPr/>
          <p:nvPr/>
        </p:nvSpPr>
        <p:spPr>
          <a:xfrm>
            <a:off x="3173250"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61" name="Shape 461"/>
        <p:cNvGrpSpPr/>
        <p:nvPr/>
      </p:nvGrpSpPr>
      <p:grpSpPr>
        <a:xfrm>
          <a:off x="0" y="0"/>
          <a:ext cx="0" cy="0"/>
          <a:chOff x="0" y="0"/>
          <a:chExt cx="0" cy="0"/>
        </a:xfrm>
      </p:grpSpPr>
      <p:grpSp>
        <p:nvGrpSpPr>
          <p:cNvPr id="462" name="Google Shape;462;p41"/>
          <p:cNvGrpSpPr/>
          <p:nvPr/>
        </p:nvGrpSpPr>
        <p:grpSpPr>
          <a:xfrm>
            <a:off x="1343061" y="3305297"/>
            <a:ext cx="291737" cy="289845"/>
            <a:chOff x="5049575" y="4993600"/>
            <a:chExt cx="482050" cy="478925"/>
          </a:xfrm>
        </p:grpSpPr>
        <p:sp>
          <p:nvSpPr>
            <p:cNvPr id="463" name="Google Shape;463;p4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 name="Google Shape;464;p4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 name="Google Shape;465;p4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 name="Google Shape;466;p4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7" name="Google Shape;467;p41"/>
          <p:cNvGrpSpPr/>
          <p:nvPr/>
        </p:nvGrpSpPr>
        <p:grpSpPr>
          <a:xfrm>
            <a:off x="1343052" y="2010830"/>
            <a:ext cx="291746" cy="286082"/>
            <a:chOff x="1490050" y="3805975"/>
            <a:chExt cx="491900" cy="482350"/>
          </a:xfrm>
        </p:grpSpPr>
        <p:sp>
          <p:nvSpPr>
            <p:cNvPr id="468" name="Google Shape;468;p4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 name="Google Shape;469;p4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 name="Google Shape;470;p4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 name="Google Shape;471;p4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 name="Google Shape;472;p41"/>
          <p:cNvGrpSpPr/>
          <p:nvPr/>
        </p:nvGrpSpPr>
        <p:grpSpPr>
          <a:xfrm>
            <a:off x="942179" y="2419464"/>
            <a:ext cx="291890" cy="291890"/>
            <a:chOff x="2085525" y="4992125"/>
            <a:chExt cx="481825" cy="481825"/>
          </a:xfrm>
        </p:grpSpPr>
        <p:sp>
          <p:nvSpPr>
            <p:cNvPr id="473" name="Google Shape;473;p4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 name="Google Shape;474;p4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5" name="Google Shape;475;p4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476" name="Google Shape;476;p41"/>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477" name="Google Shape;477;p41"/>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4"/>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5"/>
              </a:rPr>
              <a:t>blog</a:t>
            </a:r>
            <a:endParaRPr b="1"/>
          </a:p>
        </p:txBody>
      </p:sp>
      <p:sp>
        <p:nvSpPr>
          <p:cNvPr id="478" name="Google Shape;478;p41"/>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479" name="Google Shape;479;p41"/>
          <p:cNvGrpSpPr/>
          <p:nvPr/>
        </p:nvGrpSpPr>
        <p:grpSpPr>
          <a:xfrm>
            <a:off x="942192" y="1551114"/>
            <a:ext cx="291890" cy="291890"/>
            <a:chOff x="1492675" y="4992125"/>
            <a:chExt cx="481825" cy="481825"/>
          </a:xfrm>
        </p:grpSpPr>
        <p:sp>
          <p:nvSpPr>
            <p:cNvPr id="480" name="Google Shape;480;p4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 name="Google Shape;481;p4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2" name="Google Shape;482;p41"/>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 name="Google Shape;483;p41"/>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84" name="Google Shape;484;p41"/>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85" name="Google Shape;485;p41"/>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86" name="Google Shape;486;p41"/>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87" name="Google Shape;487;p41"/>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88" name="Google Shape;488;p41"/>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489" name="Google Shape;489;p41"/>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490" name="Google Shape;490;p41"/>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491" name="Google Shape;491;p41"/>
          <p:cNvGrpSpPr/>
          <p:nvPr/>
        </p:nvGrpSpPr>
        <p:grpSpPr>
          <a:xfrm>
            <a:off x="4522635" y="2884257"/>
            <a:ext cx="291741" cy="255607"/>
            <a:chOff x="899850" y="871450"/>
            <a:chExt cx="483175" cy="423400"/>
          </a:xfrm>
        </p:grpSpPr>
        <p:sp>
          <p:nvSpPr>
            <p:cNvPr id="492" name="Google Shape;492;p4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 name="Google Shape;493;p4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 name="Google Shape;494;p4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 name="Google Shape;495;p4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6" name="Google Shape;496;p41"/>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 name="Google Shape;497;p41"/>
          <p:cNvGrpSpPr/>
          <p:nvPr/>
        </p:nvGrpSpPr>
        <p:grpSpPr>
          <a:xfrm>
            <a:off x="1343054" y="3797714"/>
            <a:ext cx="291752" cy="270260"/>
            <a:chOff x="4266025" y="3609275"/>
            <a:chExt cx="299325" cy="277275"/>
          </a:xfrm>
        </p:grpSpPr>
        <p:sp>
          <p:nvSpPr>
            <p:cNvPr id="498" name="Google Shape;498;p4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 name="Google Shape;500;p41"/>
          <p:cNvGrpSpPr/>
          <p:nvPr/>
        </p:nvGrpSpPr>
        <p:grpSpPr>
          <a:xfrm>
            <a:off x="4541087" y="3353101"/>
            <a:ext cx="254844" cy="253474"/>
            <a:chOff x="-6329100" y="3632100"/>
            <a:chExt cx="293025" cy="291450"/>
          </a:xfrm>
        </p:grpSpPr>
        <p:sp>
          <p:nvSpPr>
            <p:cNvPr id="501" name="Google Shape;501;p41"/>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1"/>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1"/>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507" name="Shape 507"/>
        <p:cNvGrpSpPr/>
        <p:nvPr/>
      </p:nvGrpSpPr>
      <p:grpSpPr>
        <a:xfrm>
          <a:off x="0" y="0"/>
          <a:ext cx="0" cy="0"/>
          <a:chOff x="0" y="0"/>
          <a:chExt cx="0" cy="0"/>
        </a:xfrm>
      </p:grpSpPr>
      <p:sp>
        <p:nvSpPr>
          <p:cNvPr id="508" name="Google Shape;508;p42"/>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509" name="Google Shape;509;p42"/>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sp>
        <p:nvSpPr>
          <p:cNvPr id="510" name="Google Shape;510;p42"/>
          <p:cNvSpPr/>
          <p:nvPr/>
        </p:nvSpPr>
        <p:spPr>
          <a:xfrm>
            <a:off x="2099009" y="3282468"/>
            <a:ext cx="1283100" cy="219300"/>
          </a:xfrm>
          <a:prstGeom prst="roundRect">
            <a:avLst>
              <a:gd fmla="val 16667"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1" name="Google Shape;511;p42"/>
          <p:cNvSpPr/>
          <p:nvPr/>
        </p:nvSpPr>
        <p:spPr>
          <a:xfrm>
            <a:off x="2102902" y="3284568"/>
            <a:ext cx="236100" cy="215100"/>
          </a:xfrm>
          <a:prstGeom prst="roundRect">
            <a:avLst>
              <a:gd fmla="val 16667"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2" name="Google Shape;512;p42"/>
          <p:cNvSpPr/>
          <p:nvPr/>
        </p:nvSpPr>
        <p:spPr>
          <a:xfrm>
            <a:off x="8191833" y="4393685"/>
            <a:ext cx="160800" cy="2070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3" name="Google Shape;513;p42"/>
          <p:cNvSpPr/>
          <p:nvPr/>
        </p:nvSpPr>
        <p:spPr>
          <a:xfrm>
            <a:off x="8140083" y="3164975"/>
            <a:ext cx="264300" cy="207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4" name="Google Shape;514;p42"/>
          <p:cNvSpPr/>
          <p:nvPr/>
        </p:nvSpPr>
        <p:spPr>
          <a:xfrm>
            <a:off x="7689945" y="1949083"/>
            <a:ext cx="243000" cy="199800"/>
          </a:xfrm>
          <a:prstGeom prst="rightArrow">
            <a:avLst>
              <a:gd fmla="val 25609" name="adj1"/>
              <a:gd fmla="val 50000"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515" name="Google Shape;515;p42"/>
          <p:cNvGrpSpPr/>
          <p:nvPr/>
        </p:nvGrpSpPr>
        <p:grpSpPr>
          <a:xfrm>
            <a:off x="6057249" y="2960428"/>
            <a:ext cx="547157" cy="635405"/>
            <a:chOff x="4727025" y="1332775"/>
            <a:chExt cx="59900" cy="69625"/>
          </a:xfrm>
        </p:grpSpPr>
        <p:sp>
          <p:nvSpPr>
            <p:cNvPr id="516" name="Google Shape;516;p4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42"/>
          <p:cNvGrpSpPr/>
          <p:nvPr/>
        </p:nvGrpSpPr>
        <p:grpSpPr>
          <a:xfrm>
            <a:off x="6828373" y="1960663"/>
            <a:ext cx="618887" cy="618883"/>
            <a:chOff x="4820425" y="1329900"/>
            <a:chExt cx="70175" cy="70350"/>
          </a:xfrm>
        </p:grpSpPr>
        <p:sp>
          <p:nvSpPr>
            <p:cNvPr id="519" name="Google Shape;519;p4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 name="Google Shape;523;p42"/>
          <p:cNvGrpSpPr/>
          <p:nvPr/>
        </p:nvGrpSpPr>
        <p:grpSpPr>
          <a:xfrm>
            <a:off x="5953936" y="1975259"/>
            <a:ext cx="664883" cy="609273"/>
            <a:chOff x="4903200" y="1331525"/>
            <a:chExt cx="73575" cy="67425"/>
          </a:xfrm>
        </p:grpSpPr>
        <p:sp>
          <p:nvSpPr>
            <p:cNvPr id="524" name="Google Shape;524;p4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25" name="Google Shape;525;p4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 name="Google Shape;526;p42"/>
          <p:cNvGrpSpPr/>
          <p:nvPr/>
        </p:nvGrpSpPr>
        <p:grpSpPr>
          <a:xfrm>
            <a:off x="6801402" y="2947166"/>
            <a:ext cx="672829" cy="632468"/>
            <a:chOff x="4815575" y="1416800"/>
            <a:chExt cx="73750" cy="71400"/>
          </a:xfrm>
        </p:grpSpPr>
        <p:sp>
          <p:nvSpPr>
            <p:cNvPr id="527" name="Google Shape;527;p4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 name="Google Shape;530;p42"/>
          <p:cNvGrpSpPr/>
          <p:nvPr/>
        </p:nvGrpSpPr>
        <p:grpSpPr>
          <a:xfrm>
            <a:off x="6017811" y="3967835"/>
            <a:ext cx="633900" cy="633900"/>
            <a:chOff x="5771961" y="3831737"/>
            <a:chExt cx="633900" cy="633900"/>
          </a:xfrm>
        </p:grpSpPr>
        <p:sp>
          <p:nvSpPr>
            <p:cNvPr id="531" name="Google Shape;531;p42"/>
            <p:cNvSpPr/>
            <p:nvPr/>
          </p:nvSpPr>
          <p:spPr>
            <a:xfrm flipH="1">
              <a:off x="5771961" y="3831737"/>
              <a:ext cx="633900" cy="633900"/>
            </a:xfrm>
            <a:prstGeom prst="blockArc">
              <a:avLst>
                <a:gd fmla="val 16275737" name="adj1"/>
                <a:gd fmla="val 15898772" name="adj2"/>
                <a:gd fmla="val 17257"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2"/>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cap="flat" cmpd="sng" w="9525">
              <a:solidFill>
                <a:srgbClr val="FAF6E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42"/>
          <p:cNvGrpSpPr/>
          <p:nvPr/>
        </p:nvGrpSpPr>
        <p:grpSpPr>
          <a:xfrm>
            <a:off x="6819423" y="3950890"/>
            <a:ext cx="636787" cy="649524"/>
            <a:chOff x="4818100" y="1507675"/>
            <a:chExt cx="71225" cy="71625"/>
          </a:xfrm>
        </p:grpSpPr>
        <p:sp>
          <p:nvSpPr>
            <p:cNvPr id="534" name="Google Shape;534;p4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42"/>
          <p:cNvGrpSpPr/>
          <p:nvPr/>
        </p:nvGrpSpPr>
        <p:grpSpPr>
          <a:xfrm>
            <a:off x="5184293" y="3944970"/>
            <a:ext cx="649520" cy="661559"/>
            <a:chOff x="4906800" y="1507500"/>
            <a:chExt cx="70350" cy="71075"/>
          </a:xfrm>
        </p:grpSpPr>
        <p:sp>
          <p:nvSpPr>
            <p:cNvPr id="539" name="Google Shape;539;p4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42"/>
          <p:cNvGrpSpPr/>
          <p:nvPr/>
        </p:nvGrpSpPr>
        <p:grpSpPr>
          <a:xfrm>
            <a:off x="5195217" y="1960672"/>
            <a:ext cx="627699" cy="627780"/>
            <a:chOff x="3736598" y="2170606"/>
            <a:chExt cx="404889" cy="404889"/>
          </a:xfrm>
        </p:grpSpPr>
        <p:sp>
          <p:nvSpPr>
            <p:cNvPr id="545" name="Google Shape;545;p4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42"/>
          <p:cNvGrpSpPr/>
          <p:nvPr/>
        </p:nvGrpSpPr>
        <p:grpSpPr>
          <a:xfrm>
            <a:off x="4348491" y="1960790"/>
            <a:ext cx="711386" cy="627545"/>
            <a:chOff x="3161917" y="2170682"/>
            <a:chExt cx="458870" cy="404737"/>
          </a:xfrm>
        </p:grpSpPr>
        <p:sp>
          <p:nvSpPr>
            <p:cNvPr id="550" name="Google Shape;550;p4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51" name="Google Shape;551;p4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 name="Google Shape;553;p42"/>
          <p:cNvGrpSpPr/>
          <p:nvPr/>
        </p:nvGrpSpPr>
        <p:grpSpPr>
          <a:xfrm>
            <a:off x="4382541" y="2970114"/>
            <a:ext cx="643364" cy="616032"/>
            <a:chOff x="3179914" y="2889488"/>
            <a:chExt cx="422876" cy="404911"/>
          </a:xfrm>
        </p:grpSpPr>
        <p:sp>
          <p:nvSpPr>
            <p:cNvPr id="554" name="Google Shape;554;p4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 name="Google Shape;560;p42"/>
          <p:cNvGrpSpPr/>
          <p:nvPr/>
        </p:nvGrpSpPr>
        <p:grpSpPr>
          <a:xfrm>
            <a:off x="5200057" y="2970064"/>
            <a:ext cx="637699" cy="616132"/>
            <a:chOff x="3729467" y="2889422"/>
            <a:chExt cx="419153" cy="404977"/>
          </a:xfrm>
        </p:grpSpPr>
        <p:sp>
          <p:nvSpPr>
            <p:cNvPr id="561" name="Google Shape;561;p4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 name="Google Shape;568;p42"/>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2"/>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 name="Google Shape;570;p42"/>
          <p:cNvGrpSpPr/>
          <p:nvPr/>
        </p:nvGrpSpPr>
        <p:grpSpPr>
          <a:xfrm>
            <a:off x="7684888" y="2251259"/>
            <a:ext cx="253114" cy="215138"/>
            <a:chOff x="4660325" y="1866850"/>
            <a:chExt cx="68350" cy="58100"/>
          </a:xfrm>
        </p:grpSpPr>
        <p:sp>
          <p:nvSpPr>
            <p:cNvPr id="571" name="Google Shape;571;p4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 name="Google Shape;573;p42"/>
          <p:cNvGrpSpPr/>
          <p:nvPr/>
        </p:nvGrpSpPr>
        <p:grpSpPr>
          <a:xfrm>
            <a:off x="8148685" y="2290371"/>
            <a:ext cx="247096" cy="136915"/>
            <a:chOff x="4791775" y="1877500"/>
            <a:chExt cx="66725" cy="36975"/>
          </a:xfrm>
        </p:grpSpPr>
        <p:sp>
          <p:nvSpPr>
            <p:cNvPr id="574" name="Google Shape;574;p4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 name="Google Shape;576;p42"/>
          <p:cNvGrpSpPr/>
          <p:nvPr/>
        </p:nvGrpSpPr>
        <p:grpSpPr>
          <a:xfrm>
            <a:off x="8162017" y="3518149"/>
            <a:ext cx="220433" cy="136915"/>
            <a:chOff x="4923925" y="1877500"/>
            <a:chExt cx="59525" cy="36975"/>
          </a:xfrm>
        </p:grpSpPr>
        <p:sp>
          <p:nvSpPr>
            <p:cNvPr id="577" name="Google Shape;577;p4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42"/>
          <p:cNvGrpSpPr/>
          <p:nvPr/>
        </p:nvGrpSpPr>
        <p:grpSpPr>
          <a:xfrm>
            <a:off x="7703914" y="3491072"/>
            <a:ext cx="215063" cy="191070"/>
            <a:chOff x="5058450" y="1870100"/>
            <a:chExt cx="58075" cy="51600"/>
          </a:xfrm>
        </p:grpSpPr>
        <p:sp>
          <p:nvSpPr>
            <p:cNvPr id="580" name="Google Shape;580;p4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42"/>
          <p:cNvGrpSpPr/>
          <p:nvPr/>
        </p:nvGrpSpPr>
        <p:grpSpPr>
          <a:xfrm>
            <a:off x="7716273" y="3171274"/>
            <a:ext cx="190344" cy="194402"/>
            <a:chOff x="4676550" y="2160575"/>
            <a:chExt cx="51400" cy="52500"/>
          </a:xfrm>
        </p:grpSpPr>
        <p:sp>
          <p:nvSpPr>
            <p:cNvPr id="583" name="Google Shape;583;p4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 name="Google Shape;586;p42"/>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 name="Google Shape;587;p42"/>
          <p:cNvGrpSpPr/>
          <p:nvPr/>
        </p:nvGrpSpPr>
        <p:grpSpPr>
          <a:xfrm>
            <a:off x="8131604" y="4049152"/>
            <a:ext cx="281258" cy="243836"/>
            <a:chOff x="5037700" y="2430325"/>
            <a:chExt cx="75950" cy="65850"/>
          </a:xfrm>
        </p:grpSpPr>
        <p:sp>
          <p:nvSpPr>
            <p:cNvPr id="588" name="Google Shape;588;p4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42"/>
          <p:cNvGrpSpPr/>
          <p:nvPr/>
        </p:nvGrpSpPr>
        <p:grpSpPr>
          <a:xfrm>
            <a:off x="721961" y="1949359"/>
            <a:ext cx="2665005" cy="270860"/>
            <a:chOff x="6336019" y="3733725"/>
            <a:chExt cx="2566206" cy="351310"/>
          </a:xfrm>
        </p:grpSpPr>
        <p:sp>
          <p:nvSpPr>
            <p:cNvPr id="591" name="Google Shape;591;p42"/>
            <p:cNvSpPr/>
            <p:nvPr/>
          </p:nvSpPr>
          <p:spPr>
            <a:xfrm>
              <a:off x="6336019" y="3733735"/>
              <a:ext cx="1881300" cy="351300"/>
            </a:xfrm>
            <a:prstGeom prst="homePlate">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2"/>
            <p:cNvSpPr/>
            <p:nvPr/>
          </p:nvSpPr>
          <p:spPr>
            <a:xfrm>
              <a:off x="8098525" y="3733725"/>
              <a:ext cx="346500" cy="351300"/>
            </a:xfrm>
            <a:prstGeom prst="chevron">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2"/>
            <p:cNvSpPr/>
            <p:nvPr/>
          </p:nvSpPr>
          <p:spPr>
            <a:xfrm>
              <a:off x="8327125" y="3733725"/>
              <a:ext cx="346500" cy="351300"/>
            </a:xfrm>
            <a:prstGeom prst="chevron">
              <a:avLst>
                <a:gd fmla="val 50000"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2"/>
            <p:cNvSpPr/>
            <p:nvPr/>
          </p:nvSpPr>
          <p:spPr>
            <a:xfrm>
              <a:off x="8555725" y="3733725"/>
              <a:ext cx="346500" cy="351300"/>
            </a:xfrm>
            <a:prstGeom prst="chevron">
              <a:avLst>
                <a:gd fmla="val 50000" name="adj"/>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95" name="Google Shape;595;p42"/>
          <p:cNvSpPr/>
          <p:nvPr/>
        </p:nvSpPr>
        <p:spPr>
          <a:xfrm>
            <a:off x="2099075" y="4390775"/>
            <a:ext cx="1287900" cy="1983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 name="Google Shape;596;p42"/>
          <p:cNvGrpSpPr/>
          <p:nvPr/>
        </p:nvGrpSpPr>
        <p:grpSpPr>
          <a:xfrm flipH="1">
            <a:off x="3575516" y="1954083"/>
            <a:ext cx="631989" cy="631989"/>
            <a:chOff x="5681300" y="2527788"/>
            <a:chExt cx="805800" cy="805800"/>
          </a:xfrm>
        </p:grpSpPr>
        <p:sp>
          <p:nvSpPr>
            <p:cNvPr id="597" name="Google Shape;597;p42"/>
            <p:cNvSpPr/>
            <p:nvPr/>
          </p:nvSpPr>
          <p:spPr>
            <a:xfrm>
              <a:off x="5681300" y="2527788"/>
              <a:ext cx="805800" cy="80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2"/>
            <p:cNvSpPr/>
            <p:nvPr/>
          </p:nvSpPr>
          <p:spPr>
            <a:xfrm>
              <a:off x="5681300" y="2527788"/>
              <a:ext cx="805800" cy="805800"/>
            </a:xfrm>
            <a:prstGeom prst="pie">
              <a:avLst>
                <a:gd fmla="val 0" name="adj1"/>
                <a:gd fmla="val 16200000" name="adj2"/>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 name="Google Shape;599;p42"/>
          <p:cNvGrpSpPr/>
          <p:nvPr/>
        </p:nvGrpSpPr>
        <p:grpSpPr>
          <a:xfrm flipH="1">
            <a:off x="3573551" y="3964578"/>
            <a:ext cx="633954" cy="633782"/>
            <a:chOff x="4049800" y="640400"/>
            <a:chExt cx="858900" cy="858900"/>
          </a:xfrm>
        </p:grpSpPr>
        <p:sp>
          <p:nvSpPr>
            <p:cNvPr id="600" name="Google Shape;600;p42"/>
            <p:cNvSpPr/>
            <p:nvPr/>
          </p:nvSpPr>
          <p:spPr>
            <a:xfrm>
              <a:off x="4049800" y="640400"/>
              <a:ext cx="858900" cy="858900"/>
            </a:xfrm>
            <a:prstGeom prst="donut">
              <a:avLst>
                <a:gd fmla="val 25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2"/>
            <p:cNvSpPr/>
            <p:nvPr/>
          </p:nvSpPr>
          <p:spPr>
            <a:xfrm>
              <a:off x="4049800" y="640400"/>
              <a:ext cx="858900" cy="858900"/>
            </a:xfrm>
            <a:prstGeom prst="blockArc">
              <a:avLst>
                <a:gd fmla="val 21598365" name="adj1"/>
                <a:gd fmla="val 16242758" name="adj2"/>
                <a:gd fmla="val 24993" name="adj3"/>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42"/>
          <p:cNvGrpSpPr/>
          <p:nvPr/>
        </p:nvGrpSpPr>
        <p:grpSpPr>
          <a:xfrm flipH="1">
            <a:off x="4280059" y="3853009"/>
            <a:ext cx="848259" cy="848355"/>
            <a:chOff x="5080188" y="927900"/>
            <a:chExt cx="961200" cy="961200"/>
          </a:xfrm>
        </p:grpSpPr>
        <p:sp>
          <p:nvSpPr>
            <p:cNvPr id="603" name="Google Shape;603;p42"/>
            <p:cNvSpPr/>
            <p:nvPr/>
          </p:nvSpPr>
          <p:spPr>
            <a:xfrm>
              <a:off x="5201900" y="1050116"/>
              <a:ext cx="716700" cy="716700"/>
            </a:xfrm>
            <a:prstGeom prst="donut">
              <a:avLst>
                <a:gd fmla="val 4716"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2"/>
            <p:cNvSpPr/>
            <p:nvPr/>
          </p:nvSpPr>
          <p:spPr>
            <a:xfrm>
              <a:off x="5269594" y="1117818"/>
              <a:ext cx="581100" cy="581100"/>
            </a:xfrm>
            <a:prstGeom prst="donut">
              <a:avLst>
                <a:gd fmla="val 5814"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2"/>
            <p:cNvSpPr/>
            <p:nvPr/>
          </p:nvSpPr>
          <p:spPr>
            <a:xfrm>
              <a:off x="5339279" y="1187526"/>
              <a:ext cx="441900" cy="441600"/>
            </a:xfrm>
            <a:prstGeom prst="donut">
              <a:avLst>
                <a:gd fmla="val 7648"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2"/>
            <p:cNvSpPr/>
            <p:nvPr/>
          </p:nvSpPr>
          <p:spPr>
            <a:xfrm>
              <a:off x="5414892" y="1263155"/>
              <a:ext cx="290700" cy="290700"/>
            </a:xfrm>
            <a:prstGeom prst="donut">
              <a:avLst>
                <a:gd fmla="val 10182"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2"/>
            <p:cNvSpPr/>
            <p:nvPr/>
          </p:nvSpPr>
          <p:spPr>
            <a:xfrm rot="-3809958">
              <a:off x="5202435" y="1050148"/>
              <a:ext cx="716705" cy="716705"/>
            </a:xfrm>
            <a:prstGeom prst="blockArc">
              <a:avLst>
                <a:gd fmla="val 5266439" name="adj1"/>
                <a:gd fmla="val 19995741" name="adj2"/>
                <a:gd fmla="val 4692"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2"/>
            <p:cNvSpPr/>
            <p:nvPr/>
          </p:nvSpPr>
          <p:spPr>
            <a:xfrm rot="-3906059">
              <a:off x="5269616" y="1117617"/>
              <a:ext cx="581445" cy="581445"/>
            </a:xfrm>
            <a:prstGeom prst="blockArc">
              <a:avLst>
                <a:gd fmla="val 3085776" name="adj1"/>
                <a:gd fmla="val 20100839" name="adj2"/>
                <a:gd fmla="val 5564"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2"/>
            <p:cNvSpPr/>
            <p:nvPr/>
          </p:nvSpPr>
          <p:spPr>
            <a:xfrm rot="-4222340">
              <a:off x="5339825" y="1187386"/>
              <a:ext cx="442087" cy="442087"/>
            </a:xfrm>
            <a:prstGeom prst="blockArc">
              <a:avLst>
                <a:gd fmla="val 8884448" name="adj1"/>
                <a:gd fmla="val 20414899" name="adj2"/>
                <a:gd fmla="val 7688"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2"/>
            <p:cNvSpPr/>
            <p:nvPr/>
          </p:nvSpPr>
          <p:spPr>
            <a:xfrm rot="-4538880">
              <a:off x="5414922" y="1262925"/>
              <a:ext cx="290465" cy="290465"/>
            </a:xfrm>
            <a:prstGeom prst="blockArc">
              <a:avLst>
                <a:gd fmla="val 6490304" name="adj1"/>
                <a:gd fmla="val 20700625" name="adj2"/>
                <a:gd fmla="val 10156"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 name="Google Shape;611;p42"/>
          <p:cNvSpPr/>
          <p:nvPr/>
        </p:nvSpPr>
        <p:spPr>
          <a:xfrm>
            <a:off x="7721595" y="2575830"/>
            <a:ext cx="179700" cy="179700"/>
          </a:xfrm>
          <a:prstGeom prst="curvedRightArrow">
            <a:avLst>
              <a:gd fmla="val 25000" name="adj1"/>
              <a:gd fmla="val 50000" name="adj2"/>
              <a:gd fmla="val 25000" name="adj3"/>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2"/>
          <p:cNvSpPr/>
          <p:nvPr/>
        </p:nvSpPr>
        <p:spPr>
          <a:xfrm flipH="1">
            <a:off x="8182383" y="2575830"/>
            <a:ext cx="179700" cy="179700"/>
          </a:xfrm>
          <a:prstGeom prst="curvedRightArrow">
            <a:avLst>
              <a:gd fmla="val 25000" name="adj1"/>
              <a:gd fmla="val 50000" name="adj2"/>
              <a:gd fmla="val 25000"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 name="Google Shape;613;p42"/>
          <p:cNvGrpSpPr/>
          <p:nvPr/>
        </p:nvGrpSpPr>
        <p:grpSpPr>
          <a:xfrm>
            <a:off x="3574205" y="2962074"/>
            <a:ext cx="633300" cy="632112"/>
            <a:chOff x="3309128" y="2874033"/>
            <a:chExt cx="633300" cy="632113"/>
          </a:xfrm>
        </p:grpSpPr>
        <p:grpSp>
          <p:nvGrpSpPr>
            <p:cNvPr id="614" name="Google Shape;614;p42"/>
            <p:cNvGrpSpPr/>
            <p:nvPr/>
          </p:nvGrpSpPr>
          <p:grpSpPr>
            <a:xfrm flipH="1">
              <a:off x="3310391" y="2874095"/>
              <a:ext cx="631989" cy="631989"/>
              <a:chOff x="5681300" y="2527788"/>
              <a:chExt cx="805800" cy="805800"/>
            </a:xfrm>
          </p:grpSpPr>
          <p:sp>
            <p:nvSpPr>
              <p:cNvPr id="615" name="Google Shape;615;p42"/>
              <p:cNvSpPr/>
              <p:nvPr/>
            </p:nvSpPr>
            <p:spPr>
              <a:xfrm>
                <a:off x="5681300" y="2527788"/>
                <a:ext cx="805800" cy="805800"/>
              </a:xfrm>
              <a:prstGeom prst="ellipse">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2"/>
              <p:cNvSpPr/>
              <p:nvPr/>
            </p:nvSpPr>
            <p:spPr>
              <a:xfrm>
                <a:off x="5681300" y="2527788"/>
                <a:ext cx="805800" cy="805800"/>
              </a:xfrm>
              <a:prstGeom prst="pie">
                <a:avLst>
                  <a:gd fmla="val 10752091" name="adj1"/>
                  <a:gd fmla="val 16200000" name="adj2"/>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 name="Google Shape;617;p42"/>
            <p:cNvSpPr/>
            <p:nvPr/>
          </p:nvSpPr>
          <p:spPr>
            <a:xfrm flipH="1">
              <a:off x="3310328" y="2874045"/>
              <a:ext cx="632100" cy="632100"/>
            </a:xfrm>
            <a:prstGeom prst="pie">
              <a:avLst>
                <a:gd fmla="val 5390934" name="adj1"/>
                <a:gd fmla="val 10831396" name="adj2"/>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2"/>
            <p:cNvSpPr/>
            <p:nvPr/>
          </p:nvSpPr>
          <p:spPr>
            <a:xfrm flipH="1">
              <a:off x="3309128" y="2874033"/>
              <a:ext cx="632100" cy="632100"/>
            </a:xfrm>
            <a:prstGeom prst="pie">
              <a:avLst>
                <a:gd fmla="val 0" name="adj1"/>
                <a:gd fmla="val 5396727" name="adj2"/>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 name="Google Shape;619;p42"/>
          <p:cNvSpPr/>
          <p:nvPr/>
        </p:nvSpPr>
        <p:spPr>
          <a:xfrm>
            <a:off x="7684845" y="2845178"/>
            <a:ext cx="253200" cy="207000"/>
          </a:xfrm>
          <a:prstGeom prst="stripedRightArrow">
            <a:avLst>
              <a:gd fmla="val 34775" name="adj1"/>
              <a:gd fmla="val 45411" name="adj2"/>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0" name="Google Shape;620;p42"/>
          <p:cNvSpPr/>
          <p:nvPr/>
        </p:nvSpPr>
        <p:spPr>
          <a:xfrm>
            <a:off x="8131233" y="2845178"/>
            <a:ext cx="282000" cy="207000"/>
          </a:xfrm>
          <a:prstGeom prst="notchedRightArrow">
            <a:avLst>
              <a:gd fmla="val 50000" name="adj1"/>
              <a:gd fmla="val 50000" name="adj2"/>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1" name="Google Shape;621;p42"/>
          <p:cNvSpPr/>
          <p:nvPr/>
        </p:nvSpPr>
        <p:spPr>
          <a:xfrm>
            <a:off x="7679295" y="4067570"/>
            <a:ext cx="264300" cy="207000"/>
          </a:xfrm>
          <a:prstGeom prst="chevron">
            <a:avLst>
              <a:gd fmla="val 78131"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2" name="Google Shape;622;p42"/>
          <p:cNvSpPr/>
          <p:nvPr/>
        </p:nvSpPr>
        <p:spPr>
          <a:xfrm>
            <a:off x="7689945" y="4397283"/>
            <a:ext cx="243000" cy="199800"/>
          </a:xfrm>
          <a:prstGeom prst="rightArrow">
            <a:avLst>
              <a:gd fmla="val 67726" name="adj1"/>
              <a:gd fmla="val 76469"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3" name="Google Shape;623;p42"/>
          <p:cNvSpPr/>
          <p:nvPr/>
        </p:nvSpPr>
        <p:spPr>
          <a:xfrm flipH="1">
            <a:off x="729250" y="3642663"/>
            <a:ext cx="1275900" cy="482400"/>
          </a:xfrm>
          <a:prstGeom prst="wedgeRoundRectCallout">
            <a:avLst>
              <a:gd fmla="val -20828" name="adj1"/>
              <a:gd fmla="val 74256" name="adj2"/>
              <a:gd fmla="val 0" name="adj3"/>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624" name="Google Shape;624;p42"/>
          <p:cNvGrpSpPr/>
          <p:nvPr/>
        </p:nvGrpSpPr>
        <p:grpSpPr>
          <a:xfrm>
            <a:off x="727325" y="3289926"/>
            <a:ext cx="1275785" cy="243900"/>
            <a:chOff x="727100" y="2805863"/>
            <a:chExt cx="1052975" cy="243900"/>
          </a:xfrm>
        </p:grpSpPr>
        <p:sp>
          <p:nvSpPr>
            <p:cNvPr id="625" name="Google Shape;625;p42"/>
            <p:cNvSpPr/>
            <p:nvPr/>
          </p:nvSpPr>
          <p:spPr>
            <a:xfrm>
              <a:off x="958075" y="2805863"/>
              <a:ext cx="822000" cy="243900"/>
            </a:xfrm>
            <a:prstGeom prst="roundRect">
              <a:avLst>
                <a:gd fmla="val 1666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6" name="Google Shape;626;p42"/>
            <p:cNvSpPr/>
            <p:nvPr/>
          </p:nvSpPr>
          <p:spPr>
            <a:xfrm>
              <a:off x="727100" y="2805863"/>
              <a:ext cx="203700" cy="243900"/>
            </a:xfrm>
            <a:prstGeom prst="roundRect">
              <a:avLst>
                <a:gd fmla="val 1666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27" name="Google Shape;627;p42"/>
          <p:cNvGrpSpPr/>
          <p:nvPr/>
        </p:nvGrpSpPr>
        <p:grpSpPr>
          <a:xfrm>
            <a:off x="2098996" y="2365190"/>
            <a:ext cx="1283157" cy="280500"/>
            <a:chOff x="2098900" y="2390725"/>
            <a:chExt cx="1245300" cy="280500"/>
          </a:xfrm>
        </p:grpSpPr>
        <p:sp>
          <p:nvSpPr>
            <p:cNvPr id="628" name="Google Shape;628;p42"/>
            <p:cNvSpPr/>
            <p:nvPr/>
          </p:nvSpPr>
          <p:spPr>
            <a:xfrm>
              <a:off x="2098900" y="2390725"/>
              <a:ext cx="1245300" cy="280500"/>
            </a:xfrm>
            <a:prstGeom prst="rect">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9" name="Google Shape;629;p42"/>
            <p:cNvSpPr/>
            <p:nvPr/>
          </p:nvSpPr>
          <p:spPr>
            <a:xfrm>
              <a:off x="2098900" y="2390725"/>
              <a:ext cx="355500" cy="280500"/>
            </a:xfrm>
            <a:prstGeom prst="homePlate">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0" name="Google Shape;630;p42"/>
          <p:cNvGrpSpPr/>
          <p:nvPr/>
        </p:nvGrpSpPr>
        <p:grpSpPr>
          <a:xfrm>
            <a:off x="721950" y="2767089"/>
            <a:ext cx="1284825" cy="414000"/>
            <a:chOff x="721950" y="2306059"/>
            <a:chExt cx="1284825" cy="414000"/>
          </a:xfrm>
        </p:grpSpPr>
        <p:sp>
          <p:nvSpPr>
            <p:cNvPr id="631" name="Google Shape;631;p42"/>
            <p:cNvSpPr/>
            <p:nvPr/>
          </p:nvSpPr>
          <p:spPr>
            <a:xfrm>
              <a:off x="1073775" y="2368013"/>
              <a:ext cx="933000" cy="290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2" name="Google Shape;632;p42"/>
            <p:cNvSpPr/>
            <p:nvPr/>
          </p:nvSpPr>
          <p:spPr>
            <a:xfrm>
              <a:off x="721950" y="2306059"/>
              <a:ext cx="429900" cy="414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3" name="Google Shape;633;p42"/>
          <p:cNvGrpSpPr/>
          <p:nvPr/>
        </p:nvGrpSpPr>
        <p:grpSpPr>
          <a:xfrm>
            <a:off x="713229" y="2329056"/>
            <a:ext cx="1293618" cy="329196"/>
            <a:chOff x="713225" y="3210638"/>
            <a:chExt cx="1242550" cy="316200"/>
          </a:xfrm>
        </p:grpSpPr>
        <p:sp>
          <p:nvSpPr>
            <p:cNvPr id="634" name="Google Shape;634;p42"/>
            <p:cNvSpPr/>
            <p:nvPr/>
          </p:nvSpPr>
          <p:spPr>
            <a:xfrm>
              <a:off x="870075" y="3246788"/>
              <a:ext cx="1085700" cy="243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5" name="Google Shape;635;p42"/>
            <p:cNvSpPr/>
            <p:nvPr/>
          </p:nvSpPr>
          <p:spPr>
            <a:xfrm>
              <a:off x="713225" y="3210638"/>
              <a:ext cx="320100" cy="3162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6" name="Google Shape;636;p42"/>
          <p:cNvGrpSpPr/>
          <p:nvPr/>
        </p:nvGrpSpPr>
        <p:grpSpPr>
          <a:xfrm>
            <a:off x="721985" y="4382375"/>
            <a:ext cx="1283160" cy="215100"/>
            <a:chOff x="721950" y="4382375"/>
            <a:chExt cx="1247725" cy="215100"/>
          </a:xfrm>
        </p:grpSpPr>
        <p:sp>
          <p:nvSpPr>
            <p:cNvPr id="637" name="Google Shape;637;p42"/>
            <p:cNvSpPr/>
            <p:nvPr/>
          </p:nvSpPr>
          <p:spPr>
            <a:xfrm>
              <a:off x="724375" y="4382375"/>
              <a:ext cx="1245300" cy="215100"/>
            </a:xfrm>
            <a:prstGeom prst="rect">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8" name="Google Shape;638;p42"/>
            <p:cNvSpPr/>
            <p:nvPr/>
          </p:nvSpPr>
          <p:spPr>
            <a:xfrm>
              <a:off x="721950" y="4386425"/>
              <a:ext cx="324600" cy="207000"/>
            </a:xfrm>
            <a:prstGeom prst="round1Rect">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9" name="Google Shape;639;p42"/>
          <p:cNvGrpSpPr/>
          <p:nvPr/>
        </p:nvGrpSpPr>
        <p:grpSpPr>
          <a:xfrm>
            <a:off x="2098906" y="2790661"/>
            <a:ext cx="1283103" cy="344100"/>
            <a:chOff x="2098900" y="2843850"/>
            <a:chExt cx="1227850" cy="344100"/>
          </a:xfrm>
        </p:grpSpPr>
        <p:sp>
          <p:nvSpPr>
            <p:cNvPr id="640" name="Google Shape;640;p42"/>
            <p:cNvSpPr/>
            <p:nvPr/>
          </p:nvSpPr>
          <p:spPr>
            <a:xfrm>
              <a:off x="2130650" y="2870850"/>
              <a:ext cx="1196100" cy="290100"/>
            </a:xfrm>
            <a:prstGeom prst="homePlate">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41" name="Google Shape;641;p42"/>
            <p:cNvSpPr/>
            <p:nvPr/>
          </p:nvSpPr>
          <p:spPr>
            <a:xfrm>
              <a:off x="2098900" y="2843850"/>
              <a:ext cx="729600" cy="344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42" name="Google Shape;642;p42"/>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 name="Shape 646"/>
        <p:cNvGrpSpPr/>
        <p:nvPr/>
      </p:nvGrpSpPr>
      <p:grpSpPr>
        <a:xfrm>
          <a:off x="0" y="0"/>
          <a:ext cx="0" cy="0"/>
          <a:chOff x="0" y="0"/>
          <a:chExt cx="0" cy="0"/>
        </a:xfrm>
      </p:grpSpPr>
      <p:grpSp>
        <p:nvGrpSpPr>
          <p:cNvPr id="647" name="Google Shape;647;p43"/>
          <p:cNvGrpSpPr/>
          <p:nvPr/>
        </p:nvGrpSpPr>
        <p:grpSpPr>
          <a:xfrm>
            <a:off x="870168" y="539716"/>
            <a:ext cx="3548604" cy="1964364"/>
            <a:chOff x="2654821" y="2311071"/>
            <a:chExt cx="2279715" cy="1262120"/>
          </a:xfrm>
        </p:grpSpPr>
        <p:grpSp>
          <p:nvGrpSpPr>
            <p:cNvPr id="648" name="Google Shape;648;p43"/>
            <p:cNvGrpSpPr/>
            <p:nvPr/>
          </p:nvGrpSpPr>
          <p:grpSpPr>
            <a:xfrm>
              <a:off x="4034269" y="2840745"/>
              <a:ext cx="40212" cy="36437"/>
              <a:chOff x="4293400" y="2574725"/>
              <a:chExt cx="84425" cy="80100"/>
            </a:xfrm>
          </p:grpSpPr>
          <p:sp>
            <p:nvSpPr>
              <p:cNvPr id="649" name="Google Shape;649;p4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50" name="Google Shape;650;p4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43"/>
            <p:cNvGrpSpPr/>
            <p:nvPr/>
          </p:nvGrpSpPr>
          <p:grpSpPr>
            <a:xfrm>
              <a:off x="3894606" y="2334874"/>
              <a:ext cx="913198" cy="518984"/>
              <a:chOff x="4000175" y="1462675"/>
              <a:chExt cx="1917275" cy="1140875"/>
            </a:xfrm>
          </p:grpSpPr>
          <p:sp>
            <p:nvSpPr>
              <p:cNvPr id="652" name="Google Shape;652;p4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53" name="Google Shape;653;p43"/>
              <p:cNvGrpSpPr/>
              <p:nvPr/>
            </p:nvGrpSpPr>
            <p:grpSpPr>
              <a:xfrm>
                <a:off x="4000175" y="1462675"/>
                <a:ext cx="1917275" cy="1140875"/>
                <a:chOff x="4000175" y="1462675"/>
                <a:chExt cx="1917275" cy="1140875"/>
              </a:xfrm>
            </p:grpSpPr>
            <p:sp>
              <p:nvSpPr>
                <p:cNvPr id="654" name="Google Shape;654;p4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55" name="Google Shape;655;p4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59" name="Google Shape;659;p4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 name="Google Shape;660;p43"/>
            <p:cNvGrpSpPr/>
            <p:nvPr/>
          </p:nvGrpSpPr>
          <p:grpSpPr>
            <a:xfrm>
              <a:off x="3875768" y="2846704"/>
              <a:ext cx="44796" cy="47366"/>
              <a:chOff x="3960625" y="2587825"/>
              <a:chExt cx="94050" cy="104125"/>
            </a:xfrm>
          </p:grpSpPr>
          <p:sp>
            <p:nvSpPr>
              <p:cNvPr id="661" name="Google Shape;661;p4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62" name="Google Shape;662;p4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 name="Google Shape;663;p43"/>
            <p:cNvGrpSpPr/>
            <p:nvPr/>
          </p:nvGrpSpPr>
          <p:grpSpPr>
            <a:xfrm>
              <a:off x="3782759" y="2807162"/>
              <a:ext cx="82686" cy="85487"/>
              <a:chOff x="3765350" y="2500900"/>
              <a:chExt cx="173600" cy="187925"/>
            </a:xfrm>
          </p:grpSpPr>
          <p:sp>
            <p:nvSpPr>
              <p:cNvPr id="664" name="Google Shape;664;p4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65" name="Google Shape;665;p4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43"/>
            <p:cNvGrpSpPr/>
            <p:nvPr/>
          </p:nvGrpSpPr>
          <p:grpSpPr>
            <a:xfrm>
              <a:off x="3775674" y="2798496"/>
              <a:ext cx="40545" cy="23564"/>
              <a:chOff x="3750475" y="2481850"/>
              <a:chExt cx="85125" cy="51800"/>
            </a:xfrm>
          </p:grpSpPr>
          <p:sp>
            <p:nvSpPr>
              <p:cNvPr id="671" name="Google Shape;671;p4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673" name="Google Shape;673;p43"/>
            <p:cNvGrpSpPr/>
            <p:nvPr/>
          </p:nvGrpSpPr>
          <p:grpSpPr>
            <a:xfrm>
              <a:off x="3716946" y="2776024"/>
              <a:ext cx="81971" cy="76912"/>
              <a:chOff x="3627175" y="2432450"/>
              <a:chExt cx="172100" cy="169075"/>
            </a:xfrm>
          </p:grpSpPr>
          <p:sp>
            <p:nvSpPr>
              <p:cNvPr id="674" name="Google Shape;674;p4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676" name="Google Shape;676;p4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677" name="Google Shape;677;p43"/>
            <p:cNvGrpSpPr/>
            <p:nvPr/>
          </p:nvGrpSpPr>
          <p:grpSpPr>
            <a:xfrm>
              <a:off x="3685682" y="2845624"/>
              <a:ext cx="29311" cy="45055"/>
              <a:chOff x="3561536" y="2585450"/>
              <a:chExt cx="61539" cy="99045"/>
            </a:xfrm>
          </p:grpSpPr>
          <p:sp>
            <p:nvSpPr>
              <p:cNvPr id="678" name="Google Shape;678;p4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680" name="Google Shape;680;p43"/>
            <p:cNvGrpSpPr/>
            <p:nvPr/>
          </p:nvGrpSpPr>
          <p:grpSpPr>
            <a:xfrm>
              <a:off x="3849905" y="2572252"/>
              <a:ext cx="74339" cy="119559"/>
              <a:chOff x="3906325" y="1984500"/>
              <a:chExt cx="156075" cy="262825"/>
            </a:xfrm>
          </p:grpSpPr>
          <p:sp>
            <p:nvSpPr>
              <p:cNvPr id="681" name="Google Shape;681;p4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682" name="Google Shape;682;p4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43"/>
            <p:cNvGrpSpPr/>
            <p:nvPr/>
          </p:nvGrpSpPr>
          <p:grpSpPr>
            <a:xfrm>
              <a:off x="2654821" y="2414345"/>
              <a:ext cx="667570" cy="558731"/>
              <a:chOff x="1397225" y="1637375"/>
              <a:chExt cx="1401575" cy="1228250"/>
            </a:xfrm>
          </p:grpSpPr>
          <p:sp>
            <p:nvSpPr>
              <p:cNvPr id="684" name="Google Shape;684;p4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685" name="Google Shape;685;p43"/>
              <p:cNvGrpSpPr/>
              <p:nvPr/>
            </p:nvGrpSpPr>
            <p:grpSpPr>
              <a:xfrm>
                <a:off x="1397225" y="1637375"/>
                <a:ext cx="1398775" cy="1228250"/>
                <a:chOff x="1397225" y="1637375"/>
                <a:chExt cx="1398775" cy="1228250"/>
              </a:xfrm>
            </p:grpSpPr>
            <p:sp>
              <p:nvSpPr>
                <p:cNvPr id="686" name="Google Shape;686;p4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 name="Google Shape;688;p43"/>
            <p:cNvGrpSpPr/>
            <p:nvPr/>
          </p:nvGrpSpPr>
          <p:grpSpPr>
            <a:xfrm>
              <a:off x="3230417" y="3103734"/>
              <a:ext cx="282982" cy="280332"/>
              <a:chOff x="2605700" y="3152850"/>
              <a:chExt cx="594125" cy="616250"/>
            </a:xfrm>
          </p:grpSpPr>
          <p:sp>
            <p:nvSpPr>
              <p:cNvPr id="689" name="Google Shape;689;p4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690" name="Google Shape;690;p4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691" name="Google Shape;691;p43"/>
            <p:cNvGrpSpPr/>
            <p:nvPr/>
          </p:nvGrpSpPr>
          <p:grpSpPr>
            <a:xfrm>
              <a:off x="3265985" y="3226989"/>
              <a:ext cx="87151" cy="346202"/>
              <a:chOff x="2680375" y="3423800"/>
              <a:chExt cx="182975" cy="761050"/>
            </a:xfrm>
          </p:grpSpPr>
          <p:sp>
            <p:nvSpPr>
              <p:cNvPr id="692" name="Google Shape;692;p4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693" name="Google Shape;693;p4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43"/>
            <p:cNvGrpSpPr/>
            <p:nvPr/>
          </p:nvGrpSpPr>
          <p:grpSpPr>
            <a:xfrm>
              <a:off x="3855466" y="3289811"/>
              <a:ext cx="112514" cy="94210"/>
              <a:chOff x="3918000" y="3561900"/>
              <a:chExt cx="236225" cy="207100"/>
            </a:xfrm>
          </p:grpSpPr>
          <p:sp>
            <p:nvSpPr>
              <p:cNvPr id="695" name="Google Shape;695;p4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696" name="Google Shape;696;p4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 name="Google Shape;697;p4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700" name="Google Shape;700;p43"/>
            <p:cNvGrpSpPr/>
            <p:nvPr/>
          </p:nvGrpSpPr>
          <p:grpSpPr>
            <a:xfrm>
              <a:off x="2905224" y="2311071"/>
              <a:ext cx="596721" cy="528992"/>
              <a:chOff x="1922950" y="1410350"/>
              <a:chExt cx="1252825" cy="1162875"/>
            </a:xfrm>
          </p:grpSpPr>
          <p:sp>
            <p:nvSpPr>
              <p:cNvPr id="701" name="Google Shape;701;p4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717" name="Google Shape;717;p4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37" name="Google Shape;737;p4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38" name="Google Shape;738;p4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 name="Google Shape;739;p43"/>
            <p:cNvGrpSpPr/>
            <p:nvPr/>
          </p:nvGrpSpPr>
          <p:grpSpPr>
            <a:xfrm>
              <a:off x="3280929" y="3294542"/>
              <a:ext cx="109894" cy="272224"/>
              <a:chOff x="2711750" y="3572300"/>
              <a:chExt cx="230725" cy="598425"/>
            </a:xfrm>
          </p:grpSpPr>
          <p:sp>
            <p:nvSpPr>
              <p:cNvPr id="740" name="Google Shape;740;p4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 name="Google Shape;742;p4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 name="Google Shape;743;p43"/>
            <p:cNvGrpSpPr/>
            <p:nvPr/>
          </p:nvGrpSpPr>
          <p:grpSpPr>
            <a:xfrm>
              <a:off x="3790439" y="2408636"/>
              <a:ext cx="73017" cy="75684"/>
              <a:chOff x="3781475" y="1624825"/>
              <a:chExt cx="153300" cy="166375"/>
            </a:xfrm>
          </p:grpSpPr>
          <p:sp>
            <p:nvSpPr>
              <p:cNvPr id="744" name="Google Shape;744;p4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 name="Google Shape;748;p4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43"/>
            <p:cNvGrpSpPr/>
            <p:nvPr/>
          </p:nvGrpSpPr>
          <p:grpSpPr>
            <a:xfrm>
              <a:off x="4403342" y="3107749"/>
              <a:ext cx="316680" cy="101374"/>
              <a:chOff x="5068275" y="3161675"/>
              <a:chExt cx="664875" cy="222850"/>
            </a:xfrm>
          </p:grpSpPr>
          <p:sp>
            <p:nvSpPr>
              <p:cNvPr id="756" name="Google Shape;756;p4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 name="Google Shape;760;p4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 name="Google Shape;789;p43"/>
            <p:cNvGrpSpPr/>
            <p:nvPr/>
          </p:nvGrpSpPr>
          <p:grpSpPr>
            <a:xfrm>
              <a:off x="3697513" y="2707266"/>
              <a:ext cx="59549" cy="79733"/>
              <a:chOff x="3586375" y="2281300"/>
              <a:chExt cx="125025" cy="175275"/>
            </a:xfrm>
          </p:grpSpPr>
          <p:sp>
            <p:nvSpPr>
              <p:cNvPr id="790" name="Google Shape;790;p4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 name="Google Shape;792;p4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 name="Google Shape;793;p43"/>
            <p:cNvGrpSpPr/>
            <p:nvPr/>
          </p:nvGrpSpPr>
          <p:grpSpPr>
            <a:xfrm>
              <a:off x="4513224" y="3221724"/>
              <a:ext cx="274563" cy="280321"/>
              <a:chOff x="5298975" y="3412225"/>
              <a:chExt cx="576450" cy="616225"/>
            </a:xfrm>
          </p:grpSpPr>
          <p:sp>
            <p:nvSpPr>
              <p:cNvPr id="794" name="Google Shape;794;p4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95" name="Google Shape;795;p4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43"/>
            <p:cNvGrpSpPr/>
            <p:nvPr/>
          </p:nvGrpSpPr>
          <p:grpSpPr>
            <a:xfrm>
              <a:off x="4824403" y="3421846"/>
              <a:ext cx="110132" cy="130647"/>
              <a:chOff x="5952300" y="3852150"/>
              <a:chExt cx="231225" cy="287200"/>
            </a:xfrm>
          </p:grpSpPr>
          <p:sp>
            <p:nvSpPr>
              <p:cNvPr id="797" name="Google Shape;797;p4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 name="Google Shape;799;p4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3"/>
            <p:cNvSpPr/>
            <p:nvPr/>
          </p:nvSpPr>
          <p:spPr>
            <a:xfrm>
              <a:off x="4442708" y="2990191"/>
              <a:ext cx="762" cy="967"/>
            </a:xfrm>
            <a:custGeom>
              <a:rect b="b" l="l" r="r" t="t"/>
              <a:pathLst>
                <a:path extrusionOk="0" h="85" w="64">
                  <a:moveTo>
                    <a:pt x="63" y="85"/>
                  </a:moveTo>
                  <a:lnTo>
                    <a:pt x="1" y="1"/>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 name="Google Shape;807;p43"/>
            <p:cNvGrpSpPr/>
            <p:nvPr/>
          </p:nvGrpSpPr>
          <p:grpSpPr>
            <a:xfrm>
              <a:off x="4295710" y="3079670"/>
              <a:ext cx="14968" cy="27135"/>
              <a:chOff x="4842300" y="3099950"/>
              <a:chExt cx="31425" cy="59650"/>
            </a:xfrm>
          </p:grpSpPr>
          <p:sp>
            <p:nvSpPr>
              <p:cNvPr id="808" name="Google Shape;808;p4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 name="Google Shape;812;p4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43"/>
            <p:cNvGrpSpPr/>
            <p:nvPr/>
          </p:nvGrpSpPr>
          <p:grpSpPr>
            <a:xfrm>
              <a:off x="3831056" y="2816010"/>
              <a:ext cx="37378" cy="27612"/>
              <a:chOff x="3866750" y="2520350"/>
              <a:chExt cx="78475" cy="60700"/>
            </a:xfrm>
          </p:grpSpPr>
          <p:sp>
            <p:nvSpPr>
              <p:cNvPr id="821" name="Google Shape;821;p4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 name="Google Shape;825;p4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42" name="Google Shape;842;p4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54" name="Google Shape;854;p4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 name="Google Shape;867;p43"/>
            <p:cNvGrpSpPr/>
            <p:nvPr/>
          </p:nvGrpSpPr>
          <p:grpSpPr>
            <a:xfrm>
              <a:off x="3632736" y="3051591"/>
              <a:ext cx="63288" cy="45217"/>
              <a:chOff x="3450375" y="3038225"/>
              <a:chExt cx="132875" cy="99400"/>
            </a:xfrm>
          </p:grpSpPr>
          <p:sp>
            <p:nvSpPr>
              <p:cNvPr id="868" name="Google Shape;868;p4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 name="Google Shape;870;p4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79" name="Google Shape;879;p4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9" name="Google Shape;889;p4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95" name="Google Shape;895;p4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3"/>
            <p:cNvSpPr/>
            <p:nvPr/>
          </p:nvSpPr>
          <p:spPr>
            <a:xfrm>
              <a:off x="4036853" y="2853608"/>
              <a:ext cx="1250" cy="1205"/>
            </a:xfrm>
            <a:custGeom>
              <a:rect b="b" l="l" r="r" t="t"/>
              <a:pathLst>
                <a:path extrusionOk="0" fill="none" h="106" w="105">
                  <a:moveTo>
                    <a:pt x="105" y="105"/>
                  </a:moveTo>
                  <a:lnTo>
                    <a:pt x="0" y="1"/>
                  </a:lnTo>
                </a:path>
              </a:pathLst>
            </a:custGeom>
            <a:solidFill>
              <a:srgbClr val="50325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43"/>
          <p:cNvGrpSpPr/>
          <p:nvPr/>
        </p:nvGrpSpPr>
        <p:grpSpPr>
          <a:xfrm>
            <a:off x="4725312" y="544080"/>
            <a:ext cx="3548666" cy="1964268"/>
            <a:chOff x="233350" y="949250"/>
            <a:chExt cx="7137300" cy="3802300"/>
          </a:xfrm>
        </p:grpSpPr>
        <p:sp>
          <p:nvSpPr>
            <p:cNvPr id="906" name="Google Shape;906;p4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43"/>
          <p:cNvGrpSpPr/>
          <p:nvPr/>
        </p:nvGrpSpPr>
        <p:grpSpPr>
          <a:xfrm>
            <a:off x="7726617" y="3097734"/>
            <a:ext cx="99863" cy="306916"/>
            <a:chOff x="7564426" y="3224343"/>
            <a:chExt cx="119985" cy="368801"/>
          </a:xfrm>
        </p:grpSpPr>
        <p:sp>
          <p:nvSpPr>
            <p:cNvPr id="958" name="Google Shape;958;p4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43"/>
          <p:cNvGrpSpPr/>
          <p:nvPr/>
        </p:nvGrpSpPr>
        <p:grpSpPr>
          <a:xfrm>
            <a:off x="7307879" y="3097560"/>
            <a:ext cx="170315" cy="307316"/>
            <a:chOff x="8370831" y="3202002"/>
            <a:chExt cx="218129" cy="382376"/>
          </a:xfrm>
        </p:grpSpPr>
        <p:sp>
          <p:nvSpPr>
            <p:cNvPr id="961" name="Google Shape;961;p4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43"/>
          <p:cNvGrpSpPr/>
          <p:nvPr/>
        </p:nvGrpSpPr>
        <p:grpSpPr>
          <a:xfrm>
            <a:off x="7627205" y="4023858"/>
            <a:ext cx="298688" cy="257800"/>
            <a:chOff x="6742064" y="3750480"/>
            <a:chExt cx="399315" cy="344560"/>
          </a:xfrm>
        </p:grpSpPr>
        <p:sp>
          <p:nvSpPr>
            <p:cNvPr id="964" name="Google Shape;964;p4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43"/>
          <p:cNvGrpSpPr/>
          <p:nvPr/>
        </p:nvGrpSpPr>
        <p:grpSpPr>
          <a:xfrm>
            <a:off x="8059131" y="3997448"/>
            <a:ext cx="198487" cy="309779"/>
            <a:chOff x="7248525" y="3739696"/>
            <a:chExt cx="230531" cy="359790"/>
          </a:xfrm>
        </p:grpSpPr>
        <p:sp>
          <p:nvSpPr>
            <p:cNvPr id="967" name="Google Shape;967;p4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43"/>
          <p:cNvGrpSpPr/>
          <p:nvPr/>
        </p:nvGrpSpPr>
        <p:grpSpPr>
          <a:xfrm>
            <a:off x="6933534" y="3097701"/>
            <a:ext cx="179433" cy="306927"/>
            <a:chOff x="7601242" y="3729267"/>
            <a:chExt cx="222566" cy="380803"/>
          </a:xfrm>
        </p:grpSpPr>
        <p:sp>
          <p:nvSpPr>
            <p:cNvPr id="970" name="Google Shape;970;p4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 name="Google Shape;972;p43"/>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973" name="Google Shape;973;p43"/>
          <p:cNvGrpSpPr/>
          <p:nvPr/>
        </p:nvGrpSpPr>
        <p:grpSpPr>
          <a:xfrm>
            <a:off x="7668940" y="3547538"/>
            <a:ext cx="215217" cy="306930"/>
            <a:chOff x="8304647" y="3738687"/>
            <a:chExt cx="225076" cy="320956"/>
          </a:xfrm>
        </p:grpSpPr>
        <p:sp>
          <p:nvSpPr>
            <p:cNvPr id="974" name="Google Shape;974;p4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43"/>
          <p:cNvGrpSpPr/>
          <p:nvPr/>
        </p:nvGrpSpPr>
        <p:grpSpPr>
          <a:xfrm>
            <a:off x="8059123" y="3547538"/>
            <a:ext cx="198502" cy="306930"/>
            <a:chOff x="8615101" y="3738687"/>
            <a:chExt cx="207573" cy="320956"/>
          </a:xfrm>
        </p:grpSpPr>
        <p:sp>
          <p:nvSpPr>
            <p:cNvPr id="978" name="Google Shape;978;p4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 name="Google Shape;981;p43"/>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 name="Google Shape;982;p43"/>
          <p:cNvGrpSpPr/>
          <p:nvPr/>
        </p:nvGrpSpPr>
        <p:grpSpPr>
          <a:xfrm>
            <a:off x="4746786" y="3701808"/>
            <a:ext cx="921718" cy="845049"/>
            <a:chOff x="6015419" y="3716859"/>
            <a:chExt cx="557671" cy="511283"/>
          </a:xfrm>
        </p:grpSpPr>
        <p:sp>
          <p:nvSpPr>
            <p:cNvPr id="983" name="Google Shape;983;p4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 name="Google Shape;984;p43"/>
            <p:cNvGrpSpPr/>
            <p:nvPr/>
          </p:nvGrpSpPr>
          <p:grpSpPr>
            <a:xfrm>
              <a:off x="6036094" y="3716980"/>
              <a:ext cx="529860" cy="510468"/>
              <a:chOff x="6036094" y="3716980"/>
              <a:chExt cx="529860" cy="510468"/>
            </a:xfrm>
          </p:grpSpPr>
          <p:sp>
            <p:nvSpPr>
              <p:cNvPr id="985" name="Google Shape;985;p4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5" name="Google Shape;995;p43"/>
          <p:cNvGrpSpPr/>
          <p:nvPr/>
        </p:nvGrpSpPr>
        <p:grpSpPr>
          <a:xfrm>
            <a:off x="5786208" y="2709006"/>
            <a:ext cx="952512" cy="846021"/>
            <a:chOff x="6644304" y="3073628"/>
            <a:chExt cx="576302" cy="511871"/>
          </a:xfrm>
        </p:grpSpPr>
        <p:sp>
          <p:nvSpPr>
            <p:cNvPr id="996" name="Google Shape;996;p4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 name="Google Shape;997;p43"/>
            <p:cNvGrpSpPr/>
            <p:nvPr/>
          </p:nvGrpSpPr>
          <p:grpSpPr>
            <a:xfrm>
              <a:off x="6712169" y="3085440"/>
              <a:ext cx="481622" cy="494913"/>
              <a:chOff x="6712169" y="3085440"/>
              <a:chExt cx="481622" cy="494913"/>
            </a:xfrm>
          </p:grpSpPr>
          <p:sp>
            <p:nvSpPr>
              <p:cNvPr id="998" name="Google Shape;998;p4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 name="Google Shape;1003;p4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43"/>
          <p:cNvGrpSpPr/>
          <p:nvPr/>
        </p:nvGrpSpPr>
        <p:grpSpPr>
          <a:xfrm>
            <a:off x="5799155" y="3701417"/>
            <a:ext cx="926610" cy="845163"/>
            <a:chOff x="6652137" y="3716623"/>
            <a:chExt cx="560631" cy="511352"/>
          </a:xfrm>
        </p:grpSpPr>
        <p:sp>
          <p:nvSpPr>
            <p:cNvPr id="1007" name="Google Shape;1007;p43"/>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 name="Google Shape;1008;p43"/>
            <p:cNvGrpSpPr/>
            <p:nvPr/>
          </p:nvGrpSpPr>
          <p:grpSpPr>
            <a:xfrm>
              <a:off x="6669657" y="3716715"/>
              <a:ext cx="466779" cy="464290"/>
              <a:chOff x="6669657" y="3716715"/>
              <a:chExt cx="466779" cy="464290"/>
            </a:xfrm>
          </p:grpSpPr>
          <p:sp>
            <p:nvSpPr>
              <p:cNvPr id="1009" name="Google Shape;1009;p4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22" name="Google Shape;1022;p43"/>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3"/>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 name="Google Shape;1024;p43"/>
          <p:cNvGrpSpPr/>
          <p:nvPr/>
        </p:nvGrpSpPr>
        <p:grpSpPr>
          <a:xfrm>
            <a:off x="4721468" y="2713339"/>
            <a:ext cx="971633" cy="846850"/>
            <a:chOff x="6000100" y="3076250"/>
            <a:chExt cx="587871" cy="512373"/>
          </a:xfrm>
        </p:grpSpPr>
        <p:sp>
          <p:nvSpPr>
            <p:cNvPr id="1025" name="Google Shape;1025;p4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 name="Google Shape;1026;p43"/>
            <p:cNvGrpSpPr/>
            <p:nvPr/>
          </p:nvGrpSpPr>
          <p:grpSpPr>
            <a:xfrm>
              <a:off x="6031360" y="3076713"/>
              <a:ext cx="539107" cy="480965"/>
              <a:chOff x="6031360" y="3076713"/>
              <a:chExt cx="539107" cy="480965"/>
            </a:xfrm>
          </p:grpSpPr>
          <p:sp>
            <p:nvSpPr>
              <p:cNvPr id="1027" name="Google Shape;1027;p4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 name="Google Shape;1034;p43"/>
          <p:cNvGrpSpPr/>
          <p:nvPr/>
        </p:nvGrpSpPr>
        <p:grpSpPr>
          <a:xfrm>
            <a:off x="870086" y="2643886"/>
            <a:ext cx="3548850" cy="1964628"/>
            <a:chOff x="238125" y="732525"/>
            <a:chExt cx="7130500" cy="4241425"/>
          </a:xfrm>
        </p:grpSpPr>
        <p:sp>
          <p:nvSpPr>
            <p:cNvPr id="1035" name="Google Shape;1035;p4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43"/>
          <p:cNvGrpSpPr/>
          <p:nvPr/>
        </p:nvGrpSpPr>
        <p:grpSpPr>
          <a:xfrm>
            <a:off x="7287063" y="4046391"/>
            <a:ext cx="211977" cy="211977"/>
            <a:chOff x="7810319" y="3921168"/>
            <a:chExt cx="216657" cy="216657"/>
          </a:xfrm>
        </p:grpSpPr>
        <p:grpSp>
          <p:nvGrpSpPr>
            <p:cNvPr id="1150" name="Google Shape;1150;p43"/>
            <p:cNvGrpSpPr/>
            <p:nvPr/>
          </p:nvGrpSpPr>
          <p:grpSpPr>
            <a:xfrm>
              <a:off x="7810319" y="3921168"/>
              <a:ext cx="216657" cy="216657"/>
              <a:chOff x="7592387" y="4175808"/>
              <a:chExt cx="275400" cy="275400"/>
            </a:xfrm>
          </p:grpSpPr>
          <p:sp>
            <p:nvSpPr>
              <p:cNvPr id="1151" name="Google Shape;1151;p43"/>
              <p:cNvSpPr/>
              <p:nvPr/>
            </p:nvSpPr>
            <p:spPr>
              <a:xfrm>
                <a:off x="7592387" y="4175808"/>
                <a:ext cx="275400" cy="2754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3"/>
              <p:cNvSpPr/>
              <p:nvPr/>
            </p:nvSpPr>
            <p:spPr>
              <a:xfrm>
                <a:off x="7629620" y="4213049"/>
                <a:ext cx="201000" cy="2010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 name="Google Shape;1153;p43"/>
            <p:cNvSpPr/>
            <p:nvPr/>
          </p:nvSpPr>
          <p:spPr>
            <a:xfrm>
              <a:off x="7882502" y="3992680"/>
              <a:ext cx="73800" cy="73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grpSp>
        <p:nvGrpSpPr>
          <p:cNvPr id="1158" name="Google Shape;1158;p44"/>
          <p:cNvGrpSpPr/>
          <p:nvPr/>
        </p:nvGrpSpPr>
        <p:grpSpPr>
          <a:xfrm>
            <a:off x="3415025" y="563200"/>
            <a:ext cx="1595286" cy="154800"/>
            <a:chOff x="3415025" y="563200"/>
            <a:chExt cx="1595286" cy="154800"/>
          </a:xfrm>
        </p:grpSpPr>
        <p:sp>
          <p:nvSpPr>
            <p:cNvPr id="1159" name="Google Shape;1159;p44"/>
            <p:cNvSpPr/>
            <p:nvPr/>
          </p:nvSpPr>
          <p:spPr>
            <a:xfrm>
              <a:off x="3415025"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60" name="Google Shape;1160;p44"/>
            <p:cNvSpPr/>
            <p:nvPr/>
          </p:nvSpPr>
          <p:spPr>
            <a:xfrm>
              <a:off x="3718596" y="563200"/>
              <a:ext cx="381000" cy="154800"/>
            </a:xfrm>
            <a:prstGeom prst="chevron">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61" name="Google Shape;1161;p44"/>
            <p:cNvSpPr/>
            <p:nvPr/>
          </p:nvSpPr>
          <p:spPr>
            <a:xfrm>
              <a:off x="4022168" y="563200"/>
              <a:ext cx="381000" cy="154800"/>
            </a:xfrm>
            <a:prstGeom prst="chevron">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62" name="Google Shape;1162;p44"/>
            <p:cNvSpPr/>
            <p:nvPr/>
          </p:nvSpPr>
          <p:spPr>
            <a:xfrm>
              <a:off x="4325739" y="563200"/>
              <a:ext cx="381000" cy="1548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63" name="Google Shape;1163;p44"/>
            <p:cNvSpPr/>
            <p:nvPr/>
          </p:nvSpPr>
          <p:spPr>
            <a:xfrm>
              <a:off x="4629311"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grpSp>
      <p:grpSp>
        <p:nvGrpSpPr>
          <p:cNvPr id="1164" name="Google Shape;1164;p44"/>
          <p:cNvGrpSpPr/>
          <p:nvPr/>
        </p:nvGrpSpPr>
        <p:grpSpPr>
          <a:xfrm>
            <a:off x="6848306" y="2172844"/>
            <a:ext cx="1572551" cy="372635"/>
            <a:chOff x="3417981" y="2143776"/>
            <a:chExt cx="1652186" cy="391506"/>
          </a:xfrm>
        </p:grpSpPr>
        <p:grpSp>
          <p:nvGrpSpPr>
            <p:cNvPr id="1165" name="Google Shape;1165;p44"/>
            <p:cNvGrpSpPr/>
            <p:nvPr/>
          </p:nvGrpSpPr>
          <p:grpSpPr>
            <a:xfrm>
              <a:off x="3417981" y="2143776"/>
              <a:ext cx="502587" cy="318177"/>
              <a:chOff x="3417981" y="2143776"/>
              <a:chExt cx="502587" cy="318177"/>
            </a:xfrm>
          </p:grpSpPr>
          <p:cxnSp>
            <p:nvCxnSpPr>
              <p:cNvPr id="1166" name="Google Shape;1166;p44"/>
              <p:cNvCxnSpPr>
                <a:endCxn id="1167" idx="2"/>
              </p:cNvCxnSpPr>
              <p:nvPr/>
            </p:nvCxnSpPr>
            <p:spPr>
              <a:xfrm>
                <a:off x="3651468" y="2345269"/>
                <a:ext cx="269100" cy="0"/>
              </a:xfrm>
              <a:prstGeom prst="straightConnector1">
                <a:avLst/>
              </a:prstGeom>
              <a:noFill/>
              <a:ln cap="flat" cmpd="sng" w="19050">
                <a:solidFill>
                  <a:srgbClr val="503259"/>
                </a:solidFill>
                <a:prstDash val="solid"/>
                <a:round/>
                <a:headEnd len="med" w="med" type="none"/>
                <a:tailEnd len="med" w="med" type="none"/>
              </a:ln>
            </p:spPr>
          </p:cxnSp>
          <p:cxnSp>
            <p:nvCxnSpPr>
              <p:cNvPr id="1168" name="Google Shape;1168;p44"/>
              <p:cNvCxnSpPr>
                <a:stCxn id="1169" idx="0"/>
              </p:cNvCxnSpPr>
              <p:nvPr/>
            </p:nvCxnSpPr>
            <p:spPr>
              <a:xfrm rot="10800000">
                <a:off x="3534651" y="2143776"/>
                <a:ext cx="0" cy="114600"/>
              </a:xfrm>
              <a:prstGeom prst="straightConnector1">
                <a:avLst/>
              </a:prstGeom>
              <a:noFill/>
              <a:ln cap="flat" cmpd="sng" w="19050">
                <a:solidFill>
                  <a:srgbClr val="22244E"/>
                </a:solidFill>
                <a:prstDash val="solid"/>
                <a:round/>
                <a:headEnd len="med" w="med" type="none"/>
                <a:tailEnd len="med" w="med" type="none"/>
              </a:ln>
            </p:spPr>
          </p:cxnSp>
          <p:sp>
            <p:nvSpPr>
              <p:cNvPr id="1170" name="Google Shape;1170;p44"/>
              <p:cNvSpPr/>
              <p:nvPr/>
            </p:nvSpPr>
            <p:spPr>
              <a:xfrm>
                <a:off x="3417981" y="2228553"/>
                <a:ext cx="233400" cy="233400"/>
              </a:xfrm>
              <a:prstGeom prst="ellipse">
                <a:avLst/>
              </a:prstGeom>
              <a:noFill/>
              <a:ln cap="flat" cmpd="sng" w="28575">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4"/>
              <p:cNvSpPr/>
              <p:nvPr/>
            </p:nvSpPr>
            <p:spPr>
              <a:xfrm>
                <a:off x="3447801" y="2258376"/>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44"/>
            <p:cNvGrpSpPr/>
            <p:nvPr/>
          </p:nvGrpSpPr>
          <p:grpSpPr>
            <a:xfrm>
              <a:off x="3890753" y="2228450"/>
              <a:ext cx="502800" cy="306832"/>
              <a:chOff x="3890753" y="2228450"/>
              <a:chExt cx="502800" cy="306832"/>
            </a:xfrm>
          </p:grpSpPr>
          <p:cxnSp>
            <p:nvCxnSpPr>
              <p:cNvPr id="1172" name="Google Shape;1172;p44"/>
              <p:cNvCxnSpPr>
                <a:stCxn id="1173" idx="6"/>
                <a:endCxn id="1174" idx="2"/>
              </p:cNvCxnSpPr>
              <p:nvPr/>
            </p:nvCxnSpPr>
            <p:spPr>
              <a:xfrm>
                <a:off x="4124453" y="2345300"/>
                <a:ext cx="269100" cy="0"/>
              </a:xfrm>
              <a:prstGeom prst="straightConnector1">
                <a:avLst/>
              </a:prstGeom>
              <a:noFill/>
              <a:ln cap="flat" cmpd="sng" w="19050">
                <a:solidFill>
                  <a:srgbClr val="765186"/>
                </a:solidFill>
                <a:prstDash val="solid"/>
                <a:round/>
                <a:headEnd len="med" w="med" type="none"/>
                <a:tailEnd len="med" w="med" type="none"/>
              </a:ln>
            </p:spPr>
          </p:cxnSp>
          <p:cxnSp>
            <p:nvCxnSpPr>
              <p:cNvPr id="1175" name="Google Shape;1175;p44"/>
              <p:cNvCxnSpPr/>
              <p:nvPr/>
            </p:nvCxnSpPr>
            <p:spPr>
              <a:xfrm>
                <a:off x="4007365" y="2432082"/>
                <a:ext cx="0" cy="103200"/>
              </a:xfrm>
              <a:prstGeom prst="straightConnector1">
                <a:avLst/>
              </a:prstGeom>
              <a:noFill/>
              <a:ln cap="flat" cmpd="sng" w="19050">
                <a:solidFill>
                  <a:srgbClr val="503259"/>
                </a:solidFill>
                <a:prstDash val="solid"/>
                <a:round/>
                <a:headEnd len="med" w="med" type="none"/>
                <a:tailEnd len="med" w="med" type="none"/>
              </a:ln>
            </p:spPr>
          </p:cxnSp>
          <p:sp>
            <p:nvSpPr>
              <p:cNvPr id="1173" name="Google Shape;1173;p44"/>
              <p:cNvSpPr/>
              <p:nvPr/>
            </p:nvSpPr>
            <p:spPr>
              <a:xfrm>
                <a:off x="3890753" y="2228450"/>
                <a:ext cx="233700" cy="233700"/>
              </a:xfrm>
              <a:prstGeom prst="ellipse">
                <a:avLst/>
              </a:prstGeom>
              <a:noFill/>
              <a:ln cap="flat" cmpd="sng" w="28575">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4"/>
              <p:cNvSpPr/>
              <p:nvPr/>
            </p:nvSpPr>
            <p:spPr>
              <a:xfrm>
                <a:off x="3920568" y="2258269"/>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44"/>
            <p:cNvGrpSpPr/>
            <p:nvPr/>
          </p:nvGrpSpPr>
          <p:grpSpPr>
            <a:xfrm>
              <a:off x="4363849" y="2143776"/>
              <a:ext cx="502800" cy="318177"/>
              <a:chOff x="4363849" y="2143776"/>
              <a:chExt cx="502800" cy="318177"/>
            </a:xfrm>
          </p:grpSpPr>
          <p:cxnSp>
            <p:nvCxnSpPr>
              <p:cNvPr id="1177" name="Google Shape;1177;p44"/>
              <p:cNvCxnSpPr>
                <a:stCxn id="1178" idx="6"/>
                <a:endCxn id="1179" idx="2"/>
              </p:cNvCxnSpPr>
              <p:nvPr/>
            </p:nvCxnSpPr>
            <p:spPr>
              <a:xfrm>
                <a:off x="4597249" y="2345253"/>
                <a:ext cx="269400" cy="0"/>
              </a:xfrm>
              <a:prstGeom prst="straightConnector1">
                <a:avLst/>
              </a:prstGeom>
              <a:noFill/>
              <a:ln cap="flat" cmpd="sng" w="19050">
                <a:solidFill>
                  <a:srgbClr val="B07CC6"/>
                </a:solidFill>
                <a:prstDash val="solid"/>
                <a:round/>
                <a:headEnd len="med" w="med" type="none"/>
                <a:tailEnd len="med" w="med" type="none"/>
              </a:ln>
            </p:spPr>
          </p:cxnSp>
          <p:cxnSp>
            <p:nvCxnSpPr>
              <p:cNvPr id="1180" name="Google Shape;1180;p44"/>
              <p:cNvCxnSpPr>
                <a:stCxn id="1174" idx="0"/>
              </p:cNvCxnSpPr>
              <p:nvPr/>
            </p:nvCxnSpPr>
            <p:spPr>
              <a:xfrm rot="10800000">
                <a:off x="4480518" y="2143776"/>
                <a:ext cx="0" cy="114600"/>
              </a:xfrm>
              <a:prstGeom prst="straightConnector1">
                <a:avLst/>
              </a:prstGeom>
              <a:noFill/>
              <a:ln cap="flat" cmpd="sng" w="19050">
                <a:solidFill>
                  <a:srgbClr val="765186"/>
                </a:solidFill>
                <a:prstDash val="solid"/>
                <a:round/>
                <a:headEnd len="med" w="med" type="none"/>
                <a:tailEnd len="med" w="med" type="none"/>
              </a:ln>
            </p:spPr>
          </p:cxnSp>
          <p:sp>
            <p:nvSpPr>
              <p:cNvPr id="1178" name="Google Shape;1178;p44"/>
              <p:cNvSpPr/>
              <p:nvPr/>
            </p:nvSpPr>
            <p:spPr>
              <a:xfrm>
                <a:off x="4363849" y="2228553"/>
                <a:ext cx="233400" cy="2334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4"/>
              <p:cNvSpPr/>
              <p:nvPr/>
            </p:nvSpPr>
            <p:spPr>
              <a:xfrm>
                <a:off x="4393668" y="2258376"/>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44"/>
            <p:cNvGrpSpPr/>
            <p:nvPr/>
          </p:nvGrpSpPr>
          <p:grpSpPr>
            <a:xfrm>
              <a:off x="4836768" y="2228553"/>
              <a:ext cx="233400" cy="306563"/>
              <a:chOff x="4836768" y="2228553"/>
              <a:chExt cx="233400" cy="306563"/>
            </a:xfrm>
          </p:grpSpPr>
          <p:cxnSp>
            <p:nvCxnSpPr>
              <p:cNvPr id="1182" name="Google Shape;1182;p44"/>
              <p:cNvCxnSpPr/>
              <p:nvPr/>
            </p:nvCxnSpPr>
            <p:spPr>
              <a:xfrm>
                <a:off x="4953531" y="2432216"/>
                <a:ext cx="0" cy="102900"/>
              </a:xfrm>
              <a:prstGeom prst="straightConnector1">
                <a:avLst/>
              </a:prstGeom>
              <a:noFill/>
              <a:ln cap="flat" cmpd="sng" w="19050">
                <a:solidFill>
                  <a:srgbClr val="B07CC6"/>
                </a:solidFill>
                <a:prstDash val="solid"/>
                <a:round/>
                <a:headEnd len="med" w="med" type="none"/>
                <a:tailEnd len="med" w="med" type="none"/>
              </a:ln>
            </p:spPr>
          </p:cxnSp>
          <p:sp>
            <p:nvSpPr>
              <p:cNvPr id="1183" name="Google Shape;1183;p44"/>
              <p:cNvSpPr/>
              <p:nvPr/>
            </p:nvSpPr>
            <p:spPr>
              <a:xfrm>
                <a:off x="4836768" y="2228553"/>
                <a:ext cx="233400" cy="233400"/>
              </a:xfrm>
              <a:prstGeom prst="ellipse">
                <a:avLst/>
              </a:prstGeom>
              <a:noFill/>
              <a:ln cap="flat" cmpd="sng" w="28575">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4"/>
              <p:cNvSpPr/>
              <p:nvPr/>
            </p:nvSpPr>
            <p:spPr>
              <a:xfrm>
                <a:off x="4866587" y="2258376"/>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4" name="Google Shape;1184;p44"/>
          <p:cNvGrpSpPr/>
          <p:nvPr/>
        </p:nvGrpSpPr>
        <p:grpSpPr>
          <a:xfrm>
            <a:off x="6838789" y="1191994"/>
            <a:ext cx="1581844" cy="732818"/>
            <a:chOff x="634175" y="2986275"/>
            <a:chExt cx="3147949" cy="1458344"/>
          </a:xfrm>
        </p:grpSpPr>
        <p:cxnSp>
          <p:nvCxnSpPr>
            <p:cNvPr id="1185" name="Google Shape;1185;p44"/>
            <p:cNvCxnSpPr>
              <a:stCxn id="1186" idx="4"/>
              <a:endCxn id="1187" idx="0"/>
            </p:cNvCxnSpPr>
            <p:nvPr/>
          </p:nvCxnSpPr>
          <p:spPr>
            <a:xfrm>
              <a:off x="929975" y="3577875"/>
              <a:ext cx="591300" cy="275100"/>
            </a:xfrm>
            <a:prstGeom prst="straightConnector1">
              <a:avLst/>
            </a:prstGeom>
            <a:noFill/>
            <a:ln cap="flat" cmpd="sng" w="19050">
              <a:solidFill>
                <a:srgbClr val="22244E"/>
              </a:solidFill>
              <a:prstDash val="solid"/>
              <a:round/>
              <a:headEnd len="med" w="med" type="none"/>
              <a:tailEnd len="med" w="med" type="none"/>
            </a:ln>
          </p:spPr>
        </p:cxnSp>
        <p:cxnSp>
          <p:nvCxnSpPr>
            <p:cNvPr id="1188" name="Google Shape;1188;p44"/>
            <p:cNvCxnSpPr>
              <a:stCxn id="1187" idx="0"/>
              <a:endCxn id="1189" idx="4"/>
            </p:cNvCxnSpPr>
            <p:nvPr/>
          </p:nvCxnSpPr>
          <p:spPr>
            <a:xfrm flipH="1" rot="10800000">
              <a:off x="1521366" y="3577919"/>
              <a:ext cx="686700" cy="275100"/>
            </a:xfrm>
            <a:prstGeom prst="straightConnector1">
              <a:avLst/>
            </a:prstGeom>
            <a:noFill/>
            <a:ln cap="flat" cmpd="sng" w="19050">
              <a:solidFill>
                <a:srgbClr val="503259"/>
              </a:solidFill>
              <a:prstDash val="solid"/>
              <a:round/>
              <a:headEnd len="med" w="med" type="none"/>
              <a:tailEnd len="med" w="med" type="none"/>
            </a:ln>
          </p:spPr>
        </p:cxnSp>
        <p:cxnSp>
          <p:nvCxnSpPr>
            <p:cNvPr id="1190" name="Google Shape;1190;p44"/>
            <p:cNvCxnSpPr>
              <a:stCxn id="1189" idx="4"/>
              <a:endCxn id="1191" idx="0"/>
            </p:cNvCxnSpPr>
            <p:nvPr/>
          </p:nvCxnSpPr>
          <p:spPr>
            <a:xfrm>
              <a:off x="2208152" y="3577875"/>
              <a:ext cx="686700" cy="275100"/>
            </a:xfrm>
            <a:prstGeom prst="straightConnector1">
              <a:avLst/>
            </a:prstGeom>
            <a:noFill/>
            <a:ln cap="flat" cmpd="sng" w="19050">
              <a:solidFill>
                <a:srgbClr val="765186"/>
              </a:solidFill>
              <a:prstDash val="solid"/>
              <a:round/>
              <a:headEnd len="med" w="med" type="none"/>
              <a:tailEnd len="med" w="med" type="none"/>
            </a:ln>
          </p:spPr>
        </p:cxnSp>
        <p:cxnSp>
          <p:nvCxnSpPr>
            <p:cNvPr id="1192" name="Google Shape;1192;p44"/>
            <p:cNvCxnSpPr>
              <a:stCxn id="1191" idx="0"/>
              <a:endCxn id="1193" idx="4"/>
            </p:cNvCxnSpPr>
            <p:nvPr/>
          </p:nvCxnSpPr>
          <p:spPr>
            <a:xfrm flipH="1" rot="10800000">
              <a:off x="2894933" y="3577918"/>
              <a:ext cx="591300" cy="275100"/>
            </a:xfrm>
            <a:prstGeom prst="straightConnector1">
              <a:avLst/>
            </a:prstGeom>
            <a:noFill/>
            <a:ln cap="flat" cmpd="sng" w="19050">
              <a:solidFill>
                <a:srgbClr val="B07CC6"/>
              </a:solidFill>
              <a:prstDash val="solid"/>
              <a:round/>
              <a:headEnd len="med" w="med" type="none"/>
              <a:tailEnd len="med" w="med" type="none"/>
            </a:ln>
          </p:spPr>
        </p:cxnSp>
        <p:sp>
          <p:nvSpPr>
            <p:cNvPr id="1193" name="Google Shape;1193;p44"/>
            <p:cNvSpPr/>
            <p:nvPr/>
          </p:nvSpPr>
          <p:spPr>
            <a:xfrm>
              <a:off x="3190524"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89" name="Google Shape;1189;p44"/>
            <p:cNvSpPr/>
            <p:nvPr/>
          </p:nvSpPr>
          <p:spPr>
            <a:xfrm>
              <a:off x="1912352" y="2986275"/>
              <a:ext cx="591600" cy="5916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86" name="Google Shape;1186;p44"/>
            <p:cNvSpPr/>
            <p:nvPr/>
          </p:nvSpPr>
          <p:spPr>
            <a:xfrm>
              <a:off x="634175"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1" name="Google Shape;1191;p44"/>
            <p:cNvSpPr/>
            <p:nvPr/>
          </p:nvSpPr>
          <p:spPr>
            <a:xfrm>
              <a:off x="2599133" y="3853018"/>
              <a:ext cx="591600" cy="5916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87" name="Google Shape;1187;p44"/>
            <p:cNvSpPr/>
            <p:nvPr/>
          </p:nvSpPr>
          <p:spPr>
            <a:xfrm>
              <a:off x="1225566" y="3853019"/>
              <a:ext cx="591600" cy="5916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94" name="Google Shape;1194;p44"/>
          <p:cNvGrpSpPr/>
          <p:nvPr/>
        </p:nvGrpSpPr>
        <p:grpSpPr>
          <a:xfrm>
            <a:off x="5238046" y="537481"/>
            <a:ext cx="1415678" cy="2044436"/>
            <a:chOff x="5267818" y="537481"/>
            <a:chExt cx="1415678" cy="2044436"/>
          </a:xfrm>
        </p:grpSpPr>
        <p:sp>
          <p:nvSpPr>
            <p:cNvPr id="1195" name="Google Shape;1195;p44"/>
            <p:cNvSpPr/>
            <p:nvPr/>
          </p:nvSpPr>
          <p:spPr>
            <a:xfrm>
              <a:off x="5267818" y="537481"/>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4"/>
            <p:cNvSpPr/>
            <p:nvPr/>
          </p:nvSpPr>
          <p:spPr>
            <a:xfrm>
              <a:off x="6258996" y="537481"/>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4"/>
            <p:cNvSpPr/>
            <p:nvPr/>
          </p:nvSpPr>
          <p:spPr>
            <a:xfrm>
              <a:off x="6258996" y="1347449"/>
              <a:ext cx="424500" cy="424500"/>
            </a:xfrm>
            <a:prstGeom prst="flowChartConnector">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8" name="Google Shape;1198;p44"/>
            <p:cNvCxnSpPr>
              <a:stCxn id="1195" idx="6"/>
              <a:endCxn id="1196" idx="2"/>
            </p:cNvCxnSpPr>
            <p:nvPr/>
          </p:nvCxnSpPr>
          <p:spPr>
            <a:xfrm>
              <a:off x="5692318" y="749731"/>
              <a:ext cx="566700" cy="600"/>
            </a:xfrm>
            <a:prstGeom prst="bentConnector3">
              <a:avLst>
                <a:gd fmla="val 49998" name="adj1"/>
              </a:avLst>
            </a:prstGeom>
            <a:noFill/>
            <a:ln cap="flat" cmpd="sng" w="19050">
              <a:solidFill>
                <a:srgbClr val="22244E"/>
              </a:solidFill>
              <a:prstDash val="solid"/>
              <a:round/>
              <a:headEnd len="med" w="med" type="none"/>
              <a:tailEnd len="med" w="med" type="none"/>
            </a:ln>
          </p:spPr>
        </p:cxnSp>
        <p:cxnSp>
          <p:nvCxnSpPr>
            <p:cNvPr id="1199" name="Google Shape;1199;p44"/>
            <p:cNvCxnSpPr>
              <a:stCxn id="1196" idx="4"/>
              <a:endCxn id="1200" idx="0"/>
            </p:cNvCxnSpPr>
            <p:nvPr/>
          </p:nvCxnSpPr>
          <p:spPr>
            <a:xfrm rot="5400000">
              <a:off x="5782896" y="659131"/>
              <a:ext cx="385500" cy="991200"/>
            </a:xfrm>
            <a:prstGeom prst="bentConnector3">
              <a:avLst>
                <a:gd fmla="val 49996" name="adj1"/>
              </a:avLst>
            </a:prstGeom>
            <a:noFill/>
            <a:ln cap="flat" cmpd="sng" w="19050">
              <a:solidFill>
                <a:srgbClr val="503259"/>
              </a:solidFill>
              <a:prstDash val="solid"/>
              <a:round/>
              <a:headEnd len="med" w="med" type="none"/>
              <a:tailEnd len="med" w="med" type="none"/>
            </a:ln>
          </p:spPr>
        </p:cxnSp>
        <p:cxnSp>
          <p:nvCxnSpPr>
            <p:cNvPr id="1201" name="Google Shape;1201;p44"/>
            <p:cNvCxnSpPr>
              <a:stCxn id="1200" idx="6"/>
              <a:endCxn id="1197" idx="2"/>
            </p:cNvCxnSpPr>
            <p:nvPr/>
          </p:nvCxnSpPr>
          <p:spPr>
            <a:xfrm>
              <a:off x="5692318" y="1559699"/>
              <a:ext cx="566700" cy="600"/>
            </a:xfrm>
            <a:prstGeom prst="bentConnector3">
              <a:avLst>
                <a:gd fmla="val 49998" name="adj1"/>
              </a:avLst>
            </a:prstGeom>
            <a:noFill/>
            <a:ln cap="flat" cmpd="sng" w="19050">
              <a:solidFill>
                <a:srgbClr val="765186"/>
              </a:solidFill>
              <a:prstDash val="solid"/>
              <a:round/>
              <a:headEnd len="med" w="med" type="none"/>
              <a:tailEnd len="med" w="med" type="none"/>
            </a:ln>
          </p:spPr>
        </p:cxnSp>
        <p:cxnSp>
          <p:nvCxnSpPr>
            <p:cNvPr id="1202" name="Google Shape;1202;p44"/>
            <p:cNvCxnSpPr>
              <a:stCxn id="1197" idx="4"/>
              <a:endCxn id="1203" idx="0"/>
            </p:cNvCxnSpPr>
            <p:nvPr/>
          </p:nvCxnSpPr>
          <p:spPr>
            <a:xfrm rot="5400000">
              <a:off x="5782896" y="1469099"/>
              <a:ext cx="385500" cy="991200"/>
            </a:xfrm>
            <a:prstGeom prst="bentConnector3">
              <a:avLst>
                <a:gd fmla="val 49996" name="adj1"/>
              </a:avLst>
            </a:prstGeom>
            <a:noFill/>
            <a:ln cap="flat" cmpd="sng" w="19050">
              <a:solidFill>
                <a:srgbClr val="B07CC6"/>
              </a:solidFill>
              <a:prstDash val="solid"/>
              <a:round/>
              <a:headEnd len="med" w="med" type="none"/>
              <a:tailEnd len="med" w="med" type="none"/>
            </a:ln>
          </p:spPr>
        </p:cxnSp>
        <p:sp>
          <p:nvSpPr>
            <p:cNvPr id="1200" name="Google Shape;1200;p44"/>
            <p:cNvSpPr/>
            <p:nvPr/>
          </p:nvSpPr>
          <p:spPr>
            <a:xfrm>
              <a:off x="5267818" y="1347449"/>
              <a:ext cx="424500" cy="424500"/>
            </a:xfrm>
            <a:prstGeom prst="flowChartConnector">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4"/>
            <p:cNvSpPr/>
            <p:nvPr/>
          </p:nvSpPr>
          <p:spPr>
            <a:xfrm>
              <a:off x="5267818" y="2157418"/>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4"/>
            <p:cNvSpPr/>
            <p:nvPr/>
          </p:nvSpPr>
          <p:spPr>
            <a:xfrm>
              <a:off x="6258996" y="2157418"/>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5" name="Google Shape;1205;p44"/>
            <p:cNvCxnSpPr>
              <a:endCxn id="1204" idx="2"/>
            </p:cNvCxnSpPr>
            <p:nvPr/>
          </p:nvCxnSpPr>
          <p:spPr>
            <a:xfrm>
              <a:off x="5691996" y="2369068"/>
              <a:ext cx="5670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grpSp>
        <p:nvGrpSpPr>
          <p:cNvPr id="1206" name="Google Shape;1206;p44"/>
          <p:cNvGrpSpPr/>
          <p:nvPr/>
        </p:nvGrpSpPr>
        <p:grpSpPr>
          <a:xfrm>
            <a:off x="5238286" y="2931807"/>
            <a:ext cx="1415438" cy="653529"/>
            <a:chOff x="1187400" y="2464355"/>
            <a:chExt cx="6769193" cy="2306846"/>
          </a:xfrm>
        </p:grpSpPr>
        <p:sp>
          <p:nvSpPr>
            <p:cNvPr id="1207" name="Google Shape;1207;p44"/>
            <p:cNvSpPr/>
            <p:nvPr/>
          </p:nvSpPr>
          <p:spPr>
            <a:xfrm>
              <a:off x="3802943" y="2464355"/>
              <a:ext cx="1538100" cy="442500"/>
            </a:xfrm>
            <a:prstGeom prst="roundRect">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208" name="Google Shape;1208;p44"/>
            <p:cNvSpPr/>
            <p:nvPr/>
          </p:nvSpPr>
          <p:spPr>
            <a:xfrm>
              <a:off x="5573240"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9" name="Google Shape;1209;p44"/>
            <p:cNvSpPr/>
            <p:nvPr/>
          </p:nvSpPr>
          <p:spPr>
            <a:xfrm>
              <a:off x="2032647"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10" name="Google Shape;1210;p44"/>
            <p:cNvSpPr/>
            <p:nvPr/>
          </p:nvSpPr>
          <p:spPr>
            <a:xfrm>
              <a:off x="11874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11" name="Google Shape;1211;p44"/>
            <p:cNvSpPr/>
            <p:nvPr/>
          </p:nvSpPr>
          <p:spPr>
            <a:xfrm>
              <a:off x="28778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12" name="Google Shape;1212;p44"/>
            <p:cNvSpPr/>
            <p:nvPr/>
          </p:nvSpPr>
          <p:spPr>
            <a:xfrm>
              <a:off x="47280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13" name="Google Shape;1213;p44"/>
            <p:cNvSpPr/>
            <p:nvPr/>
          </p:nvSpPr>
          <p:spPr>
            <a:xfrm>
              <a:off x="64184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214" name="Google Shape;1214;p44"/>
            <p:cNvCxnSpPr>
              <a:stCxn id="1207" idx="2"/>
              <a:endCxn id="1208" idx="0"/>
            </p:cNvCxnSpPr>
            <p:nvPr/>
          </p:nvCxnSpPr>
          <p:spPr>
            <a:xfrm flipH="1" rot="-5400000">
              <a:off x="5253443" y="2225405"/>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215" name="Google Shape;1215;p44"/>
            <p:cNvCxnSpPr>
              <a:stCxn id="1209" idx="0"/>
              <a:endCxn id="1207" idx="2"/>
            </p:cNvCxnSpPr>
            <p:nvPr/>
          </p:nvCxnSpPr>
          <p:spPr>
            <a:xfrm rot="-5400000">
              <a:off x="3483147" y="2225531"/>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216" name="Google Shape;1216;p44"/>
            <p:cNvCxnSpPr>
              <a:stCxn id="1209" idx="2"/>
              <a:endCxn id="1211" idx="0"/>
            </p:cNvCxnSpPr>
            <p:nvPr/>
          </p:nvCxnSpPr>
          <p:spPr>
            <a:xfrm flipH="1" rot="-5400000">
              <a:off x="2938347" y="362023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17" name="Google Shape;1217;p44"/>
            <p:cNvCxnSpPr>
              <a:stCxn id="1210" idx="0"/>
              <a:endCxn id="1209" idx="2"/>
            </p:cNvCxnSpPr>
            <p:nvPr/>
          </p:nvCxnSpPr>
          <p:spPr>
            <a:xfrm rot="-5400000">
              <a:off x="20931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18" name="Google Shape;1218;p44"/>
            <p:cNvCxnSpPr>
              <a:stCxn id="1208" idx="2"/>
              <a:endCxn id="1213" idx="0"/>
            </p:cNvCxnSpPr>
            <p:nvPr/>
          </p:nvCxnSpPr>
          <p:spPr>
            <a:xfrm flipH="1" rot="-5400000">
              <a:off x="6479090" y="3620081"/>
              <a:ext cx="571800" cy="8454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19" name="Google Shape;1219;p44"/>
            <p:cNvCxnSpPr>
              <a:stCxn id="1212" idx="0"/>
              <a:endCxn id="1208" idx="2"/>
            </p:cNvCxnSpPr>
            <p:nvPr/>
          </p:nvCxnSpPr>
          <p:spPr>
            <a:xfrm rot="-5400000">
              <a:off x="56337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grpSp>
      <p:grpSp>
        <p:nvGrpSpPr>
          <p:cNvPr id="1220" name="Google Shape;1220;p44"/>
          <p:cNvGrpSpPr/>
          <p:nvPr/>
        </p:nvGrpSpPr>
        <p:grpSpPr>
          <a:xfrm>
            <a:off x="722344" y="537474"/>
            <a:ext cx="2507605" cy="206262"/>
            <a:chOff x="725394" y="969857"/>
            <a:chExt cx="2507605" cy="206262"/>
          </a:xfrm>
        </p:grpSpPr>
        <p:grpSp>
          <p:nvGrpSpPr>
            <p:cNvPr id="1221" name="Google Shape;1221;p44"/>
            <p:cNvGrpSpPr/>
            <p:nvPr/>
          </p:nvGrpSpPr>
          <p:grpSpPr>
            <a:xfrm>
              <a:off x="725394" y="969857"/>
              <a:ext cx="609022" cy="123212"/>
              <a:chOff x="881025" y="2800065"/>
              <a:chExt cx="2009975" cy="412910"/>
            </a:xfrm>
          </p:grpSpPr>
          <p:sp>
            <p:nvSpPr>
              <p:cNvPr id="1222" name="Google Shape;1222;p44"/>
              <p:cNvSpPr/>
              <p:nvPr/>
            </p:nvSpPr>
            <p:spPr>
              <a:xfrm>
                <a:off x="932600" y="3079475"/>
                <a:ext cx="1958400" cy="1335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 name="Google Shape;1223;p44"/>
              <p:cNvGrpSpPr/>
              <p:nvPr/>
            </p:nvGrpSpPr>
            <p:grpSpPr>
              <a:xfrm>
                <a:off x="881025" y="2800065"/>
                <a:ext cx="92400" cy="346200"/>
                <a:chOff x="845575" y="2563700"/>
                <a:chExt cx="92400" cy="346200"/>
              </a:xfrm>
            </p:grpSpPr>
            <p:cxnSp>
              <p:nvCxnSpPr>
                <p:cNvPr id="1224" name="Google Shape;1224;p44"/>
                <p:cNvCxnSpPr>
                  <a:stCxn id="1225" idx="4"/>
                  <a:endCxn id="1222" idx="1"/>
                </p:cNvCxnSpPr>
                <p:nvPr/>
              </p:nvCxnSpPr>
              <p:spPr>
                <a:xfrm>
                  <a:off x="891775" y="2656100"/>
                  <a:ext cx="5400" cy="253800"/>
                </a:xfrm>
                <a:prstGeom prst="straightConnector1">
                  <a:avLst/>
                </a:prstGeom>
                <a:noFill/>
                <a:ln cap="flat" cmpd="sng" w="19050">
                  <a:solidFill>
                    <a:srgbClr val="22244E"/>
                  </a:solidFill>
                  <a:prstDash val="solid"/>
                  <a:round/>
                  <a:headEnd len="sm" w="sm" type="none"/>
                  <a:tailEnd len="sm" w="sm" type="none"/>
                </a:ln>
              </p:spPr>
            </p:cxnSp>
            <p:sp>
              <p:nvSpPr>
                <p:cNvPr id="1225" name="Google Shape;1225;p44"/>
                <p:cNvSpPr/>
                <p:nvPr/>
              </p:nvSpPr>
              <p:spPr>
                <a:xfrm>
                  <a:off x="845575" y="2563700"/>
                  <a:ext cx="92400" cy="924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6" name="Google Shape;1226;p44"/>
            <p:cNvGrpSpPr/>
            <p:nvPr/>
          </p:nvGrpSpPr>
          <p:grpSpPr>
            <a:xfrm>
              <a:off x="1321712" y="1053233"/>
              <a:ext cx="606085" cy="122886"/>
              <a:chOff x="2849073" y="3079475"/>
              <a:chExt cx="2000279" cy="411817"/>
            </a:xfrm>
          </p:grpSpPr>
          <p:sp>
            <p:nvSpPr>
              <p:cNvPr id="1227" name="Google Shape;1227;p44"/>
              <p:cNvSpPr/>
              <p:nvPr/>
            </p:nvSpPr>
            <p:spPr>
              <a:xfrm>
                <a:off x="2890952" y="3079475"/>
                <a:ext cx="1958400" cy="1335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 name="Google Shape;1228;p44"/>
              <p:cNvGrpSpPr/>
              <p:nvPr/>
            </p:nvGrpSpPr>
            <p:grpSpPr>
              <a:xfrm rot="10800000">
                <a:off x="2849073" y="3146292"/>
                <a:ext cx="92400" cy="345000"/>
                <a:chOff x="2070100" y="2563700"/>
                <a:chExt cx="92400" cy="345000"/>
              </a:xfrm>
            </p:grpSpPr>
            <p:cxnSp>
              <p:nvCxnSpPr>
                <p:cNvPr id="1229" name="Google Shape;1229;p44"/>
                <p:cNvCxnSpPr>
                  <a:stCxn id="1230" idx="4"/>
                  <a:endCxn id="1227" idx="1"/>
                </p:cNvCxnSpPr>
                <p:nvPr/>
              </p:nvCxnSpPr>
              <p:spPr>
                <a:xfrm>
                  <a:off x="2116300" y="2656100"/>
                  <a:ext cx="4200" cy="252600"/>
                </a:xfrm>
                <a:prstGeom prst="straightConnector1">
                  <a:avLst/>
                </a:prstGeom>
                <a:noFill/>
                <a:ln cap="flat" cmpd="sng" w="19050">
                  <a:solidFill>
                    <a:srgbClr val="503259"/>
                  </a:solidFill>
                  <a:prstDash val="solid"/>
                  <a:round/>
                  <a:headEnd len="sm" w="sm" type="none"/>
                  <a:tailEnd len="sm" w="sm" type="none"/>
                </a:ln>
              </p:spPr>
            </p:cxnSp>
            <p:sp>
              <p:nvSpPr>
                <p:cNvPr id="1230" name="Google Shape;1230;p44"/>
                <p:cNvSpPr/>
                <p:nvPr/>
              </p:nvSpPr>
              <p:spPr>
                <a:xfrm>
                  <a:off x="2070100" y="2563700"/>
                  <a:ext cx="92400" cy="924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 name="Google Shape;1231;p44"/>
            <p:cNvGrpSpPr/>
            <p:nvPr/>
          </p:nvGrpSpPr>
          <p:grpSpPr>
            <a:xfrm>
              <a:off x="1915363" y="969857"/>
              <a:ext cx="605814" cy="123212"/>
              <a:chOff x="4808316" y="2800065"/>
              <a:chExt cx="1999386" cy="412910"/>
            </a:xfrm>
          </p:grpSpPr>
          <p:sp>
            <p:nvSpPr>
              <p:cNvPr id="1232" name="Google Shape;1232;p44"/>
              <p:cNvSpPr/>
              <p:nvPr/>
            </p:nvSpPr>
            <p:spPr>
              <a:xfrm>
                <a:off x="4849302" y="3079475"/>
                <a:ext cx="1958400" cy="1335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 name="Google Shape;1233;p44"/>
              <p:cNvGrpSpPr/>
              <p:nvPr/>
            </p:nvGrpSpPr>
            <p:grpSpPr>
              <a:xfrm>
                <a:off x="4808316" y="2800065"/>
                <a:ext cx="92400" cy="346200"/>
                <a:chOff x="845575" y="2563700"/>
                <a:chExt cx="92400" cy="346200"/>
              </a:xfrm>
            </p:grpSpPr>
            <p:cxnSp>
              <p:nvCxnSpPr>
                <p:cNvPr id="1234" name="Google Shape;1234;p44"/>
                <p:cNvCxnSpPr>
                  <a:stCxn id="1235" idx="4"/>
                  <a:endCxn id="1227" idx="3"/>
                </p:cNvCxnSpPr>
                <p:nvPr/>
              </p:nvCxnSpPr>
              <p:spPr>
                <a:xfrm flipH="1">
                  <a:off x="886675" y="2656100"/>
                  <a:ext cx="5100" cy="253800"/>
                </a:xfrm>
                <a:prstGeom prst="straightConnector1">
                  <a:avLst/>
                </a:prstGeom>
                <a:noFill/>
                <a:ln cap="flat" cmpd="sng" w="19050">
                  <a:solidFill>
                    <a:srgbClr val="765186"/>
                  </a:solidFill>
                  <a:prstDash val="solid"/>
                  <a:round/>
                  <a:headEnd len="sm" w="sm" type="none"/>
                  <a:tailEnd len="sm" w="sm" type="none"/>
                </a:ln>
              </p:spPr>
            </p:cxnSp>
            <p:sp>
              <p:nvSpPr>
                <p:cNvPr id="1235" name="Google Shape;1235;p44"/>
                <p:cNvSpPr/>
                <p:nvPr/>
              </p:nvSpPr>
              <p:spPr>
                <a:xfrm>
                  <a:off x="845575" y="2563700"/>
                  <a:ext cx="92400" cy="924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6" name="Google Shape;1236;p44"/>
            <p:cNvGrpSpPr/>
            <p:nvPr/>
          </p:nvGrpSpPr>
          <p:grpSpPr>
            <a:xfrm>
              <a:off x="2506734" y="1053233"/>
              <a:ext cx="726265" cy="122886"/>
              <a:chOff x="6760035" y="3079475"/>
              <a:chExt cx="2396914" cy="411817"/>
            </a:xfrm>
          </p:grpSpPr>
          <p:sp>
            <p:nvSpPr>
              <p:cNvPr id="1237" name="Google Shape;1237;p44"/>
              <p:cNvSpPr/>
              <p:nvPr/>
            </p:nvSpPr>
            <p:spPr>
              <a:xfrm>
                <a:off x="6807650" y="3079475"/>
                <a:ext cx="2349300" cy="1335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 name="Google Shape;1238;p44"/>
              <p:cNvGrpSpPr/>
              <p:nvPr/>
            </p:nvGrpSpPr>
            <p:grpSpPr>
              <a:xfrm rot="10800000">
                <a:off x="6760035" y="3146292"/>
                <a:ext cx="92400" cy="345000"/>
                <a:chOff x="2070100" y="2563700"/>
                <a:chExt cx="92400" cy="345000"/>
              </a:xfrm>
            </p:grpSpPr>
            <p:cxnSp>
              <p:nvCxnSpPr>
                <p:cNvPr id="1239" name="Google Shape;1239;p44"/>
                <p:cNvCxnSpPr>
                  <a:stCxn id="1240" idx="4"/>
                  <a:endCxn id="1237" idx="1"/>
                </p:cNvCxnSpPr>
                <p:nvPr/>
              </p:nvCxnSpPr>
              <p:spPr>
                <a:xfrm flipH="1">
                  <a:off x="2114800" y="2656100"/>
                  <a:ext cx="1500" cy="252600"/>
                </a:xfrm>
                <a:prstGeom prst="straightConnector1">
                  <a:avLst/>
                </a:prstGeom>
                <a:noFill/>
                <a:ln cap="flat" cmpd="sng" w="19050">
                  <a:solidFill>
                    <a:srgbClr val="B07CC6"/>
                  </a:solidFill>
                  <a:prstDash val="solid"/>
                  <a:round/>
                  <a:headEnd len="sm" w="sm" type="none"/>
                  <a:tailEnd len="sm" w="sm" type="none"/>
                </a:ln>
              </p:spPr>
            </p:cxnSp>
            <p:sp>
              <p:nvSpPr>
                <p:cNvPr id="1240" name="Google Shape;1240;p44"/>
                <p:cNvSpPr/>
                <p:nvPr/>
              </p:nvSpPr>
              <p:spPr>
                <a:xfrm>
                  <a:off x="2070100" y="2563700"/>
                  <a:ext cx="92400" cy="924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41" name="Google Shape;1241;p44"/>
          <p:cNvGrpSpPr/>
          <p:nvPr/>
        </p:nvGrpSpPr>
        <p:grpSpPr>
          <a:xfrm>
            <a:off x="721175" y="1053226"/>
            <a:ext cx="1086848" cy="754219"/>
            <a:chOff x="724225" y="1019530"/>
            <a:chExt cx="1086848" cy="754219"/>
          </a:xfrm>
        </p:grpSpPr>
        <p:sp>
          <p:nvSpPr>
            <p:cNvPr id="1242" name="Google Shape;1242;p44"/>
            <p:cNvSpPr/>
            <p:nvPr/>
          </p:nvSpPr>
          <p:spPr>
            <a:xfrm>
              <a:off x="1733973" y="1019530"/>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43" name="Google Shape;1243;p44"/>
            <p:cNvSpPr/>
            <p:nvPr/>
          </p:nvSpPr>
          <p:spPr>
            <a:xfrm>
              <a:off x="1733973" y="121179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44" name="Google Shape;1244;p44"/>
            <p:cNvSpPr/>
            <p:nvPr/>
          </p:nvSpPr>
          <p:spPr>
            <a:xfrm>
              <a:off x="1733973" y="147094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45" name="Google Shape;1245;p44"/>
            <p:cNvSpPr/>
            <p:nvPr/>
          </p:nvSpPr>
          <p:spPr>
            <a:xfrm>
              <a:off x="1733973" y="169664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46" name="Google Shape;1246;p44"/>
            <p:cNvSpPr/>
            <p:nvPr/>
          </p:nvSpPr>
          <p:spPr>
            <a:xfrm>
              <a:off x="1244849" y="1571196"/>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47" name="Google Shape;1247;p44"/>
            <p:cNvSpPr/>
            <p:nvPr/>
          </p:nvSpPr>
          <p:spPr>
            <a:xfrm>
              <a:off x="1244850" y="1103061"/>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48" name="Google Shape;1248;p44"/>
            <p:cNvSpPr/>
            <p:nvPr/>
          </p:nvSpPr>
          <p:spPr>
            <a:xfrm>
              <a:off x="724225" y="1328956"/>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49" name="Google Shape;1249;p44"/>
            <p:cNvSpPr/>
            <p:nvPr/>
          </p:nvSpPr>
          <p:spPr>
            <a:xfrm rot="5400000">
              <a:off x="1663025" y="1039030"/>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50" name="Google Shape;1250;p44"/>
            <p:cNvSpPr/>
            <p:nvPr/>
          </p:nvSpPr>
          <p:spPr>
            <a:xfrm rot="5400000">
              <a:off x="1663025" y="1231291"/>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51" name="Google Shape;1251;p44"/>
            <p:cNvSpPr/>
            <p:nvPr/>
          </p:nvSpPr>
          <p:spPr>
            <a:xfrm rot="5400000">
              <a:off x="1663025" y="1490453"/>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52" name="Google Shape;1252;p44"/>
            <p:cNvSpPr/>
            <p:nvPr/>
          </p:nvSpPr>
          <p:spPr>
            <a:xfrm rot="5400000">
              <a:off x="1663025" y="1716149"/>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53" name="Google Shape;1253;p44"/>
            <p:cNvCxnSpPr>
              <a:stCxn id="1248" idx="6"/>
              <a:endCxn id="1254" idx="3"/>
            </p:cNvCxnSpPr>
            <p:nvPr/>
          </p:nvCxnSpPr>
          <p:spPr>
            <a:xfrm flipH="1" rot="10800000">
              <a:off x="858025" y="1154356"/>
              <a:ext cx="318000" cy="241500"/>
            </a:xfrm>
            <a:prstGeom prst="curvedConnector3">
              <a:avLst>
                <a:gd fmla="val 49976" name="adj1"/>
              </a:avLst>
            </a:prstGeom>
            <a:noFill/>
            <a:ln cap="flat" cmpd="sng" w="19050">
              <a:solidFill>
                <a:srgbClr val="503259"/>
              </a:solidFill>
              <a:prstDash val="solid"/>
              <a:round/>
              <a:headEnd len="med" w="med" type="none"/>
              <a:tailEnd len="med" w="med" type="none"/>
            </a:ln>
          </p:spPr>
        </p:cxnSp>
        <p:cxnSp>
          <p:nvCxnSpPr>
            <p:cNvPr id="1255" name="Google Shape;1255;p44"/>
            <p:cNvCxnSpPr>
              <a:stCxn id="1248" idx="6"/>
              <a:endCxn id="1256" idx="3"/>
            </p:cNvCxnSpPr>
            <p:nvPr/>
          </p:nvCxnSpPr>
          <p:spPr>
            <a:xfrm>
              <a:off x="858025" y="1395856"/>
              <a:ext cx="318000" cy="226500"/>
            </a:xfrm>
            <a:prstGeom prst="curvedConnector3">
              <a:avLst>
                <a:gd fmla="val 49976" name="adj1"/>
              </a:avLst>
            </a:prstGeom>
            <a:noFill/>
            <a:ln cap="flat" cmpd="sng" w="19050">
              <a:solidFill>
                <a:srgbClr val="503259"/>
              </a:solidFill>
              <a:prstDash val="solid"/>
              <a:round/>
              <a:headEnd len="med" w="med" type="none"/>
              <a:tailEnd len="med" w="med" type="none"/>
            </a:ln>
          </p:spPr>
        </p:cxnSp>
        <p:sp>
          <p:nvSpPr>
            <p:cNvPr id="1256" name="Google Shape;1256;p44"/>
            <p:cNvSpPr/>
            <p:nvPr/>
          </p:nvSpPr>
          <p:spPr>
            <a:xfrm rot="5400000">
              <a:off x="1172875" y="1603296"/>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54" name="Google Shape;1254;p44"/>
            <p:cNvSpPr/>
            <p:nvPr/>
          </p:nvSpPr>
          <p:spPr>
            <a:xfrm rot="5400000">
              <a:off x="1172875" y="1135162"/>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57" name="Google Shape;1257;p44"/>
            <p:cNvCxnSpPr>
              <a:stCxn id="1247" idx="6"/>
              <a:endCxn id="1249" idx="3"/>
            </p:cNvCxnSpPr>
            <p:nvPr/>
          </p:nvCxnSpPr>
          <p:spPr>
            <a:xfrm flipH="1" rot="10800000">
              <a:off x="1347150" y="1058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58" name="Google Shape;1258;p44"/>
            <p:cNvCxnSpPr>
              <a:stCxn id="1247" idx="6"/>
              <a:endCxn id="1250" idx="3"/>
            </p:cNvCxnSpPr>
            <p:nvPr/>
          </p:nvCxnSpPr>
          <p:spPr>
            <a:xfrm>
              <a:off x="1347150" y="1154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59" name="Google Shape;1259;p44"/>
            <p:cNvCxnSpPr>
              <a:stCxn id="1246" idx="6"/>
              <a:endCxn id="1251" idx="3"/>
            </p:cNvCxnSpPr>
            <p:nvPr/>
          </p:nvCxnSpPr>
          <p:spPr>
            <a:xfrm flipH="1" rot="10800000">
              <a:off x="1347149" y="15095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60" name="Google Shape;1260;p44"/>
            <p:cNvCxnSpPr>
              <a:stCxn id="1246" idx="6"/>
              <a:endCxn id="1252" idx="3"/>
            </p:cNvCxnSpPr>
            <p:nvPr/>
          </p:nvCxnSpPr>
          <p:spPr>
            <a:xfrm>
              <a:off x="1347149" y="16223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grpSp>
      <p:grpSp>
        <p:nvGrpSpPr>
          <p:cNvPr id="1261" name="Google Shape;1261;p44"/>
          <p:cNvGrpSpPr/>
          <p:nvPr/>
        </p:nvGrpSpPr>
        <p:grpSpPr>
          <a:xfrm>
            <a:off x="2140050" y="1054267"/>
            <a:ext cx="1086848" cy="752138"/>
            <a:chOff x="2143100" y="1328013"/>
            <a:chExt cx="1086848" cy="752138"/>
          </a:xfrm>
        </p:grpSpPr>
        <p:sp>
          <p:nvSpPr>
            <p:cNvPr id="1262" name="Google Shape;1262;p44"/>
            <p:cNvSpPr/>
            <p:nvPr/>
          </p:nvSpPr>
          <p:spPr>
            <a:xfrm>
              <a:off x="3152848" y="134061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3" name="Google Shape;1263;p44"/>
            <p:cNvSpPr/>
            <p:nvPr/>
          </p:nvSpPr>
          <p:spPr>
            <a:xfrm>
              <a:off x="3152848" y="155722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4" name="Google Shape;1264;p44"/>
            <p:cNvSpPr/>
            <p:nvPr/>
          </p:nvSpPr>
          <p:spPr>
            <a:xfrm>
              <a:off x="3152848" y="177382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5" name="Google Shape;1265;p44"/>
            <p:cNvSpPr/>
            <p:nvPr/>
          </p:nvSpPr>
          <p:spPr>
            <a:xfrm>
              <a:off x="3152848" y="1990438"/>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6" name="Google Shape;1266;p44"/>
            <p:cNvSpPr/>
            <p:nvPr/>
          </p:nvSpPr>
          <p:spPr>
            <a:xfrm>
              <a:off x="2477249" y="1977850"/>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7" name="Google Shape;1267;p44"/>
            <p:cNvSpPr/>
            <p:nvPr/>
          </p:nvSpPr>
          <p:spPr>
            <a:xfrm>
              <a:off x="2477250" y="1328013"/>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68" name="Google Shape;1268;p44"/>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4"/>
            <p:cNvSpPr/>
            <p:nvPr/>
          </p:nvSpPr>
          <p:spPr>
            <a:xfrm>
              <a:off x="2143100" y="1641919"/>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70" name="Google Shape;1270;p44"/>
            <p:cNvCxnSpPr>
              <a:stCxn id="1269" idx="0"/>
              <a:endCxn id="1267" idx="2"/>
            </p:cNvCxnSpPr>
            <p:nvPr/>
          </p:nvCxnSpPr>
          <p:spPr>
            <a:xfrm rot="-5400000">
              <a:off x="2212250" y="1376869"/>
              <a:ext cx="262800" cy="267300"/>
            </a:xfrm>
            <a:prstGeom prst="bentConnector2">
              <a:avLst/>
            </a:prstGeom>
            <a:noFill/>
            <a:ln cap="flat" cmpd="sng" w="19050">
              <a:solidFill>
                <a:srgbClr val="503259"/>
              </a:solidFill>
              <a:prstDash val="solid"/>
              <a:round/>
              <a:headEnd len="med" w="med" type="none"/>
              <a:tailEnd len="med" w="med" type="none"/>
            </a:ln>
          </p:spPr>
        </p:cxnSp>
        <p:cxnSp>
          <p:nvCxnSpPr>
            <p:cNvPr id="1271" name="Google Shape;1271;p44"/>
            <p:cNvCxnSpPr>
              <a:stCxn id="1269" idx="4"/>
              <a:endCxn id="1266" idx="2"/>
            </p:cNvCxnSpPr>
            <p:nvPr/>
          </p:nvCxnSpPr>
          <p:spPr>
            <a:xfrm flipH="1" rot="-5400000">
              <a:off x="2217050" y="1768669"/>
              <a:ext cx="253200" cy="267300"/>
            </a:xfrm>
            <a:prstGeom prst="bentConnector2">
              <a:avLst/>
            </a:prstGeom>
            <a:noFill/>
            <a:ln cap="flat" cmpd="sng" w="19050">
              <a:solidFill>
                <a:srgbClr val="503259"/>
              </a:solidFill>
              <a:prstDash val="solid"/>
              <a:round/>
              <a:headEnd len="med" w="med" type="none"/>
              <a:tailEnd len="med" w="med" type="none"/>
            </a:ln>
          </p:spPr>
        </p:cxnSp>
        <p:cxnSp>
          <p:nvCxnSpPr>
            <p:cNvPr id="1272" name="Google Shape;1272;p44"/>
            <p:cNvCxnSpPr>
              <a:stCxn id="1266" idx="6"/>
              <a:endCxn id="1265" idx="2"/>
            </p:cNvCxnSpPr>
            <p:nvPr/>
          </p:nvCxnSpPr>
          <p:spPr>
            <a:xfrm>
              <a:off x="2579549" y="2029000"/>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73" name="Google Shape;1273;p44"/>
            <p:cNvCxnSpPr>
              <a:stCxn id="1266" idx="6"/>
              <a:endCxn id="1264" idx="2"/>
            </p:cNvCxnSpPr>
            <p:nvPr/>
          </p:nvCxnSpPr>
          <p:spPr>
            <a:xfrm flipH="1" rot="10800000">
              <a:off x="2579549" y="1812400"/>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74" name="Google Shape;1274;p44"/>
            <p:cNvCxnSpPr>
              <a:stCxn id="1267" idx="6"/>
              <a:endCxn id="1263" idx="2"/>
            </p:cNvCxnSpPr>
            <p:nvPr/>
          </p:nvCxnSpPr>
          <p:spPr>
            <a:xfrm>
              <a:off x="2579550" y="1379163"/>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275" name="Google Shape;1275;p44"/>
            <p:cNvCxnSpPr>
              <a:stCxn id="1267" idx="6"/>
              <a:endCxn id="1262" idx="2"/>
            </p:cNvCxnSpPr>
            <p:nvPr/>
          </p:nvCxnSpPr>
          <p:spPr>
            <a:xfrm>
              <a:off x="2579550" y="1379163"/>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grpSp>
      <p:grpSp>
        <p:nvGrpSpPr>
          <p:cNvPr id="1276" name="Google Shape;1276;p44"/>
          <p:cNvGrpSpPr/>
          <p:nvPr/>
        </p:nvGrpSpPr>
        <p:grpSpPr>
          <a:xfrm>
            <a:off x="3448271" y="1051252"/>
            <a:ext cx="1572470" cy="758168"/>
            <a:chOff x="3406121" y="972084"/>
            <a:chExt cx="1572470" cy="758168"/>
          </a:xfrm>
        </p:grpSpPr>
        <p:grpSp>
          <p:nvGrpSpPr>
            <p:cNvPr id="1277" name="Google Shape;1277;p44"/>
            <p:cNvGrpSpPr/>
            <p:nvPr/>
          </p:nvGrpSpPr>
          <p:grpSpPr>
            <a:xfrm>
              <a:off x="3406121" y="972084"/>
              <a:ext cx="408247" cy="496945"/>
              <a:chOff x="3406121" y="1290134"/>
              <a:chExt cx="408247" cy="496945"/>
            </a:xfrm>
          </p:grpSpPr>
          <p:cxnSp>
            <p:nvCxnSpPr>
              <p:cNvPr id="1278" name="Google Shape;1278;p44"/>
              <p:cNvCxnSpPr>
                <a:stCxn id="1279" idx="6"/>
                <a:endCxn id="1280" idx="2"/>
              </p:cNvCxnSpPr>
              <p:nvPr/>
            </p:nvCxnSpPr>
            <p:spPr>
              <a:xfrm>
                <a:off x="3607721" y="1686278"/>
                <a:ext cx="185700" cy="0"/>
              </a:xfrm>
              <a:prstGeom prst="straightConnector1">
                <a:avLst/>
              </a:prstGeom>
              <a:noFill/>
              <a:ln cap="flat" cmpd="sng" w="19050">
                <a:solidFill>
                  <a:srgbClr val="22244E"/>
                </a:solidFill>
                <a:prstDash val="solid"/>
                <a:round/>
                <a:headEnd len="med" w="med" type="none"/>
                <a:tailEnd len="med" w="med" type="none"/>
              </a:ln>
            </p:spPr>
          </p:cxnSp>
          <p:cxnSp>
            <p:nvCxnSpPr>
              <p:cNvPr id="1281" name="Google Shape;1281;p44"/>
              <p:cNvCxnSpPr>
                <a:stCxn id="1279" idx="0"/>
                <a:endCxn id="1282" idx="1"/>
              </p:cNvCxnSpPr>
              <p:nvPr/>
            </p:nvCxnSpPr>
            <p:spPr>
              <a:xfrm rot="10800000">
                <a:off x="3506921" y="1343678"/>
                <a:ext cx="0" cy="241800"/>
              </a:xfrm>
              <a:prstGeom prst="straightConnector1">
                <a:avLst/>
              </a:prstGeom>
              <a:noFill/>
              <a:ln cap="flat" cmpd="sng" w="19050">
                <a:solidFill>
                  <a:srgbClr val="22244E"/>
                </a:solidFill>
                <a:prstDash val="solid"/>
                <a:round/>
                <a:headEnd len="med" w="med" type="none"/>
                <a:tailEnd len="med" w="med" type="none"/>
              </a:ln>
            </p:spPr>
          </p:cxnSp>
          <p:sp>
            <p:nvSpPr>
              <p:cNvPr id="1282" name="Google Shape;1282;p44"/>
              <p:cNvSpPr/>
              <p:nvPr/>
            </p:nvSpPr>
            <p:spPr>
              <a:xfrm>
                <a:off x="3506869" y="1290134"/>
                <a:ext cx="307500" cy="107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4"/>
              <p:cNvSpPr/>
              <p:nvPr/>
            </p:nvSpPr>
            <p:spPr>
              <a:xfrm>
                <a:off x="3406121" y="1585478"/>
                <a:ext cx="201600" cy="2016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83" name="Google Shape;1283;p44"/>
            <p:cNvCxnSpPr>
              <a:stCxn id="1284" idx="1"/>
              <a:endCxn id="1285" idx="4"/>
            </p:cNvCxnSpPr>
            <p:nvPr/>
          </p:nvCxnSpPr>
          <p:spPr>
            <a:xfrm rot="10800000">
              <a:off x="4668929" y="1468927"/>
              <a:ext cx="0" cy="191400"/>
            </a:xfrm>
            <a:prstGeom prst="straightConnector1">
              <a:avLst/>
            </a:prstGeom>
            <a:noFill/>
            <a:ln cap="flat" cmpd="sng" w="19050">
              <a:solidFill>
                <a:srgbClr val="B07CC6"/>
              </a:solidFill>
              <a:prstDash val="solid"/>
              <a:round/>
              <a:headEnd len="med" w="med" type="none"/>
              <a:tailEnd len="med" w="med" type="none"/>
            </a:ln>
          </p:spPr>
        </p:cxnSp>
        <p:grpSp>
          <p:nvGrpSpPr>
            <p:cNvPr id="1286" name="Google Shape;1286;p44"/>
            <p:cNvGrpSpPr/>
            <p:nvPr/>
          </p:nvGrpSpPr>
          <p:grpSpPr>
            <a:xfrm>
              <a:off x="3793478" y="1267428"/>
              <a:ext cx="408275" cy="462823"/>
              <a:chOff x="3793478" y="1585478"/>
              <a:chExt cx="408275" cy="462823"/>
            </a:xfrm>
          </p:grpSpPr>
          <p:cxnSp>
            <p:nvCxnSpPr>
              <p:cNvPr id="1287" name="Google Shape;1287;p44"/>
              <p:cNvCxnSpPr>
                <a:stCxn id="1288" idx="1"/>
                <a:endCxn id="1280" idx="4"/>
              </p:cNvCxnSpPr>
              <p:nvPr/>
            </p:nvCxnSpPr>
            <p:spPr>
              <a:xfrm rot="10800000">
                <a:off x="3894253" y="1787152"/>
                <a:ext cx="0" cy="207600"/>
              </a:xfrm>
              <a:prstGeom prst="straightConnector1">
                <a:avLst/>
              </a:prstGeom>
              <a:noFill/>
              <a:ln cap="flat" cmpd="sng" w="19050">
                <a:solidFill>
                  <a:srgbClr val="503259"/>
                </a:solidFill>
                <a:prstDash val="solid"/>
                <a:round/>
                <a:headEnd len="med" w="med" type="none"/>
                <a:tailEnd len="med" w="med" type="none"/>
              </a:ln>
            </p:spPr>
          </p:cxnSp>
          <p:sp>
            <p:nvSpPr>
              <p:cNvPr id="1288" name="Google Shape;1288;p44"/>
              <p:cNvSpPr/>
              <p:nvPr/>
            </p:nvSpPr>
            <p:spPr>
              <a:xfrm>
                <a:off x="3894253" y="1941202"/>
                <a:ext cx="307500" cy="107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a:off x="3793478" y="1585478"/>
                <a:ext cx="201600" cy="2016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9" name="Google Shape;1289;p44"/>
              <p:cNvCxnSpPr>
                <a:stCxn id="1280" idx="6"/>
                <a:endCxn id="1290" idx="2"/>
              </p:cNvCxnSpPr>
              <p:nvPr/>
            </p:nvCxnSpPr>
            <p:spPr>
              <a:xfrm>
                <a:off x="3995078" y="1686278"/>
                <a:ext cx="185700" cy="600"/>
              </a:xfrm>
              <a:prstGeom prst="bentConnector3">
                <a:avLst>
                  <a:gd fmla="val 50015" name="adj1"/>
                </a:avLst>
              </a:prstGeom>
              <a:noFill/>
              <a:ln cap="flat" cmpd="sng" w="19050">
                <a:solidFill>
                  <a:srgbClr val="503259"/>
                </a:solidFill>
                <a:prstDash val="solid"/>
                <a:round/>
                <a:headEnd len="med" w="med" type="none"/>
                <a:tailEnd len="med" w="med" type="none"/>
              </a:ln>
            </p:spPr>
          </p:cxnSp>
        </p:grpSp>
        <p:grpSp>
          <p:nvGrpSpPr>
            <p:cNvPr id="1291" name="Google Shape;1291;p44"/>
            <p:cNvGrpSpPr/>
            <p:nvPr/>
          </p:nvGrpSpPr>
          <p:grpSpPr>
            <a:xfrm>
              <a:off x="4180835" y="972084"/>
              <a:ext cx="408283" cy="496945"/>
              <a:chOff x="4180835" y="1290134"/>
              <a:chExt cx="408283" cy="496945"/>
            </a:xfrm>
          </p:grpSpPr>
          <p:cxnSp>
            <p:nvCxnSpPr>
              <p:cNvPr id="1292" name="Google Shape;1292;p44"/>
              <p:cNvCxnSpPr>
                <a:stCxn id="1290" idx="0"/>
                <a:endCxn id="1293" idx="1"/>
              </p:cNvCxnSpPr>
              <p:nvPr/>
            </p:nvCxnSpPr>
            <p:spPr>
              <a:xfrm rot="10800000">
                <a:off x="4281635" y="1343678"/>
                <a:ext cx="0" cy="241800"/>
              </a:xfrm>
              <a:prstGeom prst="straightConnector1">
                <a:avLst/>
              </a:prstGeom>
              <a:noFill/>
              <a:ln cap="flat" cmpd="sng" w="19050">
                <a:solidFill>
                  <a:srgbClr val="765186"/>
                </a:solidFill>
                <a:prstDash val="solid"/>
                <a:round/>
                <a:headEnd len="med" w="med" type="none"/>
                <a:tailEnd len="med" w="med" type="none"/>
              </a:ln>
            </p:spPr>
          </p:cxnSp>
          <p:sp>
            <p:nvSpPr>
              <p:cNvPr id="1293" name="Google Shape;1293;p44"/>
              <p:cNvSpPr/>
              <p:nvPr/>
            </p:nvSpPr>
            <p:spPr>
              <a:xfrm>
                <a:off x="4281617" y="1290134"/>
                <a:ext cx="307500" cy="107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4"/>
              <p:cNvSpPr/>
              <p:nvPr/>
            </p:nvSpPr>
            <p:spPr>
              <a:xfrm>
                <a:off x="4180835" y="1585478"/>
                <a:ext cx="201600" cy="2016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4" name="Google Shape;1294;p44"/>
              <p:cNvCxnSpPr>
                <a:stCxn id="1290" idx="6"/>
                <a:endCxn id="1285" idx="2"/>
              </p:cNvCxnSpPr>
              <p:nvPr/>
            </p:nvCxnSpPr>
            <p:spPr>
              <a:xfrm>
                <a:off x="4382435" y="1686278"/>
                <a:ext cx="185700" cy="0"/>
              </a:xfrm>
              <a:prstGeom prst="straightConnector1">
                <a:avLst/>
              </a:prstGeom>
              <a:noFill/>
              <a:ln cap="flat" cmpd="sng" w="19050">
                <a:solidFill>
                  <a:srgbClr val="765186"/>
                </a:solidFill>
                <a:prstDash val="solid"/>
                <a:round/>
                <a:headEnd len="med" w="med" type="none"/>
                <a:tailEnd len="med" w="med" type="none"/>
              </a:ln>
            </p:spPr>
          </p:cxnSp>
        </p:grpSp>
        <p:grpSp>
          <p:nvGrpSpPr>
            <p:cNvPr id="1295" name="Google Shape;1295;p44"/>
            <p:cNvGrpSpPr/>
            <p:nvPr/>
          </p:nvGrpSpPr>
          <p:grpSpPr>
            <a:xfrm>
              <a:off x="4568191" y="1267428"/>
              <a:ext cx="410400" cy="446448"/>
              <a:chOff x="4568191" y="1585478"/>
              <a:chExt cx="410400" cy="446448"/>
            </a:xfrm>
          </p:grpSpPr>
          <p:sp>
            <p:nvSpPr>
              <p:cNvPr id="1284" name="Google Shape;1284;p44"/>
              <p:cNvSpPr/>
              <p:nvPr/>
            </p:nvSpPr>
            <p:spPr>
              <a:xfrm>
                <a:off x="4668929" y="1924827"/>
                <a:ext cx="307500" cy="107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4"/>
              <p:cNvSpPr/>
              <p:nvPr/>
            </p:nvSpPr>
            <p:spPr>
              <a:xfrm>
                <a:off x="4568191" y="1585478"/>
                <a:ext cx="201600" cy="2016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6" name="Google Shape;1296;p44"/>
              <p:cNvCxnSpPr>
                <a:stCxn id="1285" idx="6"/>
              </p:cNvCxnSpPr>
              <p:nvPr/>
            </p:nvCxnSpPr>
            <p:spPr>
              <a:xfrm>
                <a:off x="4769791" y="1686278"/>
                <a:ext cx="208800" cy="0"/>
              </a:xfrm>
              <a:prstGeom prst="straightConnector1">
                <a:avLst/>
              </a:prstGeom>
              <a:noFill/>
              <a:ln cap="flat" cmpd="sng" w="19050">
                <a:solidFill>
                  <a:srgbClr val="B07CC6"/>
                </a:solidFill>
                <a:prstDash val="solid"/>
                <a:round/>
                <a:headEnd len="med" w="med" type="none"/>
                <a:tailEnd len="med" w="med" type="triangle"/>
              </a:ln>
            </p:spPr>
          </p:cxnSp>
        </p:grpSp>
      </p:grpSp>
      <p:grpSp>
        <p:nvGrpSpPr>
          <p:cNvPr id="1297" name="Google Shape;1297;p44"/>
          <p:cNvGrpSpPr/>
          <p:nvPr/>
        </p:nvGrpSpPr>
        <p:grpSpPr>
          <a:xfrm>
            <a:off x="6848925" y="563127"/>
            <a:ext cx="1581844" cy="380835"/>
            <a:chOff x="6848925" y="1387771"/>
            <a:chExt cx="1581844" cy="380835"/>
          </a:xfrm>
        </p:grpSpPr>
        <p:sp>
          <p:nvSpPr>
            <p:cNvPr id="1298" name="Google Shape;1298;p44"/>
            <p:cNvSpPr/>
            <p:nvPr/>
          </p:nvSpPr>
          <p:spPr>
            <a:xfrm>
              <a:off x="6848925" y="1387771"/>
              <a:ext cx="267600" cy="231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99" name="Google Shape;1299;p44"/>
            <p:cNvSpPr/>
            <p:nvPr/>
          </p:nvSpPr>
          <p:spPr>
            <a:xfrm>
              <a:off x="7177486" y="1536707"/>
              <a:ext cx="267600" cy="231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00" name="Google Shape;1300;p44"/>
            <p:cNvCxnSpPr>
              <a:stCxn id="1298" idx="0"/>
              <a:endCxn id="1299" idx="3"/>
            </p:cNvCxnSpPr>
            <p:nvPr/>
          </p:nvCxnSpPr>
          <p:spPr>
            <a:xfrm>
              <a:off x="7116525" y="1503721"/>
              <a:ext cx="60900" cy="148800"/>
            </a:xfrm>
            <a:prstGeom prst="bentConnector3">
              <a:avLst>
                <a:gd fmla="val 50050" name="adj1"/>
              </a:avLst>
            </a:prstGeom>
            <a:noFill/>
            <a:ln cap="flat" cmpd="sng" w="19050">
              <a:solidFill>
                <a:srgbClr val="22244E"/>
              </a:solidFill>
              <a:prstDash val="solid"/>
              <a:round/>
              <a:headEnd len="med" w="med" type="none"/>
              <a:tailEnd len="med" w="med" type="none"/>
            </a:ln>
          </p:spPr>
        </p:cxnSp>
        <p:sp>
          <p:nvSpPr>
            <p:cNvPr id="1301" name="Google Shape;1301;p44"/>
            <p:cNvSpPr/>
            <p:nvPr/>
          </p:nvSpPr>
          <p:spPr>
            <a:xfrm>
              <a:off x="7506047" y="1387771"/>
              <a:ext cx="267600" cy="231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02" name="Google Shape;1302;p44"/>
            <p:cNvSpPr/>
            <p:nvPr/>
          </p:nvSpPr>
          <p:spPr>
            <a:xfrm>
              <a:off x="8163169" y="1387771"/>
              <a:ext cx="267600" cy="231900"/>
            </a:xfrm>
            <a:prstGeom prst="hexagon">
              <a:avLst>
                <a:gd fmla="val 25000" name="adj"/>
                <a:gd fmla="val 115470" name="vf"/>
              </a:avLst>
            </a:prstGeom>
            <a:solidFill>
              <a:srgbClr val="22244E"/>
            </a:solidFill>
            <a:ln cap="flat" cmpd="sng" w="9525">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03" name="Google Shape;1303;p44"/>
            <p:cNvSpPr/>
            <p:nvPr/>
          </p:nvSpPr>
          <p:spPr>
            <a:xfrm>
              <a:off x="7834608" y="1536707"/>
              <a:ext cx="267600" cy="231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04" name="Google Shape;1304;p44"/>
            <p:cNvCxnSpPr>
              <a:stCxn id="1299" idx="0"/>
              <a:endCxn id="1301" idx="3"/>
            </p:cNvCxnSpPr>
            <p:nvPr/>
          </p:nvCxnSpPr>
          <p:spPr>
            <a:xfrm flipH="1" rot="10800000">
              <a:off x="7445086" y="1503857"/>
              <a:ext cx="60900" cy="148800"/>
            </a:xfrm>
            <a:prstGeom prst="bentConnector3">
              <a:avLst>
                <a:gd fmla="val 50050" name="adj1"/>
              </a:avLst>
            </a:prstGeom>
            <a:noFill/>
            <a:ln cap="flat" cmpd="sng" w="19050">
              <a:solidFill>
                <a:srgbClr val="503259"/>
              </a:solidFill>
              <a:prstDash val="solid"/>
              <a:round/>
              <a:headEnd len="med" w="med" type="none"/>
              <a:tailEnd len="med" w="med" type="none"/>
            </a:ln>
          </p:spPr>
        </p:cxnSp>
        <p:cxnSp>
          <p:nvCxnSpPr>
            <p:cNvPr id="1305" name="Google Shape;1305;p44"/>
            <p:cNvCxnSpPr>
              <a:stCxn id="1301" idx="0"/>
              <a:endCxn id="1303" idx="3"/>
            </p:cNvCxnSpPr>
            <p:nvPr/>
          </p:nvCxnSpPr>
          <p:spPr>
            <a:xfrm>
              <a:off x="7773647" y="1503721"/>
              <a:ext cx="60900" cy="148800"/>
            </a:xfrm>
            <a:prstGeom prst="bentConnector3">
              <a:avLst>
                <a:gd fmla="val 50050" name="adj1"/>
              </a:avLst>
            </a:prstGeom>
            <a:noFill/>
            <a:ln cap="flat" cmpd="sng" w="19050">
              <a:solidFill>
                <a:srgbClr val="765186"/>
              </a:solidFill>
              <a:prstDash val="solid"/>
              <a:round/>
              <a:headEnd len="med" w="med" type="none"/>
              <a:tailEnd len="med" w="med" type="none"/>
            </a:ln>
          </p:spPr>
        </p:cxnSp>
        <p:cxnSp>
          <p:nvCxnSpPr>
            <p:cNvPr id="1306" name="Google Shape;1306;p44"/>
            <p:cNvCxnSpPr>
              <a:stCxn id="1303" idx="0"/>
              <a:endCxn id="1302" idx="3"/>
            </p:cNvCxnSpPr>
            <p:nvPr/>
          </p:nvCxnSpPr>
          <p:spPr>
            <a:xfrm flipH="1" rot="10800000">
              <a:off x="8102208" y="1503857"/>
              <a:ext cx="60900" cy="148800"/>
            </a:xfrm>
            <a:prstGeom prst="bentConnector3">
              <a:avLst>
                <a:gd fmla="val 50050" name="adj1"/>
              </a:avLst>
            </a:prstGeom>
            <a:noFill/>
            <a:ln cap="flat" cmpd="sng" w="19050">
              <a:solidFill>
                <a:srgbClr val="B07CC6"/>
              </a:solidFill>
              <a:prstDash val="solid"/>
              <a:round/>
              <a:headEnd len="med" w="med" type="none"/>
              <a:tailEnd len="med" w="med" type="none"/>
            </a:ln>
          </p:spPr>
        </p:cxnSp>
      </p:grpSp>
      <p:grpSp>
        <p:nvGrpSpPr>
          <p:cNvPr id="1307" name="Google Shape;1307;p44"/>
          <p:cNvGrpSpPr/>
          <p:nvPr/>
        </p:nvGrpSpPr>
        <p:grpSpPr>
          <a:xfrm>
            <a:off x="3465691" y="2116927"/>
            <a:ext cx="1572426" cy="1468410"/>
            <a:chOff x="2219300" y="2070193"/>
            <a:chExt cx="1009000" cy="942255"/>
          </a:xfrm>
        </p:grpSpPr>
        <p:sp>
          <p:nvSpPr>
            <p:cNvPr id="1308" name="Google Shape;1308;p44"/>
            <p:cNvSpPr/>
            <p:nvPr/>
          </p:nvSpPr>
          <p:spPr>
            <a:xfrm>
              <a:off x="2476897" y="2448592"/>
              <a:ext cx="493800" cy="212400"/>
            </a:xfrm>
            <a:prstGeom prst="roundRect">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09" name="Google Shape;1309;p44"/>
            <p:cNvSpPr/>
            <p:nvPr/>
          </p:nvSpPr>
          <p:spPr>
            <a:xfrm>
              <a:off x="22193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0" name="Google Shape;1310;p44"/>
            <p:cNvSpPr/>
            <p:nvPr/>
          </p:nvSpPr>
          <p:spPr>
            <a:xfrm>
              <a:off x="260785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1" name="Google Shape;1311;p44"/>
            <p:cNvSpPr/>
            <p:nvPr/>
          </p:nvSpPr>
          <p:spPr>
            <a:xfrm>
              <a:off x="29964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2" name="Google Shape;1312;p44"/>
            <p:cNvSpPr/>
            <p:nvPr/>
          </p:nvSpPr>
          <p:spPr>
            <a:xfrm>
              <a:off x="22193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3" name="Google Shape;1313;p44"/>
            <p:cNvSpPr/>
            <p:nvPr/>
          </p:nvSpPr>
          <p:spPr>
            <a:xfrm>
              <a:off x="260785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14" name="Google Shape;1314;p44"/>
            <p:cNvSpPr/>
            <p:nvPr/>
          </p:nvSpPr>
          <p:spPr>
            <a:xfrm>
              <a:off x="29964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15" name="Google Shape;1315;p44"/>
            <p:cNvCxnSpPr>
              <a:stCxn id="1312" idx="0"/>
              <a:endCxn id="1308" idx="2"/>
            </p:cNvCxnSpPr>
            <p:nvPr/>
          </p:nvCxnSpPr>
          <p:spPr>
            <a:xfrm rot="-5400000">
              <a:off x="24696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16" name="Google Shape;1316;p44"/>
            <p:cNvCxnSpPr>
              <a:stCxn id="1313" idx="0"/>
              <a:endCxn id="1308" idx="2"/>
            </p:cNvCxnSpPr>
            <p:nvPr/>
          </p:nvCxnSpPr>
          <p:spPr>
            <a:xfrm rot="-5400000">
              <a:off x="2664100" y="2720547"/>
              <a:ext cx="119700" cy="3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17" name="Google Shape;1317;p44"/>
            <p:cNvCxnSpPr>
              <a:stCxn id="1314" idx="0"/>
              <a:endCxn id="1308" idx="2"/>
            </p:cNvCxnSpPr>
            <p:nvPr/>
          </p:nvCxnSpPr>
          <p:spPr>
            <a:xfrm flipH="1" rot="5400000">
              <a:off x="28582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18" name="Google Shape;1318;p44"/>
            <p:cNvCxnSpPr>
              <a:stCxn id="1309" idx="2"/>
              <a:endCxn id="1308" idx="0"/>
            </p:cNvCxnSpPr>
            <p:nvPr/>
          </p:nvCxnSpPr>
          <p:spPr>
            <a:xfrm flipH="1" rot="-5400000">
              <a:off x="24563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319" name="Google Shape;1319;p44"/>
            <p:cNvCxnSpPr>
              <a:stCxn id="1310" idx="2"/>
              <a:endCxn id="1308" idx="0"/>
            </p:cNvCxnSpPr>
            <p:nvPr/>
          </p:nvCxnSpPr>
          <p:spPr>
            <a:xfrm flipH="1" rot="-5400000">
              <a:off x="2650750" y="2375143"/>
              <a:ext cx="146400" cy="3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320" name="Google Shape;1320;p44"/>
            <p:cNvCxnSpPr>
              <a:stCxn id="1311" idx="2"/>
              <a:endCxn id="1308" idx="0"/>
            </p:cNvCxnSpPr>
            <p:nvPr/>
          </p:nvCxnSpPr>
          <p:spPr>
            <a:xfrm rot="5400000">
              <a:off x="28449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grpSp>
      <p:grpSp>
        <p:nvGrpSpPr>
          <p:cNvPr id="1321" name="Google Shape;1321;p44"/>
          <p:cNvGrpSpPr/>
          <p:nvPr/>
        </p:nvGrpSpPr>
        <p:grpSpPr>
          <a:xfrm>
            <a:off x="6833476" y="2793506"/>
            <a:ext cx="1592486" cy="250093"/>
            <a:chOff x="6833476" y="2830651"/>
            <a:chExt cx="1592486" cy="250093"/>
          </a:xfrm>
        </p:grpSpPr>
        <p:sp>
          <p:nvSpPr>
            <p:cNvPr id="1322" name="Google Shape;1322;p44"/>
            <p:cNvSpPr/>
            <p:nvPr/>
          </p:nvSpPr>
          <p:spPr>
            <a:xfrm>
              <a:off x="6833476" y="2830651"/>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4"/>
            <p:cNvSpPr/>
            <p:nvPr/>
          </p:nvSpPr>
          <p:spPr>
            <a:xfrm>
              <a:off x="7306243" y="2906744"/>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4"/>
            <p:cNvSpPr/>
            <p:nvPr/>
          </p:nvSpPr>
          <p:spPr>
            <a:xfrm>
              <a:off x="7779343" y="2830651"/>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4"/>
            <p:cNvSpPr/>
            <p:nvPr/>
          </p:nvSpPr>
          <p:spPr>
            <a:xfrm>
              <a:off x="8252262" y="2906851"/>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6" name="Google Shape;1326;p44"/>
            <p:cNvCxnSpPr>
              <a:stCxn id="1322" idx="6"/>
              <a:endCxn id="1323" idx="2"/>
            </p:cNvCxnSpPr>
            <p:nvPr/>
          </p:nvCxnSpPr>
          <p:spPr>
            <a:xfrm>
              <a:off x="7007176" y="2917501"/>
              <a:ext cx="299100" cy="76200"/>
            </a:xfrm>
            <a:prstGeom prst="curvedConnector3">
              <a:avLst>
                <a:gd fmla="val 49994" name="adj1"/>
              </a:avLst>
            </a:prstGeom>
            <a:noFill/>
            <a:ln cap="flat" cmpd="sng" w="19050">
              <a:solidFill>
                <a:srgbClr val="22244E"/>
              </a:solidFill>
              <a:prstDash val="solid"/>
              <a:round/>
              <a:headEnd len="med" w="med" type="none"/>
              <a:tailEnd len="med" w="med" type="none"/>
            </a:ln>
          </p:spPr>
        </p:cxnSp>
        <p:cxnSp>
          <p:nvCxnSpPr>
            <p:cNvPr id="1327" name="Google Shape;1327;p44"/>
            <p:cNvCxnSpPr>
              <a:stCxn id="1323" idx="6"/>
              <a:endCxn id="1324" idx="2"/>
            </p:cNvCxnSpPr>
            <p:nvPr/>
          </p:nvCxnSpPr>
          <p:spPr>
            <a:xfrm flipH="1" rot="10800000">
              <a:off x="7480243" y="2917544"/>
              <a:ext cx="299100" cy="76200"/>
            </a:xfrm>
            <a:prstGeom prst="curvedConnector3">
              <a:avLst>
                <a:gd fmla="val 50000" name="adj1"/>
              </a:avLst>
            </a:prstGeom>
            <a:noFill/>
            <a:ln cap="flat" cmpd="sng" w="19050">
              <a:solidFill>
                <a:srgbClr val="503259"/>
              </a:solidFill>
              <a:prstDash val="solid"/>
              <a:round/>
              <a:headEnd len="med" w="med" type="none"/>
              <a:tailEnd len="med" w="med" type="none"/>
            </a:ln>
          </p:spPr>
        </p:cxnSp>
        <p:cxnSp>
          <p:nvCxnSpPr>
            <p:cNvPr id="1328" name="Google Shape;1328;p44"/>
            <p:cNvCxnSpPr>
              <a:stCxn id="1324" idx="6"/>
              <a:endCxn id="1325" idx="2"/>
            </p:cNvCxnSpPr>
            <p:nvPr/>
          </p:nvCxnSpPr>
          <p:spPr>
            <a:xfrm>
              <a:off x="7953043" y="2917501"/>
              <a:ext cx="299100" cy="76200"/>
            </a:xfrm>
            <a:prstGeom prst="curvedConnector3">
              <a:avLst>
                <a:gd fmla="val 50020" name="adj1"/>
              </a:avLst>
            </a:prstGeom>
            <a:noFill/>
            <a:ln cap="flat" cmpd="sng" w="19050">
              <a:solidFill>
                <a:srgbClr val="765186"/>
              </a:solidFill>
              <a:prstDash val="solid"/>
              <a:round/>
              <a:headEnd len="med" w="med" type="none"/>
              <a:tailEnd len="med" w="med" type="none"/>
            </a:ln>
          </p:spPr>
        </p:cxnSp>
      </p:grpSp>
      <p:grpSp>
        <p:nvGrpSpPr>
          <p:cNvPr id="1329" name="Google Shape;1329;p44"/>
          <p:cNvGrpSpPr/>
          <p:nvPr/>
        </p:nvGrpSpPr>
        <p:grpSpPr>
          <a:xfrm>
            <a:off x="722334" y="2116997"/>
            <a:ext cx="2507630" cy="1468266"/>
            <a:chOff x="722459" y="2026426"/>
            <a:chExt cx="2507630" cy="1468266"/>
          </a:xfrm>
        </p:grpSpPr>
        <p:sp>
          <p:nvSpPr>
            <p:cNvPr id="1330" name="Google Shape;1330;p44"/>
            <p:cNvSpPr/>
            <p:nvPr/>
          </p:nvSpPr>
          <p:spPr>
            <a:xfrm>
              <a:off x="1610539" y="2397143"/>
              <a:ext cx="726600" cy="7266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331" name="Google Shape;1331;p44"/>
            <p:cNvGrpSpPr/>
            <p:nvPr/>
          </p:nvGrpSpPr>
          <p:grpSpPr>
            <a:xfrm>
              <a:off x="1729857" y="2506271"/>
              <a:ext cx="488119" cy="508407"/>
              <a:chOff x="-165066" y="3843615"/>
              <a:chExt cx="221259" cy="230455"/>
            </a:xfrm>
          </p:grpSpPr>
          <p:sp>
            <p:nvSpPr>
              <p:cNvPr id="1332" name="Google Shape;1332;p4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4"/>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4"/>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4"/>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4"/>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 name="Google Shape;1352;p44"/>
            <p:cNvSpPr/>
            <p:nvPr/>
          </p:nvSpPr>
          <p:spPr>
            <a:xfrm>
              <a:off x="1233059" y="2026426"/>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53" name="Google Shape;1353;p44"/>
            <p:cNvSpPr/>
            <p:nvPr/>
          </p:nvSpPr>
          <p:spPr>
            <a:xfrm>
              <a:off x="1176682" y="3209693"/>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54" name="Google Shape;1354;p44"/>
            <p:cNvSpPr/>
            <p:nvPr/>
          </p:nvSpPr>
          <p:spPr>
            <a:xfrm>
              <a:off x="894422"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55" name="Google Shape;1355;p44"/>
            <p:cNvSpPr/>
            <p:nvPr/>
          </p:nvSpPr>
          <p:spPr>
            <a:xfrm>
              <a:off x="894422"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56" name="Google Shape;1356;p44"/>
            <p:cNvSpPr/>
            <p:nvPr/>
          </p:nvSpPr>
          <p:spPr>
            <a:xfrm>
              <a:off x="1776211" y="238478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57" name="Google Shape;1357;p44"/>
            <p:cNvSpPr/>
            <p:nvPr/>
          </p:nvSpPr>
          <p:spPr>
            <a:xfrm>
              <a:off x="1776211" y="304515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58" name="Google Shape;1358;p44"/>
            <p:cNvSpPr/>
            <p:nvPr/>
          </p:nvSpPr>
          <p:spPr>
            <a:xfrm>
              <a:off x="2080600" y="238478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59" name="Google Shape;1359;p44"/>
            <p:cNvSpPr/>
            <p:nvPr/>
          </p:nvSpPr>
          <p:spPr>
            <a:xfrm>
              <a:off x="2080600" y="304515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0" name="Google Shape;1360;p44"/>
            <p:cNvSpPr/>
            <p:nvPr/>
          </p:nvSpPr>
          <p:spPr>
            <a:xfrm>
              <a:off x="1566251"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1" name="Google Shape;1361;p44"/>
            <p:cNvSpPr/>
            <p:nvPr/>
          </p:nvSpPr>
          <p:spPr>
            <a:xfrm>
              <a:off x="2290478"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62" name="Google Shape;1362;p44"/>
            <p:cNvSpPr/>
            <p:nvPr/>
          </p:nvSpPr>
          <p:spPr>
            <a:xfrm flipH="1">
              <a:off x="2226589" y="2026426"/>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63" name="Google Shape;1363;p44"/>
            <p:cNvSpPr/>
            <p:nvPr/>
          </p:nvSpPr>
          <p:spPr>
            <a:xfrm flipH="1">
              <a:off x="2282966" y="3209693"/>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64" name="Google Shape;1364;p44"/>
            <p:cNvSpPr/>
            <p:nvPr/>
          </p:nvSpPr>
          <p:spPr>
            <a:xfrm flipH="1">
              <a:off x="2565227"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65" name="Google Shape;1365;p44"/>
            <p:cNvSpPr/>
            <p:nvPr/>
          </p:nvSpPr>
          <p:spPr>
            <a:xfrm flipH="1">
              <a:off x="2565227"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366" name="Google Shape;1366;p44"/>
            <p:cNvCxnSpPr>
              <a:stCxn id="1352" idx="3"/>
              <a:endCxn id="1356" idx="0"/>
            </p:cNvCxnSpPr>
            <p:nvPr/>
          </p:nvCxnSpPr>
          <p:spPr>
            <a:xfrm>
              <a:off x="1721159" y="2168926"/>
              <a:ext cx="100500" cy="216000"/>
            </a:xfrm>
            <a:prstGeom prst="bentConnector2">
              <a:avLst/>
            </a:prstGeom>
            <a:noFill/>
            <a:ln cap="flat" cmpd="sng" w="19050">
              <a:solidFill>
                <a:srgbClr val="22244E"/>
              </a:solidFill>
              <a:prstDash val="solid"/>
              <a:round/>
              <a:headEnd len="med" w="med" type="none"/>
              <a:tailEnd len="med" w="med" type="none"/>
            </a:ln>
          </p:spPr>
        </p:cxnSp>
        <p:cxnSp>
          <p:nvCxnSpPr>
            <p:cNvPr id="1367" name="Google Shape;1367;p44"/>
            <p:cNvCxnSpPr>
              <a:stCxn id="1358" idx="0"/>
              <a:endCxn id="1362" idx="3"/>
            </p:cNvCxnSpPr>
            <p:nvPr/>
          </p:nvCxnSpPr>
          <p:spPr>
            <a:xfrm rot="-5400000">
              <a:off x="2068300" y="2226533"/>
              <a:ext cx="216000" cy="100500"/>
            </a:xfrm>
            <a:prstGeom prst="bentConnector2">
              <a:avLst/>
            </a:prstGeom>
            <a:noFill/>
            <a:ln cap="flat" cmpd="sng" w="19050">
              <a:solidFill>
                <a:srgbClr val="765186"/>
              </a:solidFill>
              <a:prstDash val="solid"/>
              <a:round/>
              <a:headEnd len="med" w="med" type="none"/>
              <a:tailEnd len="med" w="med" type="none"/>
            </a:ln>
          </p:spPr>
        </p:cxnSp>
        <p:cxnSp>
          <p:nvCxnSpPr>
            <p:cNvPr id="1368" name="Google Shape;1368;p44"/>
            <p:cNvCxnSpPr>
              <a:stCxn id="1360" idx="2"/>
              <a:endCxn id="1355" idx="3"/>
            </p:cNvCxnSpPr>
            <p:nvPr/>
          </p:nvCxnSpPr>
          <p:spPr>
            <a:xfrm rot="10800000">
              <a:off x="1382651" y="2563318"/>
              <a:ext cx="183600" cy="1971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69" name="Google Shape;1369;p44"/>
            <p:cNvCxnSpPr>
              <a:stCxn id="1360" idx="2"/>
              <a:endCxn id="1354" idx="3"/>
            </p:cNvCxnSpPr>
            <p:nvPr/>
          </p:nvCxnSpPr>
          <p:spPr>
            <a:xfrm flipH="1">
              <a:off x="1382651" y="2760418"/>
              <a:ext cx="183600" cy="1974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370" name="Google Shape;1370;p44"/>
            <p:cNvCxnSpPr>
              <a:stCxn id="1357" idx="4"/>
              <a:endCxn id="1353" idx="3"/>
            </p:cNvCxnSpPr>
            <p:nvPr/>
          </p:nvCxnSpPr>
          <p:spPr>
            <a:xfrm rot="5400000">
              <a:off x="1635211" y="3165603"/>
              <a:ext cx="216000" cy="156900"/>
            </a:xfrm>
            <a:prstGeom prst="bentConnector2">
              <a:avLst/>
            </a:prstGeom>
            <a:noFill/>
            <a:ln cap="flat" cmpd="sng" w="19050">
              <a:solidFill>
                <a:srgbClr val="765186"/>
              </a:solidFill>
              <a:prstDash val="solid"/>
              <a:round/>
              <a:headEnd len="med" w="med" type="none"/>
              <a:tailEnd len="med" w="med" type="none"/>
            </a:ln>
          </p:spPr>
        </p:cxnSp>
        <p:cxnSp>
          <p:nvCxnSpPr>
            <p:cNvPr id="1371" name="Google Shape;1371;p44"/>
            <p:cNvCxnSpPr>
              <a:stCxn id="1361" idx="6"/>
              <a:endCxn id="1365" idx="3"/>
            </p:cNvCxnSpPr>
            <p:nvPr/>
          </p:nvCxnSpPr>
          <p:spPr>
            <a:xfrm flipH="1" rot="10800000">
              <a:off x="2381378" y="2563318"/>
              <a:ext cx="183900" cy="1971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72" name="Google Shape;1372;p44"/>
            <p:cNvCxnSpPr>
              <a:stCxn id="1361" idx="6"/>
              <a:endCxn id="1364" idx="3"/>
            </p:cNvCxnSpPr>
            <p:nvPr/>
          </p:nvCxnSpPr>
          <p:spPr>
            <a:xfrm>
              <a:off x="2381378" y="2760418"/>
              <a:ext cx="183900" cy="1974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373" name="Google Shape;1373;p44"/>
            <p:cNvCxnSpPr>
              <a:stCxn id="1359" idx="4"/>
              <a:endCxn id="1363" idx="3"/>
            </p:cNvCxnSpPr>
            <p:nvPr/>
          </p:nvCxnSpPr>
          <p:spPr>
            <a:xfrm flipH="1" rot="-5400000">
              <a:off x="2096500" y="3165603"/>
              <a:ext cx="216000" cy="156900"/>
            </a:xfrm>
            <a:prstGeom prst="bentConnector2">
              <a:avLst/>
            </a:prstGeom>
            <a:noFill/>
            <a:ln cap="flat" cmpd="sng" w="19050">
              <a:solidFill>
                <a:srgbClr val="22244E"/>
              </a:solidFill>
              <a:prstDash val="solid"/>
              <a:round/>
              <a:headEnd len="med" w="med" type="none"/>
              <a:tailEnd len="med" w="med" type="none"/>
            </a:ln>
          </p:spPr>
        </p:cxnSp>
        <p:cxnSp>
          <p:nvCxnSpPr>
            <p:cNvPr id="1374" name="Google Shape;1374;p44"/>
            <p:cNvCxnSpPr>
              <a:stCxn id="1352" idx="1"/>
            </p:cNvCxnSpPr>
            <p:nvPr/>
          </p:nvCxnSpPr>
          <p:spPr>
            <a:xfrm rot="10800000">
              <a:off x="722459" y="2168926"/>
              <a:ext cx="510600" cy="0"/>
            </a:xfrm>
            <a:prstGeom prst="straightConnector1">
              <a:avLst/>
            </a:prstGeom>
            <a:noFill/>
            <a:ln cap="flat" cmpd="sng" w="19050">
              <a:solidFill>
                <a:srgbClr val="22244E"/>
              </a:solidFill>
              <a:prstDash val="solid"/>
              <a:round/>
              <a:headEnd len="med" w="med" type="none"/>
              <a:tailEnd len="med" w="med" type="oval"/>
            </a:ln>
          </p:spPr>
        </p:cxnSp>
        <p:cxnSp>
          <p:nvCxnSpPr>
            <p:cNvPr id="1375" name="Google Shape;1375;p44"/>
            <p:cNvCxnSpPr>
              <a:stCxn id="1355" idx="1"/>
            </p:cNvCxnSpPr>
            <p:nvPr/>
          </p:nvCxnSpPr>
          <p:spPr>
            <a:xfrm rot="10800000">
              <a:off x="722522" y="2563348"/>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76" name="Google Shape;1376;p44"/>
            <p:cNvCxnSpPr>
              <a:stCxn id="1354" idx="1"/>
            </p:cNvCxnSpPr>
            <p:nvPr/>
          </p:nvCxnSpPr>
          <p:spPr>
            <a:xfrm rot="10800000">
              <a:off x="722522" y="2957771"/>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377" name="Google Shape;1377;p44"/>
            <p:cNvCxnSpPr>
              <a:stCxn id="1353" idx="1"/>
            </p:cNvCxnSpPr>
            <p:nvPr/>
          </p:nvCxnSpPr>
          <p:spPr>
            <a:xfrm rot="10800000">
              <a:off x="722482" y="3352193"/>
              <a:ext cx="454200" cy="0"/>
            </a:xfrm>
            <a:prstGeom prst="straightConnector1">
              <a:avLst/>
            </a:prstGeom>
            <a:noFill/>
            <a:ln cap="flat" cmpd="sng" w="19050">
              <a:solidFill>
                <a:srgbClr val="765186"/>
              </a:solidFill>
              <a:prstDash val="solid"/>
              <a:round/>
              <a:headEnd len="med" w="med" type="none"/>
              <a:tailEnd len="med" w="med" type="oval"/>
            </a:ln>
          </p:spPr>
        </p:cxnSp>
        <p:cxnSp>
          <p:nvCxnSpPr>
            <p:cNvPr id="1378" name="Google Shape;1378;p44"/>
            <p:cNvCxnSpPr>
              <a:stCxn id="1363" idx="1"/>
            </p:cNvCxnSpPr>
            <p:nvPr/>
          </p:nvCxnSpPr>
          <p:spPr>
            <a:xfrm>
              <a:off x="2771066" y="3352193"/>
              <a:ext cx="458700" cy="0"/>
            </a:xfrm>
            <a:prstGeom prst="straightConnector1">
              <a:avLst/>
            </a:prstGeom>
            <a:noFill/>
            <a:ln cap="flat" cmpd="sng" w="19050">
              <a:solidFill>
                <a:srgbClr val="22244E"/>
              </a:solidFill>
              <a:prstDash val="solid"/>
              <a:round/>
              <a:headEnd len="med" w="med" type="none"/>
              <a:tailEnd len="med" w="med" type="oval"/>
            </a:ln>
          </p:spPr>
        </p:cxnSp>
        <p:cxnSp>
          <p:nvCxnSpPr>
            <p:cNvPr id="1379" name="Google Shape;1379;p44"/>
            <p:cNvCxnSpPr>
              <a:stCxn id="1364" idx="1"/>
            </p:cNvCxnSpPr>
            <p:nvPr/>
          </p:nvCxnSpPr>
          <p:spPr>
            <a:xfrm>
              <a:off x="3053327" y="2957771"/>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80" name="Google Shape;1380;p44"/>
            <p:cNvCxnSpPr>
              <a:stCxn id="1365" idx="1"/>
            </p:cNvCxnSpPr>
            <p:nvPr/>
          </p:nvCxnSpPr>
          <p:spPr>
            <a:xfrm>
              <a:off x="3053327" y="2563348"/>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381" name="Google Shape;1381;p44"/>
            <p:cNvCxnSpPr>
              <a:stCxn id="1362" idx="1"/>
            </p:cNvCxnSpPr>
            <p:nvPr/>
          </p:nvCxnSpPr>
          <p:spPr>
            <a:xfrm>
              <a:off x="2714689" y="2168926"/>
              <a:ext cx="515400" cy="0"/>
            </a:xfrm>
            <a:prstGeom prst="straightConnector1">
              <a:avLst/>
            </a:prstGeom>
            <a:noFill/>
            <a:ln cap="flat" cmpd="sng" w="19050">
              <a:solidFill>
                <a:srgbClr val="765186"/>
              </a:solidFill>
              <a:prstDash val="solid"/>
              <a:round/>
              <a:headEnd len="med" w="med" type="none"/>
              <a:tailEnd len="med" w="med" type="oval"/>
            </a:ln>
          </p:spPr>
        </p:cxnSp>
      </p:grpSp>
      <p:grpSp>
        <p:nvGrpSpPr>
          <p:cNvPr id="1382" name="Google Shape;1382;p44"/>
          <p:cNvGrpSpPr/>
          <p:nvPr/>
        </p:nvGrpSpPr>
        <p:grpSpPr>
          <a:xfrm>
            <a:off x="6833413" y="3291630"/>
            <a:ext cx="1592347" cy="1317003"/>
            <a:chOff x="6833413" y="3291630"/>
            <a:chExt cx="1592347" cy="1317003"/>
          </a:xfrm>
        </p:grpSpPr>
        <p:cxnSp>
          <p:nvCxnSpPr>
            <p:cNvPr id="1383" name="Google Shape;1383;p44"/>
            <p:cNvCxnSpPr>
              <a:stCxn id="1384" idx="4"/>
              <a:endCxn id="1385" idx="4"/>
            </p:cNvCxnSpPr>
            <p:nvPr/>
          </p:nvCxnSpPr>
          <p:spPr>
            <a:xfrm>
              <a:off x="7931660" y="3495899"/>
              <a:ext cx="374400" cy="207900"/>
            </a:xfrm>
            <a:prstGeom prst="bentConnector2">
              <a:avLst/>
            </a:prstGeom>
            <a:noFill/>
            <a:ln cap="flat" cmpd="sng" w="19050">
              <a:solidFill>
                <a:srgbClr val="22244E"/>
              </a:solidFill>
              <a:prstDash val="solid"/>
              <a:round/>
              <a:headEnd len="med" w="med" type="none"/>
              <a:tailEnd len="med" w="med" type="none"/>
            </a:ln>
          </p:spPr>
        </p:cxnSp>
        <p:cxnSp>
          <p:nvCxnSpPr>
            <p:cNvPr id="1386" name="Google Shape;1386;p44"/>
            <p:cNvCxnSpPr>
              <a:stCxn id="1385" idx="2"/>
              <a:endCxn id="1387" idx="5"/>
            </p:cNvCxnSpPr>
            <p:nvPr/>
          </p:nvCxnSpPr>
          <p:spPr>
            <a:xfrm rot="5400000">
              <a:off x="7803740" y="3490277"/>
              <a:ext cx="157200" cy="847500"/>
            </a:xfrm>
            <a:prstGeom prst="bentConnector2">
              <a:avLst/>
            </a:prstGeom>
            <a:noFill/>
            <a:ln cap="flat" cmpd="sng" w="19050">
              <a:solidFill>
                <a:srgbClr val="22244E"/>
              </a:solidFill>
              <a:prstDash val="solid"/>
              <a:round/>
              <a:headEnd len="med" w="med" type="none"/>
              <a:tailEnd len="med" w="med" type="none"/>
            </a:ln>
          </p:spPr>
        </p:cxnSp>
        <p:cxnSp>
          <p:nvCxnSpPr>
            <p:cNvPr id="1388" name="Google Shape;1388;p44"/>
            <p:cNvCxnSpPr>
              <a:stCxn id="1387" idx="1"/>
              <a:endCxn id="1389" idx="4"/>
            </p:cNvCxnSpPr>
            <p:nvPr/>
          </p:nvCxnSpPr>
          <p:spPr>
            <a:xfrm flipH="1">
              <a:off x="6952496" y="3992740"/>
              <a:ext cx="374400" cy="148500"/>
            </a:xfrm>
            <a:prstGeom prst="bentConnector2">
              <a:avLst/>
            </a:prstGeom>
            <a:noFill/>
            <a:ln cap="flat" cmpd="sng" w="19050">
              <a:solidFill>
                <a:srgbClr val="22244E"/>
              </a:solidFill>
              <a:prstDash val="solid"/>
              <a:round/>
              <a:headEnd len="med" w="med" type="none"/>
              <a:tailEnd len="med" w="med" type="none"/>
            </a:ln>
          </p:spPr>
        </p:cxnSp>
        <p:cxnSp>
          <p:nvCxnSpPr>
            <p:cNvPr id="1390" name="Google Shape;1390;p44"/>
            <p:cNvCxnSpPr>
              <a:stCxn id="1389" idx="2"/>
              <a:endCxn id="1391" idx="2"/>
            </p:cNvCxnSpPr>
            <p:nvPr/>
          </p:nvCxnSpPr>
          <p:spPr>
            <a:xfrm flipH="1" rot="-5400000">
              <a:off x="7267766" y="3957529"/>
              <a:ext cx="216900" cy="847500"/>
            </a:xfrm>
            <a:prstGeom prst="bentConnector2">
              <a:avLst/>
            </a:prstGeom>
            <a:noFill/>
            <a:ln cap="flat" cmpd="sng" w="19050">
              <a:solidFill>
                <a:srgbClr val="22244E"/>
              </a:solidFill>
              <a:prstDash val="solid"/>
              <a:round/>
              <a:headEnd len="med" w="med" type="none"/>
              <a:tailEnd len="med" w="med" type="none"/>
            </a:ln>
          </p:spPr>
        </p:cxnSp>
        <p:cxnSp>
          <p:nvCxnSpPr>
            <p:cNvPr id="1392" name="Google Shape;1392;p44"/>
            <p:cNvCxnSpPr>
              <a:stCxn id="1384" idx="2"/>
            </p:cNvCxnSpPr>
            <p:nvPr/>
          </p:nvCxnSpPr>
          <p:spPr>
            <a:xfrm flipH="1">
              <a:off x="6840041" y="3495899"/>
              <a:ext cx="960000" cy="600"/>
            </a:xfrm>
            <a:prstGeom prst="bentConnector3">
              <a:avLst>
                <a:gd fmla="val 50000" name="adj1"/>
              </a:avLst>
            </a:prstGeom>
            <a:noFill/>
            <a:ln cap="flat" cmpd="sng" w="19050">
              <a:solidFill>
                <a:srgbClr val="22244E"/>
              </a:solidFill>
              <a:prstDash val="solid"/>
              <a:round/>
              <a:headEnd len="med" w="med" type="none"/>
              <a:tailEnd len="med" w="med" type="none"/>
            </a:ln>
          </p:spPr>
        </p:cxnSp>
        <p:cxnSp>
          <p:nvCxnSpPr>
            <p:cNvPr id="1393" name="Google Shape;1393;p44"/>
            <p:cNvCxnSpPr>
              <a:stCxn id="1391" idx="4"/>
            </p:cNvCxnSpPr>
            <p:nvPr/>
          </p:nvCxnSpPr>
          <p:spPr>
            <a:xfrm>
              <a:off x="7931660" y="4489580"/>
              <a:ext cx="4941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nvGrpSpPr>
            <p:cNvPr id="1394" name="Google Shape;1394;p44"/>
            <p:cNvGrpSpPr/>
            <p:nvPr/>
          </p:nvGrpSpPr>
          <p:grpSpPr>
            <a:xfrm>
              <a:off x="7800041" y="3291630"/>
              <a:ext cx="131619" cy="323322"/>
              <a:chOff x="7779692" y="3248738"/>
              <a:chExt cx="135900" cy="333838"/>
            </a:xfrm>
          </p:grpSpPr>
          <p:sp>
            <p:nvSpPr>
              <p:cNvPr id="1384" name="Google Shape;1384;p44"/>
              <p:cNvSpPr/>
              <p:nvPr/>
            </p:nvSpPr>
            <p:spPr>
              <a:xfrm rot="5400000">
                <a:off x="7769192" y="3436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5" name="Google Shape;1395;p44"/>
              <p:cNvSpPr/>
              <p:nvPr/>
            </p:nvSpPr>
            <p:spPr>
              <a:xfrm>
                <a:off x="7802200" y="324873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396" name="Google Shape;1396;p44"/>
            <p:cNvGrpSpPr/>
            <p:nvPr/>
          </p:nvGrpSpPr>
          <p:grpSpPr>
            <a:xfrm>
              <a:off x="8110878" y="3703808"/>
              <a:ext cx="314266" cy="131619"/>
              <a:chOff x="8100638" y="3674321"/>
              <a:chExt cx="324487" cy="135900"/>
            </a:xfrm>
          </p:grpSpPr>
          <p:sp>
            <p:nvSpPr>
              <p:cNvPr id="1385" name="Google Shape;1385;p44"/>
              <p:cNvSpPr/>
              <p:nvPr/>
            </p:nvSpPr>
            <p:spPr>
              <a:xfrm>
                <a:off x="8268225" y="3674321"/>
                <a:ext cx="156900" cy="135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7" name="Google Shape;1397;p44"/>
              <p:cNvSpPr/>
              <p:nvPr/>
            </p:nvSpPr>
            <p:spPr>
              <a:xfrm>
                <a:off x="8100638" y="369680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98" name="Google Shape;1398;p44"/>
              <p:cNvCxnSpPr>
                <a:stCxn id="1397" idx="6"/>
                <a:endCxn id="1385" idx="3"/>
              </p:cNvCxnSpPr>
              <p:nvPr/>
            </p:nvCxnSpPr>
            <p:spPr>
              <a:xfrm>
                <a:off x="8191538" y="3742258"/>
                <a:ext cx="76800" cy="0"/>
              </a:xfrm>
              <a:prstGeom prst="straightConnector1">
                <a:avLst/>
              </a:prstGeom>
              <a:noFill/>
              <a:ln cap="flat" cmpd="sng" w="19050">
                <a:solidFill>
                  <a:srgbClr val="503259"/>
                </a:solidFill>
                <a:prstDash val="solid"/>
                <a:round/>
                <a:headEnd len="med" w="med" type="none"/>
                <a:tailEnd len="med" w="med" type="none"/>
              </a:ln>
            </p:spPr>
          </p:cxnSp>
        </p:grpSp>
        <p:cxnSp>
          <p:nvCxnSpPr>
            <p:cNvPr id="1399" name="Google Shape;1399;p44"/>
            <p:cNvCxnSpPr>
              <a:stCxn id="1395" idx="4"/>
              <a:endCxn id="1384" idx="3"/>
            </p:cNvCxnSpPr>
            <p:nvPr/>
          </p:nvCxnSpPr>
          <p:spPr>
            <a:xfrm>
              <a:off x="7865859" y="3379667"/>
              <a:ext cx="0" cy="83400"/>
            </a:xfrm>
            <a:prstGeom prst="straightConnector1">
              <a:avLst/>
            </a:prstGeom>
            <a:noFill/>
            <a:ln cap="flat" cmpd="sng" w="19050">
              <a:solidFill>
                <a:srgbClr val="22244E"/>
              </a:solidFill>
              <a:prstDash val="solid"/>
              <a:round/>
              <a:headEnd len="med" w="med" type="none"/>
              <a:tailEnd len="med" w="med" type="none"/>
            </a:ln>
          </p:spPr>
        </p:cxnSp>
        <p:grpSp>
          <p:nvGrpSpPr>
            <p:cNvPr id="1400" name="Google Shape;1400;p44"/>
            <p:cNvGrpSpPr/>
            <p:nvPr/>
          </p:nvGrpSpPr>
          <p:grpSpPr>
            <a:xfrm>
              <a:off x="6833413" y="4141209"/>
              <a:ext cx="311850" cy="131619"/>
              <a:chOff x="6781625" y="4125949"/>
              <a:chExt cx="321993" cy="135900"/>
            </a:xfrm>
          </p:grpSpPr>
          <p:sp>
            <p:nvSpPr>
              <p:cNvPr id="1389" name="Google Shape;1389;p44"/>
              <p:cNvSpPr/>
              <p:nvPr/>
            </p:nvSpPr>
            <p:spPr>
              <a:xfrm flipH="1">
                <a:off x="6781625" y="4125949"/>
                <a:ext cx="156900" cy="135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1" name="Google Shape;1401;p44"/>
              <p:cNvSpPr/>
              <p:nvPr/>
            </p:nvSpPr>
            <p:spPr>
              <a:xfrm>
                <a:off x="7012718" y="4148449"/>
                <a:ext cx="90900" cy="909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02" name="Google Shape;1402;p44"/>
              <p:cNvCxnSpPr>
                <a:stCxn id="1401" idx="2"/>
                <a:endCxn id="1389" idx="3"/>
              </p:cNvCxnSpPr>
              <p:nvPr/>
            </p:nvCxnSpPr>
            <p:spPr>
              <a:xfrm rot="10800000">
                <a:off x="6938618" y="4193899"/>
                <a:ext cx="74100" cy="0"/>
              </a:xfrm>
              <a:prstGeom prst="straightConnector1">
                <a:avLst/>
              </a:prstGeom>
              <a:noFill/>
              <a:ln cap="flat" cmpd="sng" w="19050">
                <a:solidFill>
                  <a:srgbClr val="B07CC6"/>
                </a:solidFill>
                <a:prstDash val="solid"/>
                <a:round/>
                <a:headEnd len="med" w="med" type="none"/>
                <a:tailEnd len="med" w="med" type="none"/>
              </a:ln>
            </p:spPr>
          </p:cxnSp>
        </p:grpSp>
        <p:grpSp>
          <p:nvGrpSpPr>
            <p:cNvPr id="1403" name="Google Shape;1403;p44"/>
            <p:cNvGrpSpPr/>
            <p:nvPr/>
          </p:nvGrpSpPr>
          <p:grpSpPr>
            <a:xfrm>
              <a:off x="7326896" y="3795891"/>
              <a:ext cx="131619" cy="315901"/>
              <a:chOff x="7291158" y="3769400"/>
              <a:chExt cx="135900" cy="326176"/>
            </a:xfrm>
          </p:grpSpPr>
          <p:sp>
            <p:nvSpPr>
              <p:cNvPr id="1387" name="Google Shape;1387;p44"/>
              <p:cNvSpPr/>
              <p:nvPr/>
            </p:nvSpPr>
            <p:spPr>
              <a:xfrm flipH="1" rot="5400000">
                <a:off x="7280658" y="3949176"/>
                <a:ext cx="156900" cy="135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4" name="Google Shape;1404;p44"/>
              <p:cNvSpPr/>
              <p:nvPr/>
            </p:nvSpPr>
            <p:spPr>
              <a:xfrm>
                <a:off x="7313650" y="3769400"/>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05" name="Google Shape;1405;p44"/>
              <p:cNvCxnSpPr>
                <a:stCxn id="1404" idx="4"/>
                <a:endCxn id="1387" idx="0"/>
              </p:cNvCxnSpPr>
              <p:nvPr/>
            </p:nvCxnSpPr>
            <p:spPr>
              <a:xfrm>
                <a:off x="7359100" y="3860300"/>
                <a:ext cx="0" cy="78300"/>
              </a:xfrm>
              <a:prstGeom prst="straightConnector1">
                <a:avLst/>
              </a:prstGeom>
              <a:noFill/>
              <a:ln cap="flat" cmpd="sng" w="19050">
                <a:solidFill>
                  <a:srgbClr val="765186"/>
                </a:solidFill>
                <a:prstDash val="solid"/>
                <a:round/>
                <a:headEnd len="med" w="med" type="none"/>
                <a:tailEnd len="med" w="med" type="none"/>
              </a:ln>
            </p:spPr>
          </p:cxnSp>
        </p:grpSp>
        <p:grpSp>
          <p:nvGrpSpPr>
            <p:cNvPr id="1406" name="Google Shape;1406;p44"/>
            <p:cNvGrpSpPr/>
            <p:nvPr/>
          </p:nvGrpSpPr>
          <p:grpSpPr>
            <a:xfrm>
              <a:off x="7800041" y="4285069"/>
              <a:ext cx="131619" cy="323564"/>
              <a:chOff x="7779692" y="4274488"/>
              <a:chExt cx="135900" cy="334088"/>
            </a:xfrm>
          </p:grpSpPr>
          <p:sp>
            <p:nvSpPr>
              <p:cNvPr id="1391" name="Google Shape;1391;p44"/>
              <p:cNvSpPr/>
              <p:nvPr/>
            </p:nvSpPr>
            <p:spPr>
              <a:xfrm rot="5400000">
                <a:off x="7769192" y="4462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07" name="Google Shape;1407;p44"/>
              <p:cNvSpPr/>
              <p:nvPr/>
            </p:nvSpPr>
            <p:spPr>
              <a:xfrm>
                <a:off x="7802200" y="427448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08" name="Google Shape;1408;p44"/>
              <p:cNvCxnSpPr>
                <a:stCxn id="1407" idx="4"/>
                <a:endCxn id="1391" idx="3"/>
              </p:cNvCxnSpPr>
              <p:nvPr/>
            </p:nvCxnSpPr>
            <p:spPr>
              <a:xfrm>
                <a:off x="7847650" y="4365388"/>
                <a:ext cx="0" cy="864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409" name="Google Shape;1409;p44"/>
          <p:cNvGrpSpPr/>
          <p:nvPr/>
        </p:nvGrpSpPr>
        <p:grpSpPr>
          <a:xfrm>
            <a:off x="713193" y="3716026"/>
            <a:ext cx="1944428" cy="892553"/>
            <a:chOff x="713193" y="3675176"/>
            <a:chExt cx="1944428" cy="892553"/>
          </a:xfrm>
        </p:grpSpPr>
        <p:grpSp>
          <p:nvGrpSpPr>
            <p:cNvPr id="1410" name="Google Shape;1410;p44"/>
            <p:cNvGrpSpPr/>
            <p:nvPr/>
          </p:nvGrpSpPr>
          <p:grpSpPr>
            <a:xfrm>
              <a:off x="713193" y="3903673"/>
              <a:ext cx="377379" cy="664057"/>
              <a:chOff x="713180" y="3914338"/>
              <a:chExt cx="394500" cy="694257"/>
            </a:xfrm>
          </p:grpSpPr>
          <p:sp>
            <p:nvSpPr>
              <p:cNvPr id="1411" name="Google Shape;1411;p44"/>
              <p:cNvSpPr/>
              <p:nvPr/>
            </p:nvSpPr>
            <p:spPr>
              <a:xfrm rot="5400000">
                <a:off x="682730"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2" name="Google Shape;1412;p44"/>
              <p:cNvSpPr/>
              <p:nvPr/>
            </p:nvSpPr>
            <p:spPr>
              <a:xfrm flipH="1">
                <a:off x="854061"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3" name="Google Shape;1413;p44"/>
              <p:cNvCxnSpPr>
                <a:stCxn id="1411" idx="0"/>
                <a:endCxn id="1412" idx="0"/>
              </p:cNvCxnSpPr>
              <p:nvPr/>
            </p:nvCxnSpPr>
            <p:spPr>
              <a:xfrm>
                <a:off x="910430" y="4369738"/>
                <a:ext cx="0" cy="122700"/>
              </a:xfrm>
              <a:prstGeom prst="straightConnector1">
                <a:avLst/>
              </a:prstGeom>
              <a:noFill/>
              <a:ln cap="flat" cmpd="sng" w="19050">
                <a:solidFill>
                  <a:srgbClr val="22244E"/>
                </a:solidFill>
                <a:prstDash val="solid"/>
                <a:round/>
                <a:headEnd len="med" w="med" type="none"/>
                <a:tailEnd len="med" w="med" type="none"/>
              </a:ln>
            </p:spPr>
          </p:cxnSp>
        </p:grpSp>
        <p:grpSp>
          <p:nvGrpSpPr>
            <p:cNvPr id="1414" name="Google Shape;1414;p44"/>
            <p:cNvGrpSpPr/>
            <p:nvPr/>
          </p:nvGrpSpPr>
          <p:grpSpPr>
            <a:xfrm>
              <a:off x="1104955" y="3675176"/>
              <a:ext cx="377379" cy="664087"/>
              <a:chOff x="1122716" y="3675450"/>
              <a:chExt cx="394500" cy="694288"/>
            </a:xfrm>
          </p:grpSpPr>
          <p:sp>
            <p:nvSpPr>
              <p:cNvPr id="1415" name="Google Shape;1415;p44"/>
              <p:cNvSpPr/>
              <p:nvPr/>
            </p:nvSpPr>
            <p:spPr>
              <a:xfrm rot="5400000">
                <a:off x="1092266" y="3944788"/>
                <a:ext cx="455400" cy="394500"/>
              </a:xfrm>
              <a:prstGeom prst="hexagon">
                <a:avLst>
                  <a:gd fmla="val 30376"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16" name="Google Shape;1416;p44"/>
              <p:cNvSpPr/>
              <p:nvPr/>
            </p:nvSpPr>
            <p:spPr>
              <a:xfrm>
                <a:off x="1263598" y="3675450"/>
                <a:ext cx="112800" cy="116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17" name="Google Shape;1417;p44"/>
              <p:cNvCxnSpPr>
                <a:stCxn id="1415" idx="3"/>
                <a:endCxn id="1416" idx="2"/>
              </p:cNvCxnSpPr>
              <p:nvPr/>
            </p:nvCxnSpPr>
            <p:spPr>
              <a:xfrm rot="10800000">
                <a:off x="1319966" y="3791638"/>
                <a:ext cx="0" cy="122700"/>
              </a:xfrm>
              <a:prstGeom prst="straightConnector1">
                <a:avLst/>
              </a:prstGeom>
              <a:noFill/>
              <a:ln cap="flat" cmpd="sng" w="19050">
                <a:solidFill>
                  <a:srgbClr val="503259"/>
                </a:solidFill>
                <a:prstDash val="solid"/>
                <a:round/>
                <a:headEnd len="med" w="med" type="none"/>
                <a:tailEnd len="med" w="med" type="none"/>
              </a:ln>
            </p:spPr>
          </p:cxnSp>
        </p:grpSp>
        <p:grpSp>
          <p:nvGrpSpPr>
            <p:cNvPr id="1418" name="Google Shape;1418;p44"/>
            <p:cNvGrpSpPr/>
            <p:nvPr/>
          </p:nvGrpSpPr>
          <p:grpSpPr>
            <a:xfrm>
              <a:off x="1496718" y="3903673"/>
              <a:ext cx="377379" cy="664057"/>
              <a:chOff x="1532253" y="3914338"/>
              <a:chExt cx="394500" cy="694257"/>
            </a:xfrm>
          </p:grpSpPr>
          <p:sp>
            <p:nvSpPr>
              <p:cNvPr id="1419" name="Google Shape;1419;p44"/>
              <p:cNvSpPr/>
              <p:nvPr/>
            </p:nvSpPr>
            <p:spPr>
              <a:xfrm rot="5400000">
                <a:off x="1501803" y="3944788"/>
                <a:ext cx="455400" cy="394500"/>
              </a:xfrm>
              <a:prstGeom prst="hexagon">
                <a:avLst>
                  <a:gd fmla="val 30376"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20" name="Google Shape;1420;p44"/>
              <p:cNvSpPr/>
              <p:nvPr/>
            </p:nvSpPr>
            <p:spPr>
              <a:xfrm flipH="1">
                <a:off x="1673134" y="4492495"/>
                <a:ext cx="112800" cy="116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1" name="Google Shape;1421;p44"/>
              <p:cNvCxnSpPr>
                <a:stCxn id="1419" idx="0"/>
                <a:endCxn id="1420" idx="0"/>
              </p:cNvCxnSpPr>
              <p:nvPr/>
            </p:nvCxnSpPr>
            <p:spPr>
              <a:xfrm>
                <a:off x="1729503" y="4369738"/>
                <a:ext cx="0" cy="122700"/>
              </a:xfrm>
              <a:prstGeom prst="straightConnector1">
                <a:avLst/>
              </a:prstGeom>
              <a:noFill/>
              <a:ln cap="flat" cmpd="sng" w="19050">
                <a:solidFill>
                  <a:srgbClr val="765186"/>
                </a:solidFill>
                <a:prstDash val="solid"/>
                <a:round/>
                <a:headEnd len="med" w="med" type="none"/>
                <a:tailEnd len="med" w="med" type="none"/>
              </a:ln>
            </p:spPr>
          </p:cxnSp>
        </p:grpSp>
        <p:grpSp>
          <p:nvGrpSpPr>
            <p:cNvPr id="1422" name="Google Shape;1422;p44"/>
            <p:cNvGrpSpPr/>
            <p:nvPr/>
          </p:nvGrpSpPr>
          <p:grpSpPr>
            <a:xfrm>
              <a:off x="1888480" y="3675176"/>
              <a:ext cx="377379" cy="664087"/>
              <a:chOff x="1941789" y="3675450"/>
              <a:chExt cx="394500" cy="694288"/>
            </a:xfrm>
          </p:grpSpPr>
          <p:sp>
            <p:nvSpPr>
              <p:cNvPr id="1423" name="Google Shape;1423;p44"/>
              <p:cNvSpPr/>
              <p:nvPr/>
            </p:nvSpPr>
            <p:spPr>
              <a:xfrm rot="5400000">
                <a:off x="1911339" y="3944788"/>
                <a:ext cx="455400" cy="394500"/>
              </a:xfrm>
              <a:prstGeom prst="hexagon">
                <a:avLst>
                  <a:gd fmla="val 30376"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24" name="Google Shape;1424;p44"/>
              <p:cNvSpPr/>
              <p:nvPr/>
            </p:nvSpPr>
            <p:spPr>
              <a:xfrm>
                <a:off x="2082670" y="3675450"/>
                <a:ext cx="112800" cy="116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5" name="Google Shape;1425;p44"/>
              <p:cNvCxnSpPr>
                <a:stCxn id="1423" idx="3"/>
                <a:endCxn id="1424" idx="2"/>
              </p:cNvCxnSpPr>
              <p:nvPr/>
            </p:nvCxnSpPr>
            <p:spPr>
              <a:xfrm rot="10800000">
                <a:off x="2139039" y="3791638"/>
                <a:ext cx="0" cy="122700"/>
              </a:xfrm>
              <a:prstGeom prst="straightConnector1">
                <a:avLst/>
              </a:prstGeom>
              <a:noFill/>
              <a:ln cap="flat" cmpd="sng" w="19050">
                <a:solidFill>
                  <a:srgbClr val="B07CC6"/>
                </a:solidFill>
                <a:prstDash val="solid"/>
                <a:round/>
                <a:headEnd len="med" w="med" type="none"/>
                <a:tailEnd len="med" w="med" type="none"/>
              </a:ln>
            </p:spPr>
          </p:cxnSp>
        </p:grpSp>
        <p:grpSp>
          <p:nvGrpSpPr>
            <p:cNvPr id="1426" name="Google Shape;1426;p44"/>
            <p:cNvGrpSpPr/>
            <p:nvPr/>
          </p:nvGrpSpPr>
          <p:grpSpPr>
            <a:xfrm>
              <a:off x="2280242" y="3903673"/>
              <a:ext cx="377379" cy="664057"/>
              <a:chOff x="2351325" y="3914338"/>
              <a:chExt cx="394500" cy="694257"/>
            </a:xfrm>
          </p:grpSpPr>
          <p:sp>
            <p:nvSpPr>
              <p:cNvPr id="1427" name="Google Shape;1427;p44"/>
              <p:cNvSpPr/>
              <p:nvPr/>
            </p:nvSpPr>
            <p:spPr>
              <a:xfrm rot="5400000">
                <a:off x="2320875"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28" name="Google Shape;1428;p44"/>
              <p:cNvSpPr/>
              <p:nvPr/>
            </p:nvSpPr>
            <p:spPr>
              <a:xfrm flipH="1">
                <a:off x="2492206"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9" name="Google Shape;1429;p44"/>
              <p:cNvCxnSpPr>
                <a:stCxn id="1427" idx="0"/>
                <a:endCxn id="1428" idx="0"/>
              </p:cNvCxnSpPr>
              <p:nvPr/>
            </p:nvCxnSpPr>
            <p:spPr>
              <a:xfrm>
                <a:off x="2548575" y="4369738"/>
                <a:ext cx="0" cy="1227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430" name="Google Shape;1430;p44"/>
          <p:cNvGrpSpPr/>
          <p:nvPr/>
        </p:nvGrpSpPr>
        <p:grpSpPr>
          <a:xfrm>
            <a:off x="2800877" y="3965048"/>
            <a:ext cx="2157850" cy="394500"/>
            <a:chOff x="2746254" y="3914348"/>
            <a:chExt cx="2157850" cy="394500"/>
          </a:xfrm>
        </p:grpSpPr>
        <p:sp>
          <p:nvSpPr>
            <p:cNvPr id="1431" name="Google Shape;1431;p44"/>
            <p:cNvSpPr/>
            <p:nvPr/>
          </p:nvSpPr>
          <p:spPr>
            <a:xfrm>
              <a:off x="4818604" y="4068699"/>
              <a:ext cx="85500" cy="85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32" name="Google Shape;1432;p44"/>
            <p:cNvGrpSpPr/>
            <p:nvPr/>
          </p:nvGrpSpPr>
          <p:grpSpPr>
            <a:xfrm>
              <a:off x="2746254" y="3914348"/>
              <a:ext cx="2115087" cy="394500"/>
              <a:chOff x="2746254" y="3914348"/>
              <a:chExt cx="2115087" cy="394500"/>
            </a:xfrm>
          </p:grpSpPr>
          <p:grpSp>
            <p:nvGrpSpPr>
              <p:cNvPr id="1433" name="Google Shape;1433;p44"/>
              <p:cNvGrpSpPr/>
              <p:nvPr/>
            </p:nvGrpSpPr>
            <p:grpSpPr>
              <a:xfrm>
                <a:off x="2850789" y="3914348"/>
                <a:ext cx="394500" cy="394500"/>
                <a:chOff x="2850789" y="3914348"/>
                <a:chExt cx="394500" cy="394500"/>
              </a:xfrm>
            </p:grpSpPr>
            <p:sp>
              <p:nvSpPr>
                <p:cNvPr id="1434" name="Google Shape;1434;p44"/>
                <p:cNvSpPr/>
                <p:nvPr/>
              </p:nvSpPr>
              <p:spPr>
                <a:xfrm>
                  <a:off x="2850789" y="3914348"/>
                  <a:ext cx="394500" cy="394500"/>
                </a:xfrm>
                <a:prstGeom prst="roundRect">
                  <a:avLst>
                    <a:gd fmla="val 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5" name="Google Shape;1435;p44"/>
                <p:cNvSpPr/>
                <p:nvPr/>
              </p:nvSpPr>
              <p:spPr>
                <a:xfrm>
                  <a:off x="2850789" y="3914348"/>
                  <a:ext cx="394500" cy="394500"/>
                </a:xfrm>
                <a:prstGeom prst="ellipse">
                  <a:avLst/>
                </a:prstGeom>
                <a:solidFill>
                  <a:srgbClr val="22244E"/>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36" name="Google Shape;1436;p44"/>
              <p:cNvGrpSpPr/>
              <p:nvPr/>
            </p:nvGrpSpPr>
            <p:grpSpPr>
              <a:xfrm>
                <a:off x="3368872" y="3914348"/>
                <a:ext cx="394500" cy="394500"/>
                <a:chOff x="3368872" y="3914348"/>
                <a:chExt cx="394500" cy="394500"/>
              </a:xfrm>
            </p:grpSpPr>
            <p:sp>
              <p:nvSpPr>
                <p:cNvPr id="1437" name="Google Shape;1437;p44"/>
                <p:cNvSpPr/>
                <p:nvPr/>
              </p:nvSpPr>
              <p:spPr>
                <a:xfrm>
                  <a:off x="3368872" y="3914348"/>
                  <a:ext cx="394500" cy="394500"/>
                </a:xfrm>
                <a:prstGeom prst="roundRect">
                  <a:avLst>
                    <a:gd fmla="val 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8" name="Google Shape;1438;p44"/>
                <p:cNvSpPr/>
                <p:nvPr/>
              </p:nvSpPr>
              <p:spPr>
                <a:xfrm>
                  <a:off x="3368872" y="3914348"/>
                  <a:ext cx="394500" cy="394500"/>
                </a:xfrm>
                <a:prstGeom prst="ellipse">
                  <a:avLst/>
                </a:prstGeom>
                <a:solidFill>
                  <a:srgbClr val="503259"/>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39" name="Google Shape;1439;p44"/>
              <p:cNvGrpSpPr/>
              <p:nvPr/>
            </p:nvGrpSpPr>
            <p:grpSpPr>
              <a:xfrm>
                <a:off x="3886955" y="3914348"/>
                <a:ext cx="394500" cy="394500"/>
                <a:chOff x="3886955" y="3914348"/>
                <a:chExt cx="394500" cy="394500"/>
              </a:xfrm>
            </p:grpSpPr>
            <p:sp>
              <p:nvSpPr>
                <p:cNvPr id="1440" name="Google Shape;1440;p44"/>
                <p:cNvSpPr/>
                <p:nvPr/>
              </p:nvSpPr>
              <p:spPr>
                <a:xfrm>
                  <a:off x="3886955" y="3914348"/>
                  <a:ext cx="394500" cy="394500"/>
                </a:xfrm>
                <a:prstGeom prst="roundRect">
                  <a:avLst>
                    <a:gd fmla="val 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1" name="Google Shape;1441;p44"/>
                <p:cNvSpPr/>
                <p:nvPr/>
              </p:nvSpPr>
              <p:spPr>
                <a:xfrm>
                  <a:off x="3886955" y="3914348"/>
                  <a:ext cx="394500" cy="394500"/>
                </a:xfrm>
                <a:prstGeom prst="ellipse">
                  <a:avLst/>
                </a:prstGeom>
                <a:solidFill>
                  <a:srgbClr val="76518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42" name="Google Shape;1442;p44"/>
              <p:cNvGrpSpPr/>
              <p:nvPr/>
            </p:nvGrpSpPr>
            <p:grpSpPr>
              <a:xfrm>
                <a:off x="4405039" y="3914348"/>
                <a:ext cx="394500" cy="394500"/>
                <a:chOff x="4405039" y="3914348"/>
                <a:chExt cx="394500" cy="394500"/>
              </a:xfrm>
            </p:grpSpPr>
            <p:sp>
              <p:nvSpPr>
                <p:cNvPr id="1443" name="Google Shape;1443;p44"/>
                <p:cNvSpPr/>
                <p:nvPr/>
              </p:nvSpPr>
              <p:spPr>
                <a:xfrm>
                  <a:off x="4405039" y="3914348"/>
                  <a:ext cx="394500" cy="394500"/>
                </a:xfrm>
                <a:prstGeom prst="roundRect">
                  <a:avLst>
                    <a:gd fmla="val 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4" name="Google Shape;1444;p44"/>
                <p:cNvSpPr/>
                <p:nvPr/>
              </p:nvSpPr>
              <p:spPr>
                <a:xfrm>
                  <a:off x="4405039" y="3914348"/>
                  <a:ext cx="394500" cy="394500"/>
                </a:xfrm>
                <a:prstGeom prst="ellipse">
                  <a:avLst/>
                </a:prstGeom>
                <a:solidFill>
                  <a:srgbClr val="B07CC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45" name="Google Shape;1445;p44"/>
              <p:cNvSpPr/>
              <p:nvPr/>
            </p:nvSpPr>
            <p:spPr>
              <a:xfrm>
                <a:off x="3264329"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6" name="Google Shape;1446;p44"/>
              <p:cNvSpPr/>
              <p:nvPr/>
            </p:nvSpPr>
            <p:spPr>
              <a:xfrm>
                <a:off x="3782404" y="4068699"/>
                <a:ext cx="85500" cy="8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7" name="Google Shape;1447;p44"/>
              <p:cNvSpPr/>
              <p:nvPr/>
            </p:nvSpPr>
            <p:spPr>
              <a:xfrm>
                <a:off x="4300491" y="4068699"/>
                <a:ext cx="85500" cy="858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8" name="Google Shape;1448;p44"/>
              <p:cNvSpPr/>
              <p:nvPr/>
            </p:nvSpPr>
            <p:spPr>
              <a:xfrm>
                <a:off x="2746254"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49" name="Google Shape;1449;p44"/>
              <p:cNvCxnSpPr>
                <a:stCxn id="1448" idx="0"/>
                <a:endCxn id="1445" idx="0"/>
              </p:cNvCxnSpPr>
              <p:nvPr/>
            </p:nvCxnSpPr>
            <p:spPr>
              <a:xfrm flipH="1" rot="-5400000">
                <a:off x="3047754" y="3809949"/>
                <a:ext cx="600" cy="518100"/>
              </a:xfrm>
              <a:prstGeom prst="curvedConnector3">
                <a:avLst>
                  <a:gd fmla="val -39687500" name="adj1"/>
                </a:avLst>
              </a:prstGeom>
              <a:noFill/>
              <a:ln cap="flat" cmpd="sng" w="19050">
                <a:solidFill>
                  <a:srgbClr val="22244E"/>
                </a:solidFill>
                <a:prstDash val="solid"/>
                <a:round/>
                <a:headEnd len="med" w="med" type="none"/>
                <a:tailEnd len="med" w="med" type="none"/>
              </a:ln>
            </p:spPr>
          </p:cxnSp>
          <p:cxnSp>
            <p:nvCxnSpPr>
              <p:cNvPr id="1450" name="Google Shape;1450;p44"/>
              <p:cNvCxnSpPr>
                <a:stCxn id="1445" idx="4"/>
                <a:endCxn id="1446" idx="4"/>
              </p:cNvCxnSpPr>
              <p:nvPr/>
            </p:nvCxnSpPr>
            <p:spPr>
              <a:xfrm flipH="1" rot="-5400000">
                <a:off x="3565829" y="3895749"/>
                <a:ext cx="600" cy="518100"/>
              </a:xfrm>
              <a:prstGeom prst="curvedConnector3">
                <a:avLst>
                  <a:gd fmla="val 39687500" name="adj1"/>
                </a:avLst>
              </a:prstGeom>
              <a:noFill/>
              <a:ln cap="flat" cmpd="sng" w="19050">
                <a:solidFill>
                  <a:srgbClr val="503259"/>
                </a:solidFill>
                <a:prstDash val="solid"/>
                <a:round/>
                <a:headEnd len="med" w="med" type="none"/>
                <a:tailEnd len="med" w="med" type="none"/>
              </a:ln>
            </p:spPr>
          </p:cxnSp>
          <p:cxnSp>
            <p:nvCxnSpPr>
              <p:cNvPr id="1451" name="Google Shape;1451;p44"/>
              <p:cNvCxnSpPr>
                <a:stCxn id="1446" idx="0"/>
                <a:endCxn id="1447" idx="0"/>
              </p:cNvCxnSpPr>
              <p:nvPr/>
            </p:nvCxnSpPr>
            <p:spPr>
              <a:xfrm flipH="1" rot="-5400000">
                <a:off x="4083904" y="3809949"/>
                <a:ext cx="600" cy="518100"/>
              </a:xfrm>
              <a:prstGeom prst="curvedConnector3">
                <a:avLst>
                  <a:gd fmla="val -39687500" name="adj1"/>
                </a:avLst>
              </a:prstGeom>
              <a:noFill/>
              <a:ln cap="flat" cmpd="sng" w="19050">
                <a:solidFill>
                  <a:srgbClr val="765186"/>
                </a:solidFill>
                <a:prstDash val="solid"/>
                <a:round/>
                <a:headEnd len="med" w="med" type="none"/>
                <a:tailEnd len="med" w="med" type="none"/>
              </a:ln>
            </p:spPr>
          </p:cxnSp>
          <p:cxnSp>
            <p:nvCxnSpPr>
              <p:cNvPr id="1452" name="Google Shape;1452;p44"/>
              <p:cNvCxnSpPr>
                <a:stCxn id="1447" idx="4"/>
                <a:endCxn id="1431" idx="4"/>
              </p:cNvCxnSpPr>
              <p:nvPr/>
            </p:nvCxnSpPr>
            <p:spPr>
              <a:xfrm flipH="1" rot="-5400000">
                <a:off x="4601991" y="3895749"/>
                <a:ext cx="600" cy="518100"/>
              </a:xfrm>
              <a:prstGeom prst="curvedConnector3">
                <a:avLst>
                  <a:gd fmla="val 39687500" name="adj1"/>
                </a:avLst>
              </a:prstGeom>
              <a:noFill/>
              <a:ln cap="flat" cmpd="sng" w="19050">
                <a:solidFill>
                  <a:srgbClr val="B07CC6"/>
                </a:solidFill>
                <a:prstDash val="solid"/>
                <a:round/>
                <a:headEnd len="med" w="med" type="none"/>
                <a:tailEnd len="med" w="med" type="none"/>
              </a:ln>
            </p:spPr>
          </p:cxnSp>
        </p:grpSp>
      </p:grpSp>
      <p:grpSp>
        <p:nvGrpSpPr>
          <p:cNvPr id="1453" name="Google Shape;1453;p44"/>
          <p:cNvGrpSpPr/>
          <p:nvPr/>
        </p:nvGrpSpPr>
        <p:grpSpPr>
          <a:xfrm>
            <a:off x="5103624" y="3935226"/>
            <a:ext cx="1533103" cy="673350"/>
            <a:chOff x="5103624" y="3935226"/>
            <a:chExt cx="1533103" cy="673350"/>
          </a:xfrm>
        </p:grpSpPr>
        <p:grpSp>
          <p:nvGrpSpPr>
            <p:cNvPr id="1454" name="Google Shape;1454;p44"/>
            <p:cNvGrpSpPr/>
            <p:nvPr/>
          </p:nvGrpSpPr>
          <p:grpSpPr>
            <a:xfrm>
              <a:off x="6125827" y="3935226"/>
              <a:ext cx="510900" cy="673350"/>
              <a:chOff x="6119344" y="3856251"/>
              <a:chExt cx="510900" cy="673350"/>
            </a:xfrm>
          </p:grpSpPr>
          <p:sp>
            <p:nvSpPr>
              <p:cNvPr id="1455" name="Google Shape;1455;p44"/>
              <p:cNvSpPr/>
              <p:nvPr/>
            </p:nvSpPr>
            <p:spPr>
              <a:xfrm>
                <a:off x="6119344" y="3856251"/>
                <a:ext cx="510900" cy="510900"/>
              </a:xfrm>
              <a:prstGeom prst="arc">
                <a:avLst>
                  <a:gd fmla="val 10788183" name="adj1"/>
                  <a:gd fmla="val 5348878" name="adj2"/>
                </a:avLst>
              </a:prstGeom>
              <a:no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56" name="Google Shape;1456;p44"/>
              <p:cNvCxnSpPr>
                <a:stCxn id="1455" idx="1"/>
              </p:cNvCxnSpPr>
              <p:nvPr/>
            </p:nvCxnSpPr>
            <p:spPr>
              <a:xfrm>
                <a:off x="6374794" y="4111701"/>
                <a:ext cx="0" cy="417900"/>
              </a:xfrm>
              <a:prstGeom prst="straightConnector1">
                <a:avLst/>
              </a:prstGeom>
              <a:noFill/>
              <a:ln cap="flat" cmpd="sng" w="19050">
                <a:solidFill>
                  <a:srgbClr val="B07CC6"/>
                </a:solidFill>
                <a:prstDash val="solid"/>
                <a:round/>
                <a:headEnd len="med" w="med" type="none"/>
                <a:tailEnd len="med" w="med" type="oval"/>
              </a:ln>
            </p:spPr>
          </p:cxnSp>
          <p:sp>
            <p:nvSpPr>
              <p:cNvPr id="1457" name="Google Shape;1457;p44"/>
              <p:cNvSpPr/>
              <p:nvPr/>
            </p:nvSpPr>
            <p:spPr>
              <a:xfrm>
                <a:off x="6177532" y="3914348"/>
                <a:ext cx="394500" cy="3945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58" name="Google Shape;1458;p44"/>
            <p:cNvGrpSpPr/>
            <p:nvPr/>
          </p:nvGrpSpPr>
          <p:grpSpPr>
            <a:xfrm>
              <a:off x="5614720" y="3935226"/>
              <a:ext cx="510900" cy="673350"/>
              <a:chOff x="5606594" y="3856251"/>
              <a:chExt cx="510900" cy="673350"/>
            </a:xfrm>
          </p:grpSpPr>
          <p:sp>
            <p:nvSpPr>
              <p:cNvPr id="1459" name="Google Shape;1459;p44"/>
              <p:cNvSpPr/>
              <p:nvPr/>
            </p:nvSpPr>
            <p:spPr>
              <a:xfrm>
                <a:off x="5606594" y="3856251"/>
                <a:ext cx="510900" cy="510900"/>
              </a:xfrm>
              <a:prstGeom prst="arc">
                <a:avLst>
                  <a:gd fmla="val 10788183" name="adj1"/>
                  <a:gd fmla="val 5348878" name="adj2"/>
                </a:avLst>
              </a:prstGeom>
              <a:no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60" name="Google Shape;1460;p44"/>
              <p:cNvCxnSpPr>
                <a:stCxn id="1459" idx="1"/>
              </p:cNvCxnSpPr>
              <p:nvPr/>
            </p:nvCxnSpPr>
            <p:spPr>
              <a:xfrm>
                <a:off x="5862044" y="4111701"/>
                <a:ext cx="0" cy="417900"/>
              </a:xfrm>
              <a:prstGeom prst="straightConnector1">
                <a:avLst/>
              </a:prstGeom>
              <a:noFill/>
              <a:ln cap="flat" cmpd="sng" w="19050">
                <a:solidFill>
                  <a:srgbClr val="765186"/>
                </a:solidFill>
                <a:prstDash val="solid"/>
                <a:round/>
                <a:headEnd len="med" w="med" type="none"/>
                <a:tailEnd len="med" w="med" type="oval"/>
              </a:ln>
            </p:spPr>
          </p:cxnSp>
          <p:sp>
            <p:nvSpPr>
              <p:cNvPr id="1461" name="Google Shape;1461;p44"/>
              <p:cNvSpPr/>
              <p:nvPr/>
            </p:nvSpPr>
            <p:spPr>
              <a:xfrm>
                <a:off x="5664782" y="3914348"/>
                <a:ext cx="394500" cy="3945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62" name="Google Shape;1462;p44"/>
            <p:cNvGrpSpPr/>
            <p:nvPr/>
          </p:nvGrpSpPr>
          <p:grpSpPr>
            <a:xfrm>
              <a:off x="5103624" y="3935226"/>
              <a:ext cx="510900" cy="673350"/>
              <a:chOff x="5093856" y="3856251"/>
              <a:chExt cx="510900" cy="673350"/>
            </a:xfrm>
          </p:grpSpPr>
          <p:sp>
            <p:nvSpPr>
              <p:cNvPr id="1463" name="Google Shape;1463;p44"/>
              <p:cNvSpPr/>
              <p:nvPr/>
            </p:nvSpPr>
            <p:spPr>
              <a:xfrm>
                <a:off x="5093856" y="3856251"/>
                <a:ext cx="510900" cy="510900"/>
              </a:xfrm>
              <a:prstGeom prst="arc">
                <a:avLst>
                  <a:gd fmla="val 10788183" name="adj1"/>
                  <a:gd fmla="val 5348878" name="adj2"/>
                </a:avLst>
              </a:prstGeom>
              <a:no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64" name="Google Shape;1464;p44"/>
              <p:cNvCxnSpPr>
                <a:stCxn id="1463" idx="1"/>
              </p:cNvCxnSpPr>
              <p:nvPr/>
            </p:nvCxnSpPr>
            <p:spPr>
              <a:xfrm>
                <a:off x="5349306" y="4111701"/>
                <a:ext cx="0" cy="417900"/>
              </a:xfrm>
              <a:prstGeom prst="straightConnector1">
                <a:avLst/>
              </a:prstGeom>
              <a:noFill/>
              <a:ln cap="flat" cmpd="sng" w="19050">
                <a:solidFill>
                  <a:srgbClr val="503259"/>
                </a:solidFill>
                <a:prstDash val="solid"/>
                <a:round/>
                <a:headEnd len="med" w="med" type="none"/>
                <a:tailEnd len="med" w="med" type="oval"/>
              </a:ln>
            </p:spPr>
          </p:cxnSp>
          <p:sp>
            <p:nvSpPr>
              <p:cNvPr id="1465" name="Google Shape;1465;p44"/>
              <p:cNvSpPr/>
              <p:nvPr/>
            </p:nvSpPr>
            <p:spPr>
              <a:xfrm>
                <a:off x="5152045" y="3914348"/>
                <a:ext cx="394500" cy="3945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9" name="Shape 1469"/>
        <p:cNvGrpSpPr/>
        <p:nvPr/>
      </p:nvGrpSpPr>
      <p:grpSpPr>
        <a:xfrm>
          <a:off x="0" y="0"/>
          <a:ext cx="0" cy="0"/>
          <a:chOff x="0" y="0"/>
          <a:chExt cx="0" cy="0"/>
        </a:xfrm>
      </p:grpSpPr>
      <p:graphicFrame>
        <p:nvGraphicFramePr>
          <p:cNvPr id="1470" name="Google Shape;1470;p45"/>
          <p:cNvGraphicFramePr/>
          <p:nvPr/>
        </p:nvGraphicFramePr>
        <p:xfrm>
          <a:off x="3372638" y="2034494"/>
          <a:ext cx="3000000" cy="3000000"/>
        </p:xfrm>
        <a:graphic>
          <a:graphicData uri="http://schemas.openxmlformats.org/drawingml/2006/table">
            <a:tbl>
              <a:tblPr>
                <a:noFill/>
                <a:tableStyleId>{D0370127-488D-422B-A068-89514BE1C883}</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71" name="Google Shape;1471;p45"/>
          <p:cNvGraphicFramePr/>
          <p:nvPr/>
        </p:nvGraphicFramePr>
        <p:xfrm>
          <a:off x="712575" y="649450"/>
          <a:ext cx="3000000" cy="3000000"/>
        </p:xfrm>
        <a:graphic>
          <a:graphicData uri="http://schemas.openxmlformats.org/drawingml/2006/table">
            <a:tbl>
              <a:tblPr>
                <a:noFill/>
                <a:tableStyleId>{D0370127-488D-422B-A068-89514BE1C883}</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472" name="Google Shape;1472;p45"/>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3" name="Google Shape;1473;p45"/>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4" name="Google Shape;1474;p45"/>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475" name="Google Shape;1475;p45"/>
          <p:cNvGraphicFramePr/>
          <p:nvPr/>
        </p:nvGraphicFramePr>
        <p:xfrm>
          <a:off x="3372638" y="649450"/>
          <a:ext cx="3000000" cy="3000000"/>
        </p:xfrm>
        <a:graphic>
          <a:graphicData uri="http://schemas.openxmlformats.org/drawingml/2006/table">
            <a:tbl>
              <a:tblPr>
                <a:noFill/>
                <a:tableStyleId>{D0370127-488D-422B-A068-89514BE1C883}</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476" name="Google Shape;1476;p45"/>
          <p:cNvGraphicFramePr/>
          <p:nvPr/>
        </p:nvGraphicFramePr>
        <p:xfrm>
          <a:off x="6032700" y="649450"/>
          <a:ext cx="3000000" cy="3000000"/>
        </p:xfrm>
        <a:graphic>
          <a:graphicData uri="http://schemas.openxmlformats.org/drawingml/2006/table">
            <a:tbl>
              <a:tblPr>
                <a:noFill/>
                <a:tableStyleId>{D0370127-488D-422B-A068-89514BE1C883}</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477" name="Google Shape;1477;p45"/>
          <p:cNvGraphicFramePr/>
          <p:nvPr/>
        </p:nvGraphicFramePr>
        <p:xfrm>
          <a:off x="718250" y="2034506"/>
          <a:ext cx="3000000" cy="3000000"/>
        </p:xfrm>
        <a:graphic>
          <a:graphicData uri="http://schemas.openxmlformats.org/drawingml/2006/table">
            <a:tbl>
              <a:tblPr>
                <a:noFill/>
                <a:tableStyleId>{D0370127-488D-422B-A068-89514BE1C883}</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478" name="Google Shape;1478;p45"/>
          <p:cNvGrpSpPr/>
          <p:nvPr/>
        </p:nvGrpSpPr>
        <p:grpSpPr>
          <a:xfrm>
            <a:off x="3771725" y="2383156"/>
            <a:ext cx="1995300" cy="74400"/>
            <a:chOff x="3771725" y="2273200"/>
            <a:chExt cx="1995300" cy="74400"/>
          </a:xfrm>
        </p:grpSpPr>
        <p:sp>
          <p:nvSpPr>
            <p:cNvPr id="1479" name="Google Shape;1479;p45"/>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0" name="Google Shape;1480;p45"/>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81" name="Google Shape;1481;p45"/>
          <p:cNvGrpSpPr/>
          <p:nvPr/>
        </p:nvGrpSpPr>
        <p:grpSpPr>
          <a:xfrm>
            <a:off x="3771725" y="2644506"/>
            <a:ext cx="1995300" cy="74400"/>
            <a:chOff x="3771725" y="2534550"/>
            <a:chExt cx="1995300" cy="74400"/>
          </a:xfrm>
        </p:grpSpPr>
        <p:sp>
          <p:nvSpPr>
            <p:cNvPr id="1482" name="Google Shape;1482;p45"/>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3" name="Google Shape;1483;p45"/>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84" name="Google Shape;1484;p45"/>
          <p:cNvGrpSpPr/>
          <p:nvPr/>
        </p:nvGrpSpPr>
        <p:grpSpPr>
          <a:xfrm>
            <a:off x="3771725" y="2905856"/>
            <a:ext cx="1995300" cy="74400"/>
            <a:chOff x="3771725" y="2795900"/>
            <a:chExt cx="1995300" cy="74400"/>
          </a:xfrm>
        </p:grpSpPr>
        <p:sp>
          <p:nvSpPr>
            <p:cNvPr id="1485" name="Google Shape;1485;p45"/>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86" name="Google Shape;1486;p45"/>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487" name="Google Shape;1487;p45"/>
          <p:cNvGraphicFramePr/>
          <p:nvPr/>
        </p:nvGraphicFramePr>
        <p:xfrm>
          <a:off x="6027038" y="2034494"/>
          <a:ext cx="3000000" cy="3000000"/>
        </p:xfrm>
        <a:graphic>
          <a:graphicData uri="http://schemas.openxmlformats.org/drawingml/2006/table">
            <a:tbl>
              <a:tblPr>
                <a:noFill/>
                <a:tableStyleId>{D0370127-488D-422B-A068-89514BE1C883}</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488" name="Google Shape;1488;p45"/>
          <p:cNvGraphicFramePr/>
          <p:nvPr/>
        </p:nvGraphicFramePr>
        <p:xfrm>
          <a:off x="722138" y="3419550"/>
          <a:ext cx="3000000" cy="3000000"/>
        </p:xfrm>
        <a:graphic>
          <a:graphicData uri="http://schemas.openxmlformats.org/drawingml/2006/table">
            <a:tbl>
              <a:tblPr>
                <a:noFill/>
                <a:tableStyleId>{D0370127-488D-422B-A068-89514BE1C883}</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489" name="Google Shape;1489;p45"/>
          <p:cNvGraphicFramePr/>
          <p:nvPr/>
        </p:nvGraphicFramePr>
        <p:xfrm>
          <a:off x="3374600" y="3419550"/>
          <a:ext cx="3000000" cy="3000000"/>
        </p:xfrm>
        <a:graphic>
          <a:graphicData uri="http://schemas.openxmlformats.org/drawingml/2006/table">
            <a:tbl>
              <a:tblPr>
                <a:noFill/>
                <a:tableStyleId>{D0370127-488D-422B-A068-89514BE1C883}</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490" name="Google Shape;1490;p45"/>
          <p:cNvGraphicFramePr/>
          <p:nvPr/>
        </p:nvGraphicFramePr>
        <p:xfrm>
          <a:off x="6027038" y="3419550"/>
          <a:ext cx="3000000" cy="3000000"/>
        </p:xfrm>
        <a:graphic>
          <a:graphicData uri="http://schemas.openxmlformats.org/drawingml/2006/table">
            <a:tbl>
              <a:tblPr>
                <a:noFill/>
                <a:tableStyleId>{D0370127-488D-422B-A068-89514BE1C883}</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491" name="Google Shape;1491;p45"/>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492" name="Google Shape;1492;p45"/>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493" name="Google Shape;1493;p45"/>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494" name="Google Shape;1494;p45"/>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5" name="Google Shape;1495;p45"/>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6" name="Google Shape;1496;p45"/>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7" name="Google Shape;1497;p45"/>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8" name="Google Shape;1498;p45"/>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99" name="Google Shape;1499;p45"/>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00" name="Google Shape;1500;p45"/>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4" name="Shape 1504"/>
        <p:cNvGrpSpPr/>
        <p:nvPr/>
      </p:nvGrpSpPr>
      <p:grpSpPr>
        <a:xfrm>
          <a:off x="0" y="0"/>
          <a:ext cx="0" cy="0"/>
          <a:chOff x="0" y="0"/>
          <a:chExt cx="0" cy="0"/>
        </a:xfrm>
      </p:grpSpPr>
      <p:grpSp>
        <p:nvGrpSpPr>
          <p:cNvPr id="1505" name="Google Shape;1505;p46"/>
          <p:cNvGrpSpPr/>
          <p:nvPr/>
        </p:nvGrpSpPr>
        <p:grpSpPr>
          <a:xfrm>
            <a:off x="4842026" y="534551"/>
            <a:ext cx="1039466" cy="1217093"/>
            <a:chOff x="4842026" y="534551"/>
            <a:chExt cx="1039466" cy="1217093"/>
          </a:xfrm>
        </p:grpSpPr>
        <p:grpSp>
          <p:nvGrpSpPr>
            <p:cNvPr id="1506" name="Google Shape;1506;p46"/>
            <p:cNvGrpSpPr/>
            <p:nvPr/>
          </p:nvGrpSpPr>
          <p:grpSpPr>
            <a:xfrm>
              <a:off x="4842026" y="534551"/>
              <a:ext cx="1039466" cy="1217093"/>
              <a:chOff x="5730743" y="656888"/>
              <a:chExt cx="812400" cy="951300"/>
            </a:xfrm>
          </p:grpSpPr>
          <p:grpSp>
            <p:nvGrpSpPr>
              <p:cNvPr id="1507" name="Google Shape;1507;p46"/>
              <p:cNvGrpSpPr/>
              <p:nvPr/>
            </p:nvGrpSpPr>
            <p:grpSpPr>
              <a:xfrm>
                <a:off x="5730743" y="726350"/>
                <a:ext cx="812400" cy="812400"/>
                <a:chOff x="5730743" y="726350"/>
                <a:chExt cx="812400" cy="812400"/>
              </a:xfrm>
            </p:grpSpPr>
            <p:sp>
              <p:nvSpPr>
                <p:cNvPr id="1508" name="Google Shape;1508;p46"/>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09" name="Google Shape;1509;p46"/>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0" name="Google Shape;1510;p46"/>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1" name="Google Shape;1511;p46"/>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12" name="Google Shape;1512;p46"/>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3" name="Google Shape;1513;p46"/>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4" name="Google Shape;1514;p46"/>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5" name="Google Shape;1515;p46"/>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6" name="Google Shape;1516;p46"/>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17" name="Google Shape;1517;p46"/>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18" name="Google Shape;1518;p46"/>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519" name="Google Shape;1519;p46"/>
          <p:cNvGrpSpPr/>
          <p:nvPr/>
        </p:nvGrpSpPr>
        <p:grpSpPr>
          <a:xfrm>
            <a:off x="702941" y="2050687"/>
            <a:ext cx="1076771" cy="1049716"/>
            <a:chOff x="703000" y="2087175"/>
            <a:chExt cx="1002300" cy="977025"/>
          </a:xfrm>
        </p:grpSpPr>
        <p:sp>
          <p:nvSpPr>
            <p:cNvPr id="1520" name="Google Shape;1520;p46"/>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1" name="Google Shape;1521;p46"/>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2" name="Google Shape;1522;p46"/>
            <p:cNvSpPr/>
            <p:nvPr/>
          </p:nvSpPr>
          <p:spPr>
            <a:xfrm>
              <a:off x="703000" y="2392800"/>
              <a:ext cx="671400" cy="671400"/>
            </a:xfrm>
            <a:prstGeom prst="ellipse">
              <a:avLst/>
            </a:prstGeom>
            <a:solidFill>
              <a:srgbClr val="503259">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23" name="Google Shape;1523;p46"/>
          <p:cNvGrpSpPr/>
          <p:nvPr/>
        </p:nvGrpSpPr>
        <p:grpSpPr>
          <a:xfrm>
            <a:off x="1906805" y="2058326"/>
            <a:ext cx="688976" cy="1049885"/>
            <a:chOff x="1992126" y="2083056"/>
            <a:chExt cx="750600" cy="1143790"/>
          </a:xfrm>
        </p:grpSpPr>
        <p:grpSp>
          <p:nvGrpSpPr>
            <p:cNvPr id="1524" name="Google Shape;1524;p46"/>
            <p:cNvGrpSpPr/>
            <p:nvPr/>
          </p:nvGrpSpPr>
          <p:grpSpPr>
            <a:xfrm>
              <a:off x="1992126" y="2083056"/>
              <a:ext cx="750600" cy="1143661"/>
              <a:chOff x="1992126" y="2083056"/>
              <a:chExt cx="750600" cy="1143661"/>
            </a:xfrm>
          </p:grpSpPr>
          <p:sp>
            <p:nvSpPr>
              <p:cNvPr id="1525" name="Google Shape;1525;p46"/>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26" name="Google Shape;1526;p46"/>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527" name="Google Shape;1527;p46"/>
            <p:cNvGrpSpPr/>
            <p:nvPr/>
          </p:nvGrpSpPr>
          <p:grpSpPr>
            <a:xfrm>
              <a:off x="2045161" y="2136120"/>
              <a:ext cx="644700" cy="1090586"/>
              <a:chOff x="2045161" y="2136120"/>
              <a:chExt cx="644700" cy="1090586"/>
            </a:xfrm>
          </p:grpSpPr>
          <p:sp>
            <p:nvSpPr>
              <p:cNvPr id="1528" name="Google Shape;1528;p46"/>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29" name="Google Shape;1529;p46"/>
              <p:cNvCxnSpPr>
                <a:stCxn id="1528"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530" name="Google Shape;1530;p46"/>
            <p:cNvGrpSpPr/>
            <p:nvPr/>
          </p:nvGrpSpPr>
          <p:grpSpPr>
            <a:xfrm>
              <a:off x="2101854" y="2192746"/>
              <a:ext cx="531300" cy="1034100"/>
              <a:chOff x="2101854" y="2192746"/>
              <a:chExt cx="531300" cy="1034100"/>
            </a:xfrm>
          </p:grpSpPr>
          <p:sp>
            <p:nvSpPr>
              <p:cNvPr id="1531" name="Google Shape;1531;p46"/>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32" name="Google Shape;1532;p46"/>
              <p:cNvCxnSpPr>
                <a:stCxn id="1531"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533" name="Google Shape;1533;p46"/>
            <p:cNvGrpSpPr/>
            <p:nvPr/>
          </p:nvGrpSpPr>
          <p:grpSpPr>
            <a:xfrm>
              <a:off x="2162890" y="2253859"/>
              <a:ext cx="409200" cy="972900"/>
              <a:chOff x="2162890" y="2253859"/>
              <a:chExt cx="409200" cy="972900"/>
            </a:xfrm>
          </p:grpSpPr>
          <p:sp>
            <p:nvSpPr>
              <p:cNvPr id="1534" name="Google Shape;1534;p46"/>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35" name="Google Shape;1535;p46"/>
              <p:cNvCxnSpPr>
                <a:stCxn id="1534"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536" name="Google Shape;1536;p46"/>
            <p:cNvGrpSpPr/>
            <p:nvPr/>
          </p:nvGrpSpPr>
          <p:grpSpPr>
            <a:xfrm>
              <a:off x="2212739" y="2303722"/>
              <a:ext cx="309600" cy="923060"/>
              <a:chOff x="2212739" y="2303722"/>
              <a:chExt cx="309600" cy="923060"/>
            </a:xfrm>
          </p:grpSpPr>
          <p:sp>
            <p:nvSpPr>
              <p:cNvPr id="1537" name="Google Shape;1537;p46"/>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38" name="Google Shape;1538;p46"/>
              <p:cNvCxnSpPr>
                <a:stCxn id="1537"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539" name="Google Shape;1539;p46"/>
          <p:cNvGrpSpPr/>
          <p:nvPr/>
        </p:nvGrpSpPr>
        <p:grpSpPr>
          <a:xfrm>
            <a:off x="7677625" y="547580"/>
            <a:ext cx="753078" cy="752223"/>
            <a:chOff x="1186975" y="238125"/>
            <a:chExt cx="5244275" cy="5238325"/>
          </a:xfrm>
        </p:grpSpPr>
        <p:sp>
          <p:nvSpPr>
            <p:cNvPr id="1540" name="Google Shape;1540;p4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46"/>
          <p:cNvGrpSpPr/>
          <p:nvPr/>
        </p:nvGrpSpPr>
        <p:grpSpPr>
          <a:xfrm>
            <a:off x="702950" y="3398221"/>
            <a:ext cx="1292910" cy="430549"/>
            <a:chOff x="238125" y="1335475"/>
            <a:chExt cx="5418735" cy="3034175"/>
          </a:xfrm>
        </p:grpSpPr>
        <p:sp>
          <p:nvSpPr>
            <p:cNvPr id="1545" name="Google Shape;1545;p4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46"/>
          <p:cNvGrpSpPr/>
          <p:nvPr/>
        </p:nvGrpSpPr>
        <p:grpSpPr>
          <a:xfrm>
            <a:off x="713215" y="551136"/>
            <a:ext cx="1590024" cy="1217116"/>
            <a:chOff x="688541" y="663825"/>
            <a:chExt cx="1287052" cy="985200"/>
          </a:xfrm>
        </p:grpSpPr>
        <p:grpSp>
          <p:nvGrpSpPr>
            <p:cNvPr id="1549" name="Google Shape;1549;p46"/>
            <p:cNvGrpSpPr/>
            <p:nvPr/>
          </p:nvGrpSpPr>
          <p:grpSpPr>
            <a:xfrm>
              <a:off x="855600" y="663825"/>
              <a:ext cx="1119992" cy="985200"/>
              <a:chOff x="855600" y="663825"/>
              <a:chExt cx="1119992" cy="985200"/>
            </a:xfrm>
          </p:grpSpPr>
          <p:grpSp>
            <p:nvGrpSpPr>
              <p:cNvPr id="1550" name="Google Shape;1550;p46"/>
              <p:cNvGrpSpPr/>
              <p:nvPr/>
            </p:nvGrpSpPr>
            <p:grpSpPr>
              <a:xfrm>
                <a:off x="855600" y="663825"/>
                <a:ext cx="1119992" cy="985200"/>
                <a:chOff x="855600" y="663825"/>
                <a:chExt cx="1119992" cy="985200"/>
              </a:xfrm>
            </p:grpSpPr>
            <p:sp>
              <p:nvSpPr>
                <p:cNvPr id="1551" name="Google Shape;1551;p46"/>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2" name="Google Shape;1552;p46"/>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53" name="Google Shape;1553;p46"/>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54" name="Google Shape;1554;p46"/>
            <p:cNvGrpSpPr/>
            <p:nvPr/>
          </p:nvGrpSpPr>
          <p:grpSpPr>
            <a:xfrm>
              <a:off x="688550" y="733463"/>
              <a:ext cx="1082650" cy="846000"/>
              <a:chOff x="688550" y="733463"/>
              <a:chExt cx="1082650" cy="846000"/>
            </a:xfrm>
          </p:grpSpPr>
          <p:grpSp>
            <p:nvGrpSpPr>
              <p:cNvPr id="1555" name="Google Shape;1555;p46"/>
              <p:cNvGrpSpPr/>
              <p:nvPr/>
            </p:nvGrpSpPr>
            <p:grpSpPr>
              <a:xfrm>
                <a:off x="688550" y="733463"/>
                <a:ext cx="1082650" cy="846000"/>
                <a:chOff x="688550" y="733463"/>
                <a:chExt cx="1082650" cy="846000"/>
              </a:xfrm>
            </p:grpSpPr>
            <p:sp>
              <p:nvSpPr>
                <p:cNvPr id="1556" name="Google Shape;1556;p46"/>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7" name="Google Shape;1557;p46"/>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58" name="Google Shape;1558;p46"/>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59" name="Google Shape;1559;p46"/>
            <p:cNvGrpSpPr/>
            <p:nvPr/>
          </p:nvGrpSpPr>
          <p:grpSpPr>
            <a:xfrm>
              <a:off x="688541" y="807775"/>
              <a:ext cx="1008259" cy="697200"/>
              <a:chOff x="688541" y="807775"/>
              <a:chExt cx="1008259" cy="697200"/>
            </a:xfrm>
          </p:grpSpPr>
          <p:grpSp>
            <p:nvGrpSpPr>
              <p:cNvPr id="1560" name="Google Shape;1560;p46"/>
              <p:cNvGrpSpPr/>
              <p:nvPr/>
            </p:nvGrpSpPr>
            <p:grpSpPr>
              <a:xfrm>
                <a:off x="688541" y="807775"/>
                <a:ext cx="1008259" cy="697200"/>
                <a:chOff x="688541" y="807775"/>
                <a:chExt cx="1008259" cy="697200"/>
              </a:xfrm>
            </p:grpSpPr>
            <p:sp>
              <p:nvSpPr>
                <p:cNvPr id="1561" name="Google Shape;1561;p46"/>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62" name="Google Shape;1562;p46"/>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63" name="Google Shape;1563;p46"/>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64" name="Google Shape;1564;p46"/>
            <p:cNvGrpSpPr/>
            <p:nvPr/>
          </p:nvGrpSpPr>
          <p:grpSpPr>
            <a:xfrm>
              <a:off x="1079700" y="887975"/>
              <a:ext cx="895892" cy="539681"/>
              <a:chOff x="1079700" y="887975"/>
              <a:chExt cx="895892" cy="539681"/>
            </a:xfrm>
          </p:grpSpPr>
          <p:grpSp>
            <p:nvGrpSpPr>
              <p:cNvPr id="1565" name="Google Shape;1565;p46"/>
              <p:cNvGrpSpPr/>
              <p:nvPr/>
            </p:nvGrpSpPr>
            <p:grpSpPr>
              <a:xfrm>
                <a:off x="1079700" y="887975"/>
                <a:ext cx="895892" cy="539681"/>
                <a:chOff x="1079700" y="887975"/>
                <a:chExt cx="895892" cy="539681"/>
              </a:xfrm>
            </p:grpSpPr>
            <p:sp>
              <p:nvSpPr>
                <p:cNvPr id="1566" name="Google Shape;1566;p46"/>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67" name="Google Shape;1567;p46"/>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68" name="Google Shape;1568;p46"/>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69" name="Google Shape;1569;p46"/>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70" name="Google Shape;1570;p46"/>
          <p:cNvGrpSpPr/>
          <p:nvPr/>
        </p:nvGrpSpPr>
        <p:grpSpPr>
          <a:xfrm>
            <a:off x="2359674" y="539588"/>
            <a:ext cx="1119708" cy="1217144"/>
            <a:chOff x="2404275" y="663825"/>
            <a:chExt cx="906206" cy="985063"/>
          </a:xfrm>
        </p:grpSpPr>
        <p:cxnSp>
          <p:nvCxnSpPr>
            <p:cNvPr id="1571" name="Google Shape;1571;p46"/>
            <p:cNvCxnSpPr>
              <a:stCxn id="1572" idx="5"/>
              <a:endCxn id="1573"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574" name="Google Shape;1574;p46"/>
            <p:cNvCxnSpPr>
              <a:stCxn id="1573" idx="3"/>
              <a:endCxn id="1575"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576" name="Google Shape;1576;p46"/>
            <p:cNvCxnSpPr>
              <a:stCxn id="1575" idx="1"/>
              <a:endCxn id="1577"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578" name="Google Shape;1578;p46"/>
            <p:cNvCxnSpPr>
              <a:stCxn id="1577" idx="7"/>
              <a:endCxn id="1572"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572" name="Google Shape;1572;p46"/>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77" name="Google Shape;1577;p46"/>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75" name="Google Shape;1575;p46"/>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73" name="Google Shape;1573;p46"/>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79" name="Google Shape;1579;p46"/>
          <p:cNvGrpSpPr/>
          <p:nvPr/>
        </p:nvGrpSpPr>
        <p:grpSpPr>
          <a:xfrm>
            <a:off x="3535817" y="533799"/>
            <a:ext cx="1249565" cy="1216897"/>
            <a:chOff x="4002252" y="539625"/>
            <a:chExt cx="1139490" cy="1109700"/>
          </a:xfrm>
        </p:grpSpPr>
        <p:sp>
          <p:nvSpPr>
            <p:cNvPr id="1580" name="Google Shape;1580;p46"/>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1" name="Google Shape;1581;p46"/>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2" name="Google Shape;1582;p46"/>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3" name="Google Shape;1583;p46"/>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4" name="Google Shape;1584;p46"/>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5" name="Google Shape;1585;p46"/>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86" name="Google Shape;1586;p46"/>
            <p:cNvCxnSpPr>
              <a:stCxn id="1583" idx="0"/>
              <a:endCxn id="1581"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1587" name="Google Shape;1587;p46"/>
            <p:cNvCxnSpPr>
              <a:stCxn id="1581" idx="6"/>
              <a:endCxn id="1582"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1588" name="Google Shape;1588;p46"/>
            <p:cNvCxnSpPr>
              <a:stCxn id="1582" idx="5"/>
              <a:endCxn id="1585"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1589" name="Google Shape;1589;p46"/>
            <p:cNvCxnSpPr>
              <a:stCxn id="1585" idx="3"/>
              <a:endCxn id="1584"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1590" name="Google Shape;1590;p46"/>
            <p:cNvCxnSpPr>
              <a:stCxn id="1584" idx="2"/>
              <a:endCxn id="1583"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1591" name="Google Shape;1591;p46"/>
          <p:cNvGrpSpPr/>
          <p:nvPr/>
        </p:nvGrpSpPr>
        <p:grpSpPr>
          <a:xfrm>
            <a:off x="5937690" y="534494"/>
            <a:ext cx="1683499" cy="1217116"/>
            <a:chOff x="6995517" y="647238"/>
            <a:chExt cx="1251300" cy="904650"/>
          </a:xfrm>
        </p:grpSpPr>
        <p:grpSp>
          <p:nvGrpSpPr>
            <p:cNvPr id="1592" name="Google Shape;1592;p46"/>
            <p:cNvGrpSpPr/>
            <p:nvPr/>
          </p:nvGrpSpPr>
          <p:grpSpPr>
            <a:xfrm>
              <a:off x="6995517" y="1027188"/>
              <a:ext cx="1251300" cy="524700"/>
              <a:chOff x="6995517" y="1027188"/>
              <a:chExt cx="1251300" cy="524700"/>
            </a:xfrm>
          </p:grpSpPr>
          <p:sp>
            <p:nvSpPr>
              <p:cNvPr id="1593" name="Google Shape;1593;p46"/>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94" name="Google Shape;1594;p46"/>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1595" name="Google Shape;1595;p46"/>
            <p:cNvGrpSpPr/>
            <p:nvPr/>
          </p:nvGrpSpPr>
          <p:grpSpPr>
            <a:xfrm>
              <a:off x="7001525" y="900538"/>
              <a:ext cx="1245000" cy="524700"/>
              <a:chOff x="7001525" y="900538"/>
              <a:chExt cx="1245000" cy="524700"/>
            </a:xfrm>
          </p:grpSpPr>
          <p:sp>
            <p:nvSpPr>
              <p:cNvPr id="1596" name="Google Shape;1596;p46"/>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97" name="Google Shape;1597;p46"/>
              <p:cNvCxnSpPr>
                <a:stCxn id="1596"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1598" name="Google Shape;1598;p46"/>
            <p:cNvGrpSpPr/>
            <p:nvPr/>
          </p:nvGrpSpPr>
          <p:grpSpPr>
            <a:xfrm>
              <a:off x="7001525" y="773888"/>
              <a:ext cx="1245000" cy="524700"/>
              <a:chOff x="7001525" y="773888"/>
              <a:chExt cx="1245000" cy="524700"/>
            </a:xfrm>
          </p:grpSpPr>
          <p:sp>
            <p:nvSpPr>
              <p:cNvPr id="1599" name="Google Shape;1599;p46"/>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00" name="Google Shape;1600;p46"/>
              <p:cNvCxnSpPr>
                <a:stCxn id="1599"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1601" name="Google Shape;1601;p46"/>
            <p:cNvGrpSpPr/>
            <p:nvPr/>
          </p:nvGrpSpPr>
          <p:grpSpPr>
            <a:xfrm>
              <a:off x="7001525" y="647238"/>
              <a:ext cx="1245000" cy="524700"/>
              <a:chOff x="7001525" y="647238"/>
              <a:chExt cx="1245000" cy="524700"/>
            </a:xfrm>
          </p:grpSpPr>
          <p:sp>
            <p:nvSpPr>
              <p:cNvPr id="1602" name="Google Shape;1602;p46"/>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03" name="Google Shape;1603;p46"/>
              <p:cNvCxnSpPr>
                <a:stCxn id="1602"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1604" name="Google Shape;1604;p46"/>
          <p:cNvGrpSpPr/>
          <p:nvPr/>
        </p:nvGrpSpPr>
        <p:grpSpPr>
          <a:xfrm>
            <a:off x="2722986" y="2040746"/>
            <a:ext cx="1076798" cy="1053164"/>
            <a:chOff x="2829888" y="2087062"/>
            <a:chExt cx="992075" cy="970300"/>
          </a:xfrm>
        </p:grpSpPr>
        <p:grpSp>
          <p:nvGrpSpPr>
            <p:cNvPr id="1605" name="Google Shape;1605;p46"/>
            <p:cNvGrpSpPr/>
            <p:nvPr/>
          </p:nvGrpSpPr>
          <p:grpSpPr>
            <a:xfrm>
              <a:off x="2829888" y="2412087"/>
              <a:ext cx="449100" cy="293700"/>
              <a:chOff x="2829888" y="2412087"/>
              <a:chExt cx="449100" cy="293700"/>
            </a:xfrm>
          </p:grpSpPr>
          <p:sp>
            <p:nvSpPr>
              <p:cNvPr id="1606" name="Google Shape;1606;p46"/>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07" name="Google Shape;1607;p46"/>
              <p:cNvCxnSpPr>
                <a:stCxn id="1606" idx="6"/>
                <a:endCxn id="1608"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1609" name="Google Shape;1609;p46"/>
            <p:cNvGrpSpPr/>
            <p:nvPr/>
          </p:nvGrpSpPr>
          <p:grpSpPr>
            <a:xfrm>
              <a:off x="3056019" y="2604662"/>
              <a:ext cx="294000" cy="452700"/>
              <a:chOff x="3056019" y="2604662"/>
              <a:chExt cx="294000" cy="452700"/>
            </a:xfrm>
          </p:grpSpPr>
          <p:sp>
            <p:nvSpPr>
              <p:cNvPr id="1610" name="Google Shape;1610;p46"/>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1" name="Google Shape;1611;p46"/>
              <p:cNvCxnSpPr>
                <a:stCxn id="1610" idx="4"/>
                <a:endCxn id="1612"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1613" name="Google Shape;1613;p46"/>
            <p:cNvGrpSpPr/>
            <p:nvPr/>
          </p:nvGrpSpPr>
          <p:grpSpPr>
            <a:xfrm>
              <a:off x="3301813" y="2604662"/>
              <a:ext cx="294000" cy="452700"/>
              <a:chOff x="3301813" y="2604662"/>
              <a:chExt cx="294000" cy="452700"/>
            </a:xfrm>
          </p:grpSpPr>
          <p:sp>
            <p:nvSpPr>
              <p:cNvPr id="1614" name="Google Shape;1614;p46"/>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5" name="Google Shape;1615;p46"/>
              <p:cNvCxnSpPr>
                <a:stCxn id="1614" idx="4"/>
                <a:endCxn id="1616"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1617" name="Google Shape;1617;p46"/>
            <p:cNvGrpSpPr/>
            <p:nvPr/>
          </p:nvGrpSpPr>
          <p:grpSpPr>
            <a:xfrm>
              <a:off x="3372863" y="2412087"/>
              <a:ext cx="449100" cy="293700"/>
              <a:chOff x="3372863" y="2412087"/>
              <a:chExt cx="449100" cy="293700"/>
            </a:xfrm>
          </p:grpSpPr>
          <p:sp>
            <p:nvSpPr>
              <p:cNvPr id="1618" name="Google Shape;1618;p46"/>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9" name="Google Shape;1619;p46"/>
              <p:cNvCxnSpPr>
                <a:stCxn id="1618" idx="6"/>
                <a:endCxn id="1620"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1621" name="Google Shape;1621;p46"/>
            <p:cNvGrpSpPr/>
            <p:nvPr/>
          </p:nvGrpSpPr>
          <p:grpSpPr>
            <a:xfrm>
              <a:off x="3178916" y="2087062"/>
              <a:ext cx="294000" cy="451800"/>
              <a:chOff x="3178916" y="2087062"/>
              <a:chExt cx="294000" cy="451800"/>
            </a:xfrm>
          </p:grpSpPr>
          <p:sp>
            <p:nvSpPr>
              <p:cNvPr id="1622" name="Google Shape;1622;p46"/>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3" name="Google Shape;1623;p46"/>
              <p:cNvCxnSpPr>
                <a:stCxn id="1622" idx="0"/>
                <a:endCxn id="1624"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1625" name="Google Shape;1625;p46"/>
          <p:cNvGrpSpPr/>
          <p:nvPr/>
        </p:nvGrpSpPr>
        <p:grpSpPr>
          <a:xfrm>
            <a:off x="3926878" y="2054651"/>
            <a:ext cx="1039408" cy="1039406"/>
            <a:chOff x="4102175" y="2252050"/>
            <a:chExt cx="641412" cy="641411"/>
          </a:xfrm>
        </p:grpSpPr>
        <p:grpSp>
          <p:nvGrpSpPr>
            <p:cNvPr id="1626" name="Google Shape;1626;p46"/>
            <p:cNvGrpSpPr/>
            <p:nvPr/>
          </p:nvGrpSpPr>
          <p:grpSpPr>
            <a:xfrm>
              <a:off x="4102175" y="2252050"/>
              <a:ext cx="641412" cy="641400"/>
              <a:chOff x="5322600" y="2738950"/>
              <a:chExt cx="641412" cy="641400"/>
            </a:xfrm>
          </p:grpSpPr>
          <p:sp>
            <p:nvSpPr>
              <p:cNvPr id="1627" name="Google Shape;1627;p46"/>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28" name="Google Shape;1628;p46"/>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29" name="Google Shape;1629;p46"/>
            <p:cNvGrpSpPr/>
            <p:nvPr/>
          </p:nvGrpSpPr>
          <p:grpSpPr>
            <a:xfrm>
              <a:off x="4102175" y="2252050"/>
              <a:ext cx="641400" cy="641400"/>
              <a:chOff x="5322600" y="2738950"/>
              <a:chExt cx="641400" cy="641400"/>
            </a:xfrm>
          </p:grpSpPr>
          <p:sp>
            <p:nvSpPr>
              <p:cNvPr id="1630" name="Google Shape;1630;p46"/>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31" name="Google Shape;1631;p46"/>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32" name="Google Shape;1632;p46"/>
            <p:cNvGrpSpPr/>
            <p:nvPr/>
          </p:nvGrpSpPr>
          <p:grpSpPr>
            <a:xfrm>
              <a:off x="4102175" y="2252050"/>
              <a:ext cx="641412" cy="641411"/>
              <a:chOff x="5322600" y="2738950"/>
              <a:chExt cx="641412" cy="641411"/>
            </a:xfrm>
          </p:grpSpPr>
          <p:sp>
            <p:nvSpPr>
              <p:cNvPr id="1633" name="Google Shape;1633;p46"/>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34" name="Google Shape;1634;p46"/>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35" name="Google Shape;1635;p46"/>
            <p:cNvGrpSpPr/>
            <p:nvPr/>
          </p:nvGrpSpPr>
          <p:grpSpPr>
            <a:xfrm>
              <a:off x="4102175" y="2252050"/>
              <a:ext cx="641400" cy="641411"/>
              <a:chOff x="5322600" y="2738950"/>
              <a:chExt cx="641400" cy="641411"/>
            </a:xfrm>
          </p:grpSpPr>
          <p:sp>
            <p:nvSpPr>
              <p:cNvPr id="1636" name="Google Shape;1636;p46"/>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37" name="Google Shape;1637;p46"/>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638" name="Google Shape;1638;p46"/>
          <p:cNvGrpSpPr/>
          <p:nvPr/>
        </p:nvGrpSpPr>
        <p:grpSpPr>
          <a:xfrm>
            <a:off x="5093379" y="2043560"/>
            <a:ext cx="1053080" cy="1053080"/>
            <a:chOff x="855600" y="663825"/>
            <a:chExt cx="985200" cy="985200"/>
          </a:xfrm>
        </p:grpSpPr>
        <p:sp>
          <p:nvSpPr>
            <p:cNvPr id="1639" name="Google Shape;1639;p46"/>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0" name="Google Shape;1640;p46"/>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1" name="Google Shape;1641;p46"/>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2" name="Google Shape;1642;p46"/>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3" name="Google Shape;1643;p46"/>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44" name="Google Shape;1644;p46"/>
          <p:cNvGrpSpPr/>
          <p:nvPr/>
        </p:nvGrpSpPr>
        <p:grpSpPr>
          <a:xfrm>
            <a:off x="6273552" y="2043576"/>
            <a:ext cx="1053080" cy="1053080"/>
            <a:chOff x="6548850" y="2086550"/>
            <a:chExt cx="985200" cy="985200"/>
          </a:xfrm>
        </p:grpSpPr>
        <p:sp>
          <p:nvSpPr>
            <p:cNvPr id="1645" name="Google Shape;1645;p46"/>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6" name="Google Shape;1646;p46"/>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7" name="Google Shape;1647;p46"/>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8" name="Google Shape;1648;p46"/>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49" name="Google Shape;1649;p46"/>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50" name="Google Shape;1650;p46"/>
          <p:cNvGrpSpPr/>
          <p:nvPr/>
        </p:nvGrpSpPr>
        <p:grpSpPr>
          <a:xfrm>
            <a:off x="713226" y="3965261"/>
            <a:ext cx="1292928" cy="1292928"/>
            <a:chOff x="925400" y="4161775"/>
            <a:chExt cx="906300" cy="906300"/>
          </a:xfrm>
        </p:grpSpPr>
        <p:sp>
          <p:nvSpPr>
            <p:cNvPr id="1651" name="Google Shape;1651;p46"/>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2" name="Google Shape;1652;p46"/>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3" name="Google Shape;1653;p46"/>
            <p:cNvCxnSpPr>
              <a:stCxn id="1654" idx="4"/>
              <a:endCxn id="1652"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1654" name="Google Shape;1654;p46"/>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55" name="Google Shape;1655;p46"/>
          <p:cNvGrpSpPr/>
          <p:nvPr/>
        </p:nvGrpSpPr>
        <p:grpSpPr>
          <a:xfrm>
            <a:off x="6195637" y="3391776"/>
            <a:ext cx="2242003" cy="2025585"/>
            <a:chOff x="722669" y="3200400"/>
            <a:chExt cx="1311650" cy="1185038"/>
          </a:xfrm>
        </p:grpSpPr>
        <p:sp>
          <p:nvSpPr>
            <p:cNvPr id="1656" name="Google Shape;1656;p46"/>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7" name="Google Shape;1657;p46"/>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58" name="Google Shape;1658;p46"/>
            <p:cNvGrpSpPr/>
            <p:nvPr/>
          </p:nvGrpSpPr>
          <p:grpSpPr>
            <a:xfrm>
              <a:off x="1335344" y="3200400"/>
              <a:ext cx="86400" cy="255000"/>
              <a:chOff x="1335344" y="3200400"/>
              <a:chExt cx="86400" cy="255000"/>
            </a:xfrm>
          </p:grpSpPr>
          <p:sp>
            <p:nvSpPr>
              <p:cNvPr id="1659" name="Google Shape;1659;p46"/>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60" name="Google Shape;1660;p46"/>
              <p:cNvCxnSpPr>
                <a:stCxn id="1659" idx="0"/>
                <a:endCxn id="1661"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1662" name="Google Shape;1662;p46"/>
            <p:cNvGrpSpPr/>
            <p:nvPr/>
          </p:nvGrpSpPr>
          <p:grpSpPr>
            <a:xfrm>
              <a:off x="1613944" y="3325788"/>
              <a:ext cx="252600" cy="216000"/>
              <a:chOff x="1613944" y="3325788"/>
              <a:chExt cx="252600" cy="216000"/>
            </a:xfrm>
          </p:grpSpPr>
          <p:sp>
            <p:nvSpPr>
              <p:cNvPr id="1663" name="Google Shape;1663;p46"/>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64" name="Google Shape;1664;p46"/>
              <p:cNvCxnSpPr>
                <a:stCxn id="1663" idx="0"/>
                <a:endCxn id="1665"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66" name="Google Shape;1666;p46"/>
            <p:cNvGrpSpPr/>
            <p:nvPr/>
          </p:nvGrpSpPr>
          <p:grpSpPr>
            <a:xfrm>
              <a:off x="1780219" y="3669663"/>
              <a:ext cx="254100" cy="86400"/>
              <a:chOff x="1780219" y="3669663"/>
              <a:chExt cx="254100" cy="86400"/>
            </a:xfrm>
          </p:grpSpPr>
          <p:sp>
            <p:nvSpPr>
              <p:cNvPr id="1667" name="Google Shape;1667;p46"/>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68" name="Google Shape;1668;p46"/>
              <p:cNvCxnSpPr>
                <a:stCxn id="1667" idx="6"/>
                <a:endCxn id="1669"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1670" name="Google Shape;1670;p46"/>
            <p:cNvGrpSpPr/>
            <p:nvPr/>
          </p:nvGrpSpPr>
          <p:grpSpPr>
            <a:xfrm>
              <a:off x="890544" y="3325788"/>
              <a:ext cx="252600" cy="216000"/>
              <a:chOff x="890544" y="3325788"/>
              <a:chExt cx="252600" cy="216000"/>
            </a:xfrm>
          </p:grpSpPr>
          <p:sp>
            <p:nvSpPr>
              <p:cNvPr id="1671" name="Google Shape;1671;p46"/>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72" name="Google Shape;1672;p46"/>
              <p:cNvCxnSpPr>
                <a:stCxn id="1671" idx="0"/>
                <a:endCxn id="1673"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74" name="Google Shape;1674;p46"/>
            <p:cNvGrpSpPr/>
            <p:nvPr/>
          </p:nvGrpSpPr>
          <p:grpSpPr>
            <a:xfrm>
              <a:off x="722669" y="3669663"/>
              <a:ext cx="254100" cy="86400"/>
              <a:chOff x="722669" y="3669663"/>
              <a:chExt cx="254100" cy="86400"/>
            </a:xfrm>
          </p:grpSpPr>
          <p:sp>
            <p:nvSpPr>
              <p:cNvPr id="1675" name="Google Shape;1675;p46"/>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76" name="Google Shape;1676;p46"/>
              <p:cNvCxnSpPr>
                <a:stCxn id="1675" idx="2"/>
                <a:endCxn id="1677"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1678" name="Google Shape;1678;p46"/>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9" name="Google Shape;1679;p46"/>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80" name="Google Shape;1680;p46"/>
          <p:cNvGrpSpPr/>
          <p:nvPr/>
        </p:nvGrpSpPr>
        <p:grpSpPr>
          <a:xfrm flipH="1" rot="10800000">
            <a:off x="2113506" y="3398186"/>
            <a:ext cx="1292879" cy="923569"/>
            <a:chOff x="2536980" y="3717383"/>
            <a:chExt cx="1249400" cy="892509"/>
          </a:xfrm>
        </p:grpSpPr>
        <p:grpSp>
          <p:nvGrpSpPr>
            <p:cNvPr id="1681" name="Google Shape;1681;p46"/>
            <p:cNvGrpSpPr/>
            <p:nvPr/>
          </p:nvGrpSpPr>
          <p:grpSpPr>
            <a:xfrm>
              <a:off x="3192380" y="4230092"/>
              <a:ext cx="594000" cy="379800"/>
              <a:chOff x="3192380" y="4230092"/>
              <a:chExt cx="594000" cy="379800"/>
            </a:xfrm>
          </p:grpSpPr>
          <p:sp>
            <p:nvSpPr>
              <p:cNvPr id="1682" name="Google Shape;1682;p46"/>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83" name="Google Shape;1683;p46"/>
              <p:cNvCxnSpPr>
                <a:stCxn id="1682"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684" name="Google Shape;1684;p46"/>
            <p:cNvGrpSpPr/>
            <p:nvPr/>
          </p:nvGrpSpPr>
          <p:grpSpPr>
            <a:xfrm>
              <a:off x="2536980" y="4230092"/>
              <a:ext cx="585600" cy="379800"/>
              <a:chOff x="2536980" y="4230092"/>
              <a:chExt cx="585600" cy="379800"/>
            </a:xfrm>
          </p:grpSpPr>
          <p:sp>
            <p:nvSpPr>
              <p:cNvPr id="1685" name="Google Shape;1685;p46"/>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86" name="Google Shape;1686;p46"/>
              <p:cNvCxnSpPr>
                <a:endCxn id="1685"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1687" name="Google Shape;1687;p46"/>
            <p:cNvGrpSpPr/>
            <p:nvPr/>
          </p:nvGrpSpPr>
          <p:grpSpPr>
            <a:xfrm>
              <a:off x="2942080" y="4160025"/>
              <a:ext cx="844200" cy="379800"/>
              <a:chOff x="2942080" y="4160025"/>
              <a:chExt cx="844200" cy="379800"/>
            </a:xfrm>
          </p:grpSpPr>
          <p:sp>
            <p:nvSpPr>
              <p:cNvPr id="1688" name="Google Shape;1688;p46"/>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89" name="Google Shape;1689;p46"/>
              <p:cNvCxnSpPr>
                <a:stCxn id="1688"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1690" name="Google Shape;1690;p46"/>
            <p:cNvGrpSpPr/>
            <p:nvPr/>
          </p:nvGrpSpPr>
          <p:grpSpPr>
            <a:xfrm>
              <a:off x="2537080" y="3717383"/>
              <a:ext cx="844200" cy="379800"/>
              <a:chOff x="2537080" y="3717383"/>
              <a:chExt cx="844200" cy="379800"/>
            </a:xfrm>
          </p:grpSpPr>
          <p:sp>
            <p:nvSpPr>
              <p:cNvPr id="1691" name="Google Shape;1691;p46"/>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92" name="Google Shape;1692;p46"/>
              <p:cNvCxnSpPr>
                <a:endCxn id="1691"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1693" name="Google Shape;1693;p46"/>
          <p:cNvGrpSpPr/>
          <p:nvPr/>
        </p:nvGrpSpPr>
        <p:grpSpPr>
          <a:xfrm>
            <a:off x="8134675" y="1463191"/>
            <a:ext cx="294000" cy="294000"/>
            <a:chOff x="2845025" y="3203566"/>
            <a:chExt cx="294000" cy="294000"/>
          </a:xfrm>
        </p:grpSpPr>
        <p:sp>
          <p:nvSpPr>
            <p:cNvPr id="1694" name="Google Shape;1694;p46"/>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5" name="Google Shape;1695;p46"/>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96" name="Google Shape;1696;p46"/>
          <p:cNvGrpSpPr/>
          <p:nvPr/>
        </p:nvGrpSpPr>
        <p:grpSpPr>
          <a:xfrm>
            <a:off x="7677625" y="1468816"/>
            <a:ext cx="294000" cy="294000"/>
            <a:chOff x="3139025" y="3203566"/>
            <a:chExt cx="294000" cy="294000"/>
          </a:xfrm>
        </p:grpSpPr>
        <p:sp>
          <p:nvSpPr>
            <p:cNvPr id="1697" name="Google Shape;1697;p46"/>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98" name="Google Shape;1698;p46"/>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99" name="Google Shape;1699;p46"/>
          <p:cNvGrpSpPr/>
          <p:nvPr/>
        </p:nvGrpSpPr>
        <p:grpSpPr>
          <a:xfrm>
            <a:off x="4531113" y="3391755"/>
            <a:ext cx="1557172" cy="1217042"/>
            <a:chOff x="4119061" y="3203568"/>
            <a:chExt cx="1797912" cy="1405198"/>
          </a:xfrm>
        </p:grpSpPr>
        <p:grpSp>
          <p:nvGrpSpPr>
            <p:cNvPr id="1700" name="Google Shape;1700;p46"/>
            <p:cNvGrpSpPr/>
            <p:nvPr/>
          </p:nvGrpSpPr>
          <p:grpSpPr>
            <a:xfrm>
              <a:off x="4293061" y="3203568"/>
              <a:ext cx="1449912" cy="1405198"/>
              <a:chOff x="4293061" y="3203568"/>
              <a:chExt cx="1449912" cy="1405198"/>
            </a:xfrm>
          </p:grpSpPr>
          <p:grpSp>
            <p:nvGrpSpPr>
              <p:cNvPr id="1701" name="Google Shape;1701;p46"/>
              <p:cNvGrpSpPr/>
              <p:nvPr/>
            </p:nvGrpSpPr>
            <p:grpSpPr>
              <a:xfrm>
                <a:off x="4370871" y="3203568"/>
                <a:ext cx="1293846" cy="1405198"/>
                <a:chOff x="7734309" y="2063282"/>
                <a:chExt cx="570957" cy="620095"/>
              </a:xfrm>
            </p:grpSpPr>
            <p:grpSp>
              <p:nvGrpSpPr>
                <p:cNvPr id="1702" name="Google Shape;1702;p46"/>
                <p:cNvGrpSpPr/>
                <p:nvPr/>
              </p:nvGrpSpPr>
              <p:grpSpPr>
                <a:xfrm>
                  <a:off x="8031573" y="2063282"/>
                  <a:ext cx="273693" cy="620095"/>
                  <a:chOff x="8031573" y="2063282"/>
                  <a:chExt cx="273693" cy="620095"/>
                </a:xfrm>
              </p:grpSpPr>
              <p:sp>
                <p:nvSpPr>
                  <p:cNvPr id="1703" name="Google Shape;1703;p4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46"/>
                <p:cNvGrpSpPr/>
                <p:nvPr/>
              </p:nvGrpSpPr>
              <p:grpSpPr>
                <a:xfrm flipH="1">
                  <a:off x="7734309" y="2063282"/>
                  <a:ext cx="273693" cy="620095"/>
                  <a:chOff x="8031573" y="2063282"/>
                  <a:chExt cx="273693" cy="620095"/>
                </a:xfrm>
              </p:grpSpPr>
              <p:sp>
                <p:nvSpPr>
                  <p:cNvPr id="1708" name="Google Shape;1708;p4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12" name="Google Shape;1712;p46"/>
              <p:cNvGrpSpPr/>
              <p:nvPr/>
            </p:nvGrpSpPr>
            <p:grpSpPr>
              <a:xfrm>
                <a:off x="4293061" y="3409734"/>
                <a:ext cx="1449912" cy="992320"/>
                <a:chOff x="4287819" y="3435027"/>
                <a:chExt cx="1229051" cy="841163"/>
              </a:xfrm>
            </p:grpSpPr>
            <p:grpSp>
              <p:nvGrpSpPr>
                <p:cNvPr id="1713" name="Google Shape;1713;p46"/>
                <p:cNvGrpSpPr/>
                <p:nvPr/>
              </p:nvGrpSpPr>
              <p:grpSpPr>
                <a:xfrm>
                  <a:off x="4287819" y="3435027"/>
                  <a:ext cx="223500" cy="841163"/>
                  <a:chOff x="4287819" y="3435027"/>
                  <a:chExt cx="223500" cy="841163"/>
                </a:xfrm>
              </p:grpSpPr>
              <p:sp>
                <p:nvSpPr>
                  <p:cNvPr id="1714" name="Google Shape;1714;p46"/>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15" name="Google Shape;1715;p46"/>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16" name="Google Shape;1716;p46"/>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717" name="Google Shape;1717;p46"/>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18" name="Google Shape;1718;p46"/>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19" name="Google Shape;1719;p46"/>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1720" name="Google Shape;1720;p46"/>
            <p:cNvCxnSpPr>
              <a:endCxn id="1714"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1721" name="Google Shape;1721;p46"/>
            <p:cNvCxnSpPr>
              <a:endCxn id="1715"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722" name="Google Shape;1722;p46"/>
            <p:cNvCxnSpPr>
              <a:endCxn id="1716"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1723" name="Google Shape;1723;p46"/>
            <p:cNvCxnSpPr>
              <a:stCxn id="1717"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1724" name="Google Shape;1724;p46"/>
            <p:cNvCxnSpPr>
              <a:stCxn id="1718"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725" name="Google Shape;1725;p46"/>
            <p:cNvCxnSpPr>
              <a:endCxn id="1719"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1726" name="Google Shape;1726;p46"/>
          <p:cNvGrpSpPr/>
          <p:nvPr/>
        </p:nvGrpSpPr>
        <p:grpSpPr>
          <a:xfrm>
            <a:off x="7453725" y="2058438"/>
            <a:ext cx="461100" cy="1040700"/>
            <a:chOff x="7453725" y="2058438"/>
            <a:chExt cx="461100" cy="1040700"/>
          </a:xfrm>
        </p:grpSpPr>
        <p:sp>
          <p:nvSpPr>
            <p:cNvPr id="1727" name="Google Shape;1727;p46"/>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28" name="Google Shape;1728;p46"/>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29" name="Google Shape;1729;p46"/>
          <p:cNvGrpSpPr/>
          <p:nvPr/>
        </p:nvGrpSpPr>
        <p:grpSpPr>
          <a:xfrm>
            <a:off x="7982555" y="2045950"/>
            <a:ext cx="458370" cy="1053166"/>
            <a:chOff x="7982885" y="2045956"/>
            <a:chExt cx="462300" cy="1053166"/>
          </a:xfrm>
        </p:grpSpPr>
        <p:grpSp>
          <p:nvGrpSpPr>
            <p:cNvPr id="1730" name="Google Shape;1730;p46"/>
            <p:cNvGrpSpPr/>
            <p:nvPr/>
          </p:nvGrpSpPr>
          <p:grpSpPr>
            <a:xfrm>
              <a:off x="7982885" y="2045956"/>
              <a:ext cx="462300" cy="1053166"/>
              <a:chOff x="7982885" y="2045956"/>
              <a:chExt cx="462300" cy="1053166"/>
            </a:xfrm>
          </p:grpSpPr>
          <p:sp>
            <p:nvSpPr>
              <p:cNvPr id="1731" name="Google Shape;1731;p46"/>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2" name="Google Shape;1732;p46"/>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733" name="Google Shape;1733;p46"/>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7" name="Shape 1737"/>
        <p:cNvGrpSpPr/>
        <p:nvPr/>
      </p:nvGrpSpPr>
      <p:grpSpPr>
        <a:xfrm>
          <a:off x="0" y="0"/>
          <a:ext cx="0" cy="0"/>
          <a:chOff x="0" y="0"/>
          <a:chExt cx="0" cy="0"/>
        </a:xfrm>
      </p:grpSpPr>
      <p:graphicFrame>
        <p:nvGraphicFramePr>
          <p:cNvPr id="1738" name="Google Shape;1738;p47"/>
          <p:cNvGraphicFramePr/>
          <p:nvPr/>
        </p:nvGraphicFramePr>
        <p:xfrm>
          <a:off x="709825" y="538604"/>
          <a:ext cx="3000000" cy="3000000"/>
        </p:xfrm>
        <a:graphic>
          <a:graphicData uri="http://schemas.openxmlformats.org/drawingml/2006/table">
            <a:tbl>
              <a:tblPr>
                <a:noFill/>
                <a:tableStyleId>{D0370127-488D-422B-A068-89514BE1C883}</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1739" name="Google Shape;1739;p47"/>
          <p:cNvGrpSpPr/>
          <p:nvPr/>
        </p:nvGrpSpPr>
        <p:grpSpPr>
          <a:xfrm>
            <a:off x="4513247" y="4395555"/>
            <a:ext cx="1633002" cy="187242"/>
            <a:chOff x="2601154" y="2445833"/>
            <a:chExt cx="1387546" cy="159138"/>
          </a:xfrm>
        </p:grpSpPr>
        <p:grpSp>
          <p:nvGrpSpPr>
            <p:cNvPr id="1740" name="Google Shape;1740;p47"/>
            <p:cNvGrpSpPr/>
            <p:nvPr/>
          </p:nvGrpSpPr>
          <p:grpSpPr>
            <a:xfrm>
              <a:off x="2601154" y="2445833"/>
              <a:ext cx="840328" cy="159138"/>
              <a:chOff x="2601154" y="2445833"/>
              <a:chExt cx="840328" cy="159138"/>
            </a:xfrm>
          </p:grpSpPr>
          <p:sp>
            <p:nvSpPr>
              <p:cNvPr id="1741" name="Google Shape;1741;p47"/>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7"/>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7"/>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7"/>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7"/>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7"/>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7"/>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7"/>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7"/>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7"/>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7"/>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2" name="Google Shape;1752;p47"/>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7"/>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7"/>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7"/>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7"/>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7"/>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7"/>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 name="Google Shape;1759;p47"/>
          <p:cNvGrpSpPr/>
          <p:nvPr/>
        </p:nvGrpSpPr>
        <p:grpSpPr>
          <a:xfrm>
            <a:off x="4509949" y="4106638"/>
            <a:ext cx="1636295" cy="178683"/>
            <a:chOff x="3558802" y="4011244"/>
            <a:chExt cx="1866000" cy="111600"/>
          </a:xfrm>
        </p:grpSpPr>
        <p:sp>
          <p:nvSpPr>
            <p:cNvPr id="1760" name="Google Shape;1760;p47"/>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7"/>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47"/>
          <p:cNvGrpSpPr/>
          <p:nvPr/>
        </p:nvGrpSpPr>
        <p:grpSpPr>
          <a:xfrm>
            <a:off x="717059" y="4106373"/>
            <a:ext cx="1636097" cy="141596"/>
            <a:chOff x="2598024" y="2207461"/>
            <a:chExt cx="1383474" cy="119733"/>
          </a:xfrm>
        </p:grpSpPr>
        <p:sp>
          <p:nvSpPr>
            <p:cNvPr id="1763" name="Google Shape;1763;p47"/>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7"/>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7"/>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7"/>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7"/>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7"/>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7"/>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7"/>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47"/>
          <p:cNvGrpSpPr/>
          <p:nvPr/>
        </p:nvGrpSpPr>
        <p:grpSpPr>
          <a:xfrm>
            <a:off x="2615056" y="4378476"/>
            <a:ext cx="1636335" cy="229964"/>
            <a:chOff x="723300" y="4253549"/>
            <a:chExt cx="2276482" cy="324900"/>
          </a:xfrm>
        </p:grpSpPr>
        <p:sp>
          <p:nvSpPr>
            <p:cNvPr id="1772" name="Google Shape;1772;p47"/>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7"/>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7"/>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7"/>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7"/>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47"/>
          <p:cNvGrpSpPr/>
          <p:nvPr/>
        </p:nvGrpSpPr>
        <p:grpSpPr>
          <a:xfrm>
            <a:off x="2616017" y="4106810"/>
            <a:ext cx="1634508" cy="211915"/>
            <a:chOff x="705948" y="3788465"/>
            <a:chExt cx="2308953" cy="299400"/>
          </a:xfrm>
        </p:grpSpPr>
        <p:sp>
          <p:nvSpPr>
            <p:cNvPr id="1778" name="Google Shape;1778;p47"/>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7"/>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7"/>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7"/>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7"/>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47"/>
          <p:cNvGrpSpPr/>
          <p:nvPr/>
        </p:nvGrpSpPr>
        <p:grpSpPr>
          <a:xfrm>
            <a:off x="717063" y="4466290"/>
            <a:ext cx="1636137" cy="142321"/>
            <a:chOff x="717063" y="4466290"/>
            <a:chExt cx="1636137" cy="142321"/>
          </a:xfrm>
        </p:grpSpPr>
        <p:grpSp>
          <p:nvGrpSpPr>
            <p:cNvPr id="1784" name="Google Shape;1784;p47"/>
            <p:cNvGrpSpPr/>
            <p:nvPr/>
          </p:nvGrpSpPr>
          <p:grpSpPr>
            <a:xfrm>
              <a:off x="717063" y="4466290"/>
              <a:ext cx="1636137" cy="0"/>
              <a:chOff x="5224975" y="2962250"/>
              <a:chExt cx="1544400" cy="0"/>
            </a:xfrm>
          </p:grpSpPr>
          <p:cxnSp>
            <p:nvCxnSpPr>
              <p:cNvPr id="1785" name="Google Shape;1785;p47"/>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86" name="Google Shape;1786;p47"/>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1787" name="Google Shape;1787;p47"/>
            <p:cNvGrpSpPr/>
            <p:nvPr/>
          </p:nvGrpSpPr>
          <p:grpSpPr>
            <a:xfrm>
              <a:off x="717063" y="4608612"/>
              <a:ext cx="1636137" cy="0"/>
              <a:chOff x="5224975" y="2962250"/>
              <a:chExt cx="1544400" cy="0"/>
            </a:xfrm>
          </p:grpSpPr>
          <p:cxnSp>
            <p:nvCxnSpPr>
              <p:cNvPr id="1788" name="Google Shape;1788;p47"/>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789" name="Google Shape;1789;p47"/>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1790" name="Google Shape;1790;p47"/>
          <p:cNvGrpSpPr/>
          <p:nvPr/>
        </p:nvGrpSpPr>
        <p:grpSpPr>
          <a:xfrm>
            <a:off x="4360502" y="551726"/>
            <a:ext cx="1942231" cy="1498773"/>
            <a:chOff x="4267623" y="1395910"/>
            <a:chExt cx="1364980" cy="1053323"/>
          </a:xfrm>
        </p:grpSpPr>
        <p:sp>
          <p:nvSpPr>
            <p:cNvPr id="1791" name="Google Shape;1791;p47"/>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2" name="Google Shape;1792;p47"/>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3" name="Google Shape;1793;p47"/>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4" name="Google Shape;1794;p47"/>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5" name="Google Shape;1795;p47"/>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6" name="Google Shape;1796;p47"/>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7" name="Google Shape;1797;p47"/>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98" name="Google Shape;1798;p47"/>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99" name="Google Shape;1799;p47"/>
            <p:cNvCxnSpPr>
              <a:stCxn id="1795" idx="2"/>
              <a:endCxn id="1791"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1800" name="Google Shape;1800;p47"/>
            <p:cNvCxnSpPr>
              <a:stCxn id="1797" idx="6"/>
              <a:endCxn id="1792"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1801" name="Google Shape;1801;p47"/>
            <p:cNvCxnSpPr>
              <a:stCxn id="1793" idx="3"/>
              <a:endCxn id="1796"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1802" name="Google Shape;1802;p47"/>
            <p:cNvCxnSpPr>
              <a:stCxn id="1794" idx="0"/>
              <a:endCxn id="1798"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1803" name="Google Shape;1803;p47"/>
          <p:cNvGrpSpPr/>
          <p:nvPr/>
        </p:nvGrpSpPr>
        <p:grpSpPr>
          <a:xfrm>
            <a:off x="7297251" y="2327905"/>
            <a:ext cx="1133434" cy="710700"/>
            <a:chOff x="4277294" y="3280212"/>
            <a:chExt cx="1434000" cy="899165"/>
          </a:xfrm>
        </p:grpSpPr>
        <p:grpSp>
          <p:nvGrpSpPr>
            <p:cNvPr id="1804" name="Google Shape;1804;p47"/>
            <p:cNvGrpSpPr/>
            <p:nvPr/>
          </p:nvGrpSpPr>
          <p:grpSpPr>
            <a:xfrm>
              <a:off x="4277294" y="3985877"/>
              <a:ext cx="1434000" cy="193500"/>
              <a:chOff x="4277294" y="3985877"/>
              <a:chExt cx="1434000" cy="193500"/>
            </a:xfrm>
          </p:grpSpPr>
          <p:sp>
            <p:nvSpPr>
              <p:cNvPr id="1805" name="Google Shape;1805;p47"/>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06" name="Google Shape;1806;p47"/>
              <p:cNvCxnSpPr>
                <a:stCxn id="1805"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1807" name="Google Shape;1807;p47"/>
            <p:cNvGrpSpPr/>
            <p:nvPr/>
          </p:nvGrpSpPr>
          <p:grpSpPr>
            <a:xfrm>
              <a:off x="4332478" y="3746351"/>
              <a:ext cx="1182600" cy="193500"/>
              <a:chOff x="4332478" y="3746351"/>
              <a:chExt cx="1182600" cy="193500"/>
            </a:xfrm>
          </p:grpSpPr>
          <p:sp>
            <p:nvSpPr>
              <p:cNvPr id="1808" name="Google Shape;1808;p47"/>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09" name="Google Shape;1809;p47"/>
              <p:cNvCxnSpPr>
                <a:endCxn id="1808"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1810" name="Google Shape;1810;p47"/>
            <p:cNvGrpSpPr/>
            <p:nvPr/>
          </p:nvGrpSpPr>
          <p:grpSpPr>
            <a:xfrm>
              <a:off x="4562350" y="3513282"/>
              <a:ext cx="861000" cy="193500"/>
              <a:chOff x="4562350" y="3513282"/>
              <a:chExt cx="861000" cy="193500"/>
            </a:xfrm>
          </p:grpSpPr>
          <p:sp>
            <p:nvSpPr>
              <p:cNvPr id="1811" name="Google Shape;1811;p47"/>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12" name="Google Shape;1812;p47"/>
              <p:cNvCxnSpPr>
                <a:stCxn id="1811"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1813" name="Google Shape;1813;p47"/>
            <p:cNvGrpSpPr/>
            <p:nvPr/>
          </p:nvGrpSpPr>
          <p:grpSpPr>
            <a:xfrm>
              <a:off x="4686335" y="3280212"/>
              <a:ext cx="493500" cy="193500"/>
              <a:chOff x="4686335" y="3280212"/>
              <a:chExt cx="493500" cy="193500"/>
            </a:xfrm>
          </p:grpSpPr>
          <p:sp>
            <p:nvSpPr>
              <p:cNvPr id="1814" name="Google Shape;1814;p47"/>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15" name="Google Shape;1815;p47"/>
              <p:cNvCxnSpPr>
                <a:endCxn id="1814"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1816" name="Google Shape;1816;p47"/>
          <p:cNvGrpSpPr/>
          <p:nvPr/>
        </p:nvGrpSpPr>
        <p:grpSpPr>
          <a:xfrm>
            <a:off x="6410637" y="2327964"/>
            <a:ext cx="790364" cy="710721"/>
            <a:chOff x="5760425" y="3623250"/>
            <a:chExt cx="1309200" cy="1177275"/>
          </a:xfrm>
        </p:grpSpPr>
        <p:sp>
          <p:nvSpPr>
            <p:cNvPr id="1817" name="Google Shape;1817;p47"/>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8" name="Google Shape;1818;p47"/>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9" name="Google Shape;1819;p47"/>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0" name="Google Shape;1820;p47"/>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21" name="Google Shape;1821;p47"/>
          <p:cNvGrpSpPr/>
          <p:nvPr/>
        </p:nvGrpSpPr>
        <p:grpSpPr>
          <a:xfrm>
            <a:off x="2615190" y="2430902"/>
            <a:ext cx="1636200" cy="1510967"/>
            <a:chOff x="2541874" y="2328050"/>
            <a:chExt cx="1632446" cy="1507500"/>
          </a:xfrm>
        </p:grpSpPr>
        <p:grpSp>
          <p:nvGrpSpPr>
            <p:cNvPr id="1822" name="Google Shape;1822;p47"/>
            <p:cNvGrpSpPr/>
            <p:nvPr/>
          </p:nvGrpSpPr>
          <p:grpSpPr>
            <a:xfrm>
              <a:off x="2541874" y="2397088"/>
              <a:ext cx="1632446" cy="1369424"/>
              <a:chOff x="2541874" y="2419113"/>
              <a:chExt cx="1632446" cy="1369424"/>
            </a:xfrm>
          </p:grpSpPr>
          <p:sp>
            <p:nvSpPr>
              <p:cNvPr id="1823" name="Google Shape;1823;p47"/>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4" name="Google Shape;1824;p47"/>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5" name="Google Shape;1825;p47"/>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6" name="Google Shape;1826;p47"/>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7" name="Google Shape;1827;p47"/>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8" name="Google Shape;1828;p47"/>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9" name="Google Shape;1829;p47"/>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0" name="Google Shape;1830;p47"/>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1" name="Google Shape;1831;p47"/>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2" name="Google Shape;1832;p47"/>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3" name="Google Shape;1833;p47"/>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4" name="Google Shape;1834;p47"/>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5" name="Google Shape;1835;p47"/>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6" name="Google Shape;1836;p47"/>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7" name="Google Shape;1837;p47"/>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8" name="Google Shape;1838;p47"/>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9" name="Google Shape;1839;p47"/>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0" name="Google Shape;1840;p47"/>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1" name="Google Shape;1841;p47"/>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2" name="Google Shape;1842;p47"/>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3" name="Google Shape;1843;p47"/>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4" name="Google Shape;1844;p47"/>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5" name="Google Shape;1845;p47"/>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6" name="Google Shape;1846;p47"/>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1847" name="Google Shape;1847;p47"/>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1848" name="Google Shape;1848;p47"/>
          <p:cNvGrpSpPr/>
          <p:nvPr/>
        </p:nvGrpSpPr>
        <p:grpSpPr>
          <a:xfrm>
            <a:off x="4578681" y="2337868"/>
            <a:ext cx="1498830" cy="1498830"/>
            <a:chOff x="2734075" y="2398825"/>
            <a:chExt cx="1410000" cy="1410000"/>
          </a:xfrm>
        </p:grpSpPr>
        <p:sp>
          <p:nvSpPr>
            <p:cNvPr id="1849" name="Google Shape;1849;p47"/>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0" name="Google Shape;1850;p47"/>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1" name="Google Shape;1851;p47"/>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2" name="Google Shape;1852;p47"/>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53" name="Google Shape;1853;p47"/>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54" name="Google Shape;1854;p47"/>
          <p:cNvCxnSpPr>
            <a:stCxn id="1853"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1855" name="Google Shape;1855;p47"/>
          <p:cNvGrpSpPr/>
          <p:nvPr/>
        </p:nvGrpSpPr>
        <p:grpSpPr>
          <a:xfrm>
            <a:off x="7127800" y="3303050"/>
            <a:ext cx="583200" cy="1305300"/>
            <a:chOff x="7127800" y="3303050"/>
            <a:chExt cx="583200" cy="1305300"/>
          </a:xfrm>
        </p:grpSpPr>
        <p:sp>
          <p:nvSpPr>
            <p:cNvPr id="1856" name="Google Shape;1856;p47"/>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57" name="Google Shape;1857;p47"/>
            <p:cNvCxnSpPr>
              <a:stCxn id="1856"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58" name="Google Shape;1858;p47"/>
          <p:cNvGrpSpPr/>
          <p:nvPr/>
        </p:nvGrpSpPr>
        <p:grpSpPr>
          <a:xfrm>
            <a:off x="7847475" y="3303175"/>
            <a:ext cx="583200" cy="1305300"/>
            <a:chOff x="7847475" y="3303175"/>
            <a:chExt cx="583200" cy="1305300"/>
          </a:xfrm>
        </p:grpSpPr>
        <p:sp>
          <p:nvSpPr>
            <p:cNvPr id="1859" name="Google Shape;1859;p47"/>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60" name="Google Shape;1860;p47"/>
            <p:cNvCxnSpPr>
              <a:stCxn id="1859"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61" name="Google Shape;1861;p47"/>
          <p:cNvGrpSpPr/>
          <p:nvPr/>
        </p:nvGrpSpPr>
        <p:grpSpPr>
          <a:xfrm>
            <a:off x="647130" y="3397568"/>
            <a:ext cx="531608" cy="531608"/>
            <a:chOff x="640000" y="3356400"/>
            <a:chExt cx="543900" cy="543900"/>
          </a:xfrm>
        </p:grpSpPr>
        <p:sp>
          <p:nvSpPr>
            <p:cNvPr id="1862" name="Google Shape;1862;p47"/>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3" name="Google Shape;1863;p47"/>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64" name="Google Shape;1864;p47"/>
          <p:cNvGrpSpPr/>
          <p:nvPr/>
        </p:nvGrpSpPr>
        <p:grpSpPr>
          <a:xfrm>
            <a:off x="1234362" y="3397568"/>
            <a:ext cx="531608" cy="531608"/>
            <a:chOff x="1221113" y="3356400"/>
            <a:chExt cx="543900" cy="543900"/>
          </a:xfrm>
        </p:grpSpPr>
        <p:sp>
          <p:nvSpPr>
            <p:cNvPr id="1865" name="Google Shape;1865;p47"/>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6" name="Google Shape;1866;p47"/>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67" name="Google Shape;1867;p47"/>
          <p:cNvGrpSpPr/>
          <p:nvPr/>
        </p:nvGrpSpPr>
        <p:grpSpPr>
          <a:xfrm>
            <a:off x="1821593" y="3397568"/>
            <a:ext cx="531608" cy="531608"/>
            <a:chOff x="1802222" y="3356400"/>
            <a:chExt cx="543900" cy="543900"/>
          </a:xfrm>
        </p:grpSpPr>
        <p:sp>
          <p:nvSpPr>
            <p:cNvPr id="1868" name="Google Shape;1868;p47"/>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9" name="Google Shape;1869;p47"/>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70" name="Google Shape;1870;p47"/>
          <p:cNvGrpSpPr/>
          <p:nvPr/>
        </p:nvGrpSpPr>
        <p:grpSpPr>
          <a:xfrm>
            <a:off x="2615050" y="538596"/>
            <a:ext cx="1636500" cy="1636500"/>
            <a:chOff x="2615050" y="501067"/>
            <a:chExt cx="1636500" cy="1636500"/>
          </a:xfrm>
        </p:grpSpPr>
        <p:sp>
          <p:nvSpPr>
            <p:cNvPr id="1871" name="Google Shape;1871;p47"/>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2" name="Google Shape;1872;p47"/>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73" name="Google Shape;1873;p47"/>
          <p:cNvGrpSpPr/>
          <p:nvPr/>
        </p:nvGrpSpPr>
        <p:grpSpPr>
          <a:xfrm>
            <a:off x="6410574" y="539471"/>
            <a:ext cx="3519095" cy="3002836"/>
            <a:chOff x="6781275" y="766449"/>
            <a:chExt cx="2814375" cy="2401500"/>
          </a:xfrm>
        </p:grpSpPr>
        <p:grpSp>
          <p:nvGrpSpPr>
            <p:cNvPr id="1874" name="Google Shape;1874;p47"/>
            <p:cNvGrpSpPr/>
            <p:nvPr/>
          </p:nvGrpSpPr>
          <p:grpSpPr>
            <a:xfrm>
              <a:off x="6781275" y="766449"/>
              <a:ext cx="2814375" cy="2401500"/>
              <a:chOff x="6781275" y="766449"/>
              <a:chExt cx="2814375" cy="2401500"/>
            </a:xfrm>
          </p:grpSpPr>
          <p:sp>
            <p:nvSpPr>
              <p:cNvPr id="1875" name="Google Shape;1875;p47"/>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76" name="Google Shape;1876;p47"/>
              <p:cNvCxnSpPr>
                <a:stCxn id="1875" idx="0"/>
                <a:endCxn id="1877"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1877" name="Google Shape;1877;p47"/>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78" name="Google Shape;1878;p47"/>
            <p:cNvGrpSpPr/>
            <p:nvPr/>
          </p:nvGrpSpPr>
          <p:grpSpPr>
            <a:xfrm>
              <a:off x="6781275" y="1098578"/>
              <a:ext cx="2487825" cy="1748400"/>
              <a:chOff x="6781275" y="1098578"/>
              <a:chExt cx="2487825" cy="1748400"/>
            </a:xfrm>
          </p:grpSpPr>
          <p:sp>
            <p:nvSpPr>
              <p:cNvPr id="1879" name="Google Shape;1879;p47"/>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80" name="Google Shape;1880;p47"/>
              <p:cNvCxnSpPr>
                <a:stCxn id="1879" idx="0"/>
                <a:endCxn id="1881"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1881" name="Google Shape;1881;p47"/>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82" name="Google Shape;1882;p47"/>
            <p:cNvGrpSpPr/>
            <p:nvPr/>
          </p:nvGrpSpPr>
          <p:grpSpPr>
            <a:xfrm>
              <a:off x="6781275" y="1415859"/>
              <a:ext cx="2193850" cy="1160400"/>
              <a:chOff x="6781275" y="1415859"/>
              <a:chExt cx="2193850" cy="1160400"/>
            </a:xfrm>
          </p:grpSpPr>
          <p:sp>
            <p:nvSpPr>
              <p:cNvPr id="1883" name="Google Shape;1883;p47"/>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84" name="Google Shape;1884;p47"/>
              <p:cNvCxnSpPr>
                <a:stCxn id="1883" idx="0"/>
                <a:endCxn id="1885"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1885" name="Google Shape;1885;p47"/>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86" name="Google Shape;1886;p47"/>
            <p:cNvGrpSpPr/>
            <p:nvPr/>
          </p:nvGrpSpPr>
          <p:grpSpPr>
            <a:xfrm>
              <a:off x="6781275" y="1746372"/>
              <a:ext cx="1866075" cy="504900"/>
              <a:chOff x="6781275" y="1746372"/>
              <a:chExt cx="1866075" cy="504900"/>
            </a:xfrm>
          </p:grpSpPr>
          <p:sp>
            <p:nvSpPr>
              <p:cNvPr id="1887" name="Google Shape;1887;p47"/>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888" name="Google Shape;1888;p47"/>
              <p:cNvCxnSpPr>
                <a:stCxn id="1887" idx="1"/>
                <a:endCxn id="1889"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1889" name="Google Shape;1889;p47"/>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890" name="Google Shape;1890;p47"/>
          <p:cNvGrpSpPr/>
          <p:nvPr/>
        </p:nvGrpSpPr>
        <p:grpSpPr>
          <a:xfrm>
            <a:off x="2616150" y="1472035"/>
            <a:ext cx="1636500" cy="1636500"/>
            <a:chOff x="2615050" y="501067"/>
            <a:chExt cx="1636500" cy="1636500"/>
          </a:xfrm>
        </p:grpSpPr>
        <p:sp>
          <p:nvSpPr>
            <p:cNvPr id="1891" name="Google Shape;1891;p47"/>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92" name="Google Shape;1892;p47"/>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896" name="Shape 1896"/>
        <p:cNvGrpSpPr/>
        <p:nvPr/>
      </p:nvGrpSpPr>
      <p:grpSpPr>
        <a:xfrm>
          <a:off x="0" y="0"/>
          <a:ext cx="0" cy="0"/>
          <a:chOff x="0" y="0"/>
          <a:chExt cx="0" cy="0"/>
        </a:xfrm>
      </p:grpSpPr>
      <p:sp>
        <p:nvSpPr>
          <p:cNvPr id="1897" name="Google Shape;1897;p48"/>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898" name="Google Shape;1898;p48"/>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1899" name="Google Shape;1899;p48"/>
          <p:cNvGrpSpPr/>
          <p:nvPr/>
        </p:nvGrpSpPr>
        <p:grpSpPr>
          <a:xfrm>
            <a:off x="8140900" y="2447514"/>
            <a:ext cx="296450" cy="253295"/>
            <a:chOff x="866243" y="2291587"/>
            <a:chExt cx="415546" cy="355053"/>
          </a:xfrm>
        </p:grpSpPr>
        <p:sp>
          <p:nvSpPr>
            <p:cNvPr id="1900" name="Google Shape;1900;p4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5" name="Google Shape;1905;p48"/>
          <p:cNvSpPr/>
          <p:nvPr/>
        </p:nvSpPr>
        <p:spPr>
          <a:xfrm>
            <a:off x="6828770" y="2431598"/>
            <a:ext cx="286338" cy="285127"/>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6" name="Google Shape;1906;p48"/>
          <p:cNvGrpSpPr/>
          <p:nvPr/>
        </p:nvGrpSpPr>
        <p:grpSpPr>
          <a:xfrm>
            <a:off x="6396833" y="2443531"/>
            <a:ext cx="286292" cy="261262"/>
            <a:chOff x="1958520" y="2302574"/>
            <a:chExt cx="359213" cy="327807"/>
          </a:xfrm>
        </p:grpSpPr>
        <p:sp>
          <p:nvSpPr>
            <p:cNvPr id="1907" name="Google Shape;1907;p4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48"/>
          <p:cNvGrpSpPr/>
          <p:nvPr/>
        </p:nvGrpSpPr>
        <p:grpSpPr>
          <a:xfrm>
            <a:off x="7763671" y="2427016"/>
            <a:ext cx="169865" cy="294291"/>
            <a:chOff x="2656082" y="2287427"/>
            <a:chExt cx="207582" cy="359594"/>
          </a:xfrm>
        </p:grpSpPr>
        <p:sp>
          <p:nvSpPr>
            <p:cNvPr id="1911" name="Google Shape;1911;p4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48"/>
          <p:cNvGrpSpPr/>
          <p:nvPr/>
        </p:nvGrpSpPr>
        <p:grpSpPr>
          <a:xfrm>
            <a:off x="2025918" y="3328852"/>
            <a:ext cx="286364" cy="228767"/>
            <a:chOff x="3049653" y="2321468"/>
            <a:chExt cx="362991" cy="290018"/>
          </a:xfrm>
        </p:grpSpPr>
        <p:sp>
          <p:nvSpPr>
            <p:cNvPr id="1916" name="Google Shape;1916;p4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 name="Google Shape;1920;p48"/>
          <p:cNvGrpSpPr/>
          <p:nvPr/>
        </p:nvGrpSpPr>
        <p:grpSpPr>
          <a:xfrm>
            <a:off x="712681" y="4202275"/>
            <a:ext cx="281068" cy="236414"/>
            <a:chOff x="3564243" y="2289904"/>
            <a:chExt cx="422342" cy="355243"/>
          </a:xfrm>
        </p:grpSpPr>
        <p:sp>
          <p:nvSpPr>
            <p:cNvPr id="1921" name="Google Shape;1921;p4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6" name="Google Shape;1926;p48"/>
          <p:cNvSpPr/>
          <p:nvPr/>
        </p:nvSpPr>
        <p:spPr>
          <a:xfrm>
            <a:off x="3772198" y="3302854"/>
            <a:ext cx="281037" cy="280762"/>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7" name="Google Shape;1927;p48"/>
          <p:cNvGrpSpPr/>
          <p:nvPr/>
        </p:nvGrpSpPr>
        <p:grpSpPr>
          <a:xfrm>
            <a:off x="5520135" y="2435836"/>
            <a:ext cx="281058" cy="276651"/>
            <a:chOff x="4687894" y="2289713"/>
            <a:chExt cx="359594" cy="353909"/>
          </a:xfrm>
        </p:grpSpPr>
        <p:sp>
          <p:nvSpPr>
            <p:cNvPr id="1928" name="Google Shape;1928;p4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1" name="Google Shape;1931;p48"/>
          <p:cNvSpPr/>
          <p:nvPr/>
        </p:nvSpPr>
        <p:spPr>
          <a:xfrm>
            <a:off x="3774299" y="4179709"/>
            <a:ext cx="281003" cy="281546"/>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2" name="Google Shape;1932;p48"/>
          <p:cNvGrpSpPr/>
          <p:nvPr/>
        </p:nvGrpSpPr>
        <p:grpSpPr>
          <a:xfrm>
            <a:off x="2042370" y="2428599"/>
            <a:ext cx="241585" cy="291125"/>
            <a:chOff x="6421399" y="2308227"/>
            <a:chExt cx="263567" cy="317614"/>
          </a:xfrm>
        </p:grpSpPr>
        <p:sp>
          <p:nvSpPr>
            <p:cNvPr id="1933" name="Google Shape;1933;p4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 name="Google Shape;1937;p48"/>
          <p:cNvGrpSpPr/>
          <p:nvPr/>
        </p:nvGrpSpPr>
        <p:grpSpPr>
          <a:xfrm>
            <a:off x="2466471" y="2440211"/>
            <a:ext cx="281077" cy="267900"/>
            <a:chOff x="6870193" y="2295620"/>
            <a:chExt cx="360356" cy="343462"/>
          </a:xfrm>
        </p:grpSpPr>
        <p:sp>
          <p:nvSpPr>
            <p:cNvPr id="1938" name="Google Shape;1938;p4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 name="Google Shape;1940;p48"/>
          <p:cNvGrpSpPr/>
          <p:nvPr/>
        </p:nvGrpSpPr>
        <p:grpSpPr>
          <a:xfrm>
            <a:off x="3330554" y="2432706"/>
            <a:ext cx="295928" cy="282911"/>
            <a:chOff x="7441465" y="2302860"/>
            <a:chExt cx="342192" cy="327140"/>
          </a:xfrm>
        </p:grpSpPr>
        <p:sp>
          <p:nvSpPr>
            <p:cNvPr id="1941" name="Google Shape;1941;p4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48"/>
          <p:cNvGrpSpPr/>
          <p:nvPr/>
        </p:nvGrpSpPr>
        <p:grpSpPr>
          <a:xfrm>
            <a:off x="1581866" y="2470856"/>
            <a:ext cx="293728" cy="206610"/>
            <a:chOff x="7989683" y="2350207"/>
            <a:chExt cx="332761" cy="234066"/>
          </a:xfrm>
        </p:grpSpPr>
        <p:sp>
          <p:nvSpPr>
            <p:cNvPr id="1944" name="Google Shape;1944;p4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 name="Google Shape;1950;p48"/>
          <p:cNvGrpSpPr/>
          <p:nvPr/>
        </p:nvGrpSpPr>
        <p:grpSpPr>
          <a:xfrm>
            <a:off x="2460871" y="3302818"/>
            <a:ext cx="281146" cy="280834"/>
            <a:chOff x="5823294" y="2309751"/>
            <a:chExt cx="315327" cy="314978"/>
          </a:xfrm>
        </p:grpSpPr>
        <p:sp>
          <p:nvSpPr>
            <p:cNvPr id="1951" name="Google Shape;1951;p4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48"/>
          <p:cNvGrpSpPr/>
          <p:nvPr/>
        </p:nvGrpSpPr>
        <p:grpSpPr>
          <a:xfrm>
            <a:off x="2052032" y="2882656"/>
            <a:ext cx="246854" cy="246600"/>
            <a:chOff x="2497275" y="2744159"/>
            <a:chExt cx="370930" cy="370549"/>
          </a:xfrm>
        </p:grpSpPr>
        <p:sp>
          <p:nvSpPr>
            <p:cNvPr id="1969" name="Google Shape;1969;p4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48"/>
          <p:cNvGrpSpPr/>
          <p:nvPr/>
        </p:nvGrpSpPr>
        <p:grpSpPr>
          <a:xfrm>
            <a:off x="5089814" y="3744587"/>
            <a:ext cx="281181" cy="276499"/>
            <a:chOff x="860940" y="2746477"/>
            <a:chExt cx="371883" cy="365691"/>
          </a:xfrm>
        </p:grpSpPr>
        <p:sp>
          <p:nvSpPr>
            <p:cNvPr id="1976" name="Google Shape;1976;p4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48"/>
          <p:cNvGrpSpPr/>
          <p:nvPr/>
        </p:nvGrpSpPr>
        <p:grpSpPr>
          <a:xfrm>
            <a:off x="4204834" y="3300885"/>
            <a:ext cx="237042" cy="284700"/>
            <a:chOff x="1493849" y="2775533"/>
            <a:chExt cx="283985" cy="341080"/>
          </a:xfrm>
        </p:grpSpPr>
        <p:sp>
          <p:nvSpPr>
            <p:cNvPr id="1982" name="Google Shape;1982;p4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48"/>
          <p:cNvGrpSpPr/>
          <p:nvPr/>
        </p:nvGrpSpPr>
        <p:grpSpPr>
          <a:xfrm>
            <a:off x="4207761" y="2874408"/>
            <a:ext cx="286338" cy="263096"/>
            <a:chOff x="1952836" y="2774422"/>
            <a:chExt cx="372835" cy="342573"/>
          </a:xfrm>
        </p:grpSpPr>
        <p:sp>
          <p:nvSpPr>
            <p:cNvPr id="1985" name="Google Shape;1985;p4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48"/>
          <p:cNvGrpSpPr/>
          <p:nvPr/>
        </p:nvGrpSpPr>
        <p:grpSpPr>
          <a:xfrm>
            <a:off x="7283837" y="3297152"/>
            <a:ext cx="260926" cy="292166"/>
            <a:chOff x="3079916" y="2744477"/>
            <a:chExt cx="332729" cy="372518"/>
          </a:xfrm>
        </p:grpSpPr>
        <p:sp>
          <p:nvSpPr>
            <p:cNvPr id="1989" name="Google Shape;1989;p4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 name="Google Shape;1992;p48"/>
          <p:cNvGrpSpPr/>
          <p:nvPr/>
        </p:nvGrpSpPr>
        <p:grpSpPr>
          <a:xfrm>
            <a:off x="716693" y="3734448"/>
            <a:ext cx="281167" cy="296777"/>
            <a:chOff x="3620576" y="2745525"/>
            <a:chExt cx="336889" cy="355592"/>
          </a:xfrm>
        </p:grpSpPr>
        <p:sp>
          <p:nvSpPr>
            <p:cNvPr id="1993" name="Google Shape;1993;p4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48"/>
          <p:cNvGrpSpPr/>
          <p:nvPr/>
        </p:nvGrpSpPr>
        <p:grpSpPr>
          <a:xfrm>
            <a:off x="3771991" y="2866047"/>
            <a:ext cx="293131" cy="279819"/>
            <a:chOff x="4126815" y="2760704"/>
            <a:chExt cx="380393" cy="363118"/>
          </a:xfrm>
        </p:grpSpPr>
        <p:sp>
          <p:nvSpPr>
            <p:cNvPr id="1996" name="Google Shape;1996;p4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48"/>
          <p:cNvGrpSpPr/>
          <p:nvPr/>
        </p:nvGrpSpPr>
        <p:grpSpPr>
          <a:xfrm>
            <a:off x="6398551" y="3307335"/>
            <a:ext cx="281166" cy="271801"/>
            <a:chOff x="4675986" y="2745684"/>
            <a:chExt cx="381346" cy="368644"/>
          </a:xfrm>
        </p:grpSpPr>
        <p:sp>
          <p:nvSpPr>
            <p:cNvPr id="2001" name="Google Shape;2001;p4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 name="Google Shape;2003;p48"/>
          <p:cNvGrpSpPr/>
          <p:nvPr/>
        </p:nvGrpSpPr>
        <p:grpSpPr>
          <a:xfrm>
            <a:off x="4213428" y="2458120"/>
            <a:ext cx="286307" cy="232082"/>
            <a:chOff x="5220616" y="2791061"/>
            <a:chExt cx="373185" cy="302466"/>
          </a:xfrm>
        </p:grpSpPr>
        <p:sp>
          <p:nvSpPr>
            <p:cNvPr id="2004" name="Google Shape;2004;p4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48"/>
          <p:cNvGrpSpPr/>
          <p:nvPr/>
        </p:nvGrpSpPr>
        <p:grpSpPr>
          <a:xfrm>
            <a:off x="6853685" y="3300160"/>
            <a:ext cx="236507" cy="286151"/>
            <a:chOff x="5864861" y="2772517"/>
            <a:chExt cx="284366" cy="344097"/>
          </a:xfrm>
        </p:grpSpPr>
        <p:sp>
          <p:nvSpPr>
            <p:cNvPr id="2023" name="Google Shape;2023;p4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9" name="Google Shape;2029;p48"/>
          <p:cNvSpPr/>
          <p:nvPr/>
        </p:nvSpPr>
        <p:spPr>
          <a:xfrm>
            <a:off x="5956950" y="3300070"/>
            <a:ext cx="286356" cy="286329"/>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0" name="Google Shape;2030;p48"/>
          <p:cNvGrpSpPr/>
          <p:nvPr/>
        </p:nvGrpSpPr>
        <p:grpSpPr>
          <a:xfrm>
            <a:off x="6863204" y="4181002"/>
            <a:ext cx="217470" cy="278961"/>
            <a:chOff x="6974158" y="2789537"/>
            <a:chExt cx="255247" cy="327458"/>
          </a:xfrm>
        </p:grpSpPr>
        <p:sp>
          <p:nvSpPr>
            <p:cNvPr id="2031" name="Google Shape;2031;p4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48"/>
          <p:cNvGrpSpPr/>
          <p:nvPr/>
        </p:nvGrpSpPr>
        <p:grpSpPr>
          <a:xfrm>
            <a:off x="7305566" y="4175272"/>
            <a:ext cx="217468" cy="290420"/>
            <a:chOff x="7530697" y="2790299"/>
            <a:chExt cx="244291" cy="326314"/>
          </a:xfrm>
        </p:grpSpPr>
        <p:sp>
          <p:nvSpPr>
            <p:cNvPr id="2038" name="Google Shape;2038;p4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48"/>
          <p:cNvGrpSpPr/>
          <p:nvPr/>
        </p:nvGrpSpPr>
        <p:grpSpPr>
          <a:xfrm>
            <a:off x="5082650" y="3320923"/>
            <a:ext cx="286284" cy="244625"/>
            <a:chOff x="7988191" y="2832248"/>
            <a:chExt cx="332348" cy="283985"/>
          </a:xfrm>
        </p:grpSpPr>
        <p:sp>
          <p:nvSpPr>
            <p:cNvPr id="2045" name="Google Shape;2045;p4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8" name="Google Shape;2048;p48"/>
          <p:cNvSpPr/>
          <p:nvPr/>
        </p:nvSpPr>
        <p:spPr>
          <a:xfrm>
            <a:off x="5961124" y="2891516"/>
            <a:ext cx="286353" cy="228880"/>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9" name="Google Shape;2049;p48"/>
          <p:cNvGrpSpPr/>
          <p:nvPr/>
        </p:nvGrpSpPr>
        <p:grpSpPr>
          <a:xfrm>
            <a:off x="713773" y="2468444"/>
            <a:ext cx="293738" cy="211434"/>
            <a:chOff x="3588440" y="3258368"/>
            <a:chExt cx="364484" cy="262423"/>
          </a:xfrm>
        </p:grpSpPr>
        <p:sp>
          <p:nvSpPr>
            <p:cNvPr id="2050" name="Google Shape;2050;p4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48"/>
          <p:cNvSpPr/>
          <p:nvPr/>
        </p:nvSpPr>
        <p:spPr>
          <a:xfrm>
            <a:off x="1589447" y="3303752"/>
            <a:ext cx="281148" cy="278967"/>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7" name="Google Shape;2057;p48"/>
          <p:cNvGrpSpPr/>
          <p:nvPr/>
        </p:nvGrpSpPr>
        <p:grpSpPr>
          <a:xfrm>
            <a:off x="8139736" y="2875216"/>
            <a:ext cx="293716" cy="261482"/>
            <a:chOff x="5765817" y="3227724"/>
            <a:chExt cx="364865" cy="324822"/>
          </a:xfrm>
        </p:grpSpPr>
        <p:sp>
          <p:nvSpPr>
            <p:cNvPr id="2058" name="Google Shape;2058;p4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48"/>
          <p:cNvGrpSpPr/>
          <p:nvPr/>
        </p:nvGrpSpPr>
        <p:grpSpPr>
          <a:xfrm>
            <a:off x="6831394" y="2865252"/>
            <a:ext cx="281090" cy="281408"/>
            <a:chOff x="865862" y="3207306"/>
            <a:chExt cx="364484" cy="364897"/>
          </a:xfrm>
        </p:grpSpPr>
        <p:sp>
          <p:nvSpPr>
            <p:cNvPr id="2062" name="Google Shape;2062;p4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48"/>
          <p:cNvGrpSpPr/>
          <p:nvPr/>
        </p:nvGrpSpPr>
        <p:grpSpPr>
          <a:xfrm>
            <a:off x="6393180" y="2879906"/>
            <a:ext cx="286288" cy="252101"/>
            <a:chOff x="1404617" y="3226962"/>
            <a:chExt cx="370168" cy="325965"/>
          </a:xfrm>
        </p:grpSpPr>
        <p:sp>
          <p:nvSpPr>
            <p:cNvPr id="2077" name="Google Shape;2077;p4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48"/>
          <p:cNvGrpSpPr/>
          <p:nvPr/>
        </p:nvGrpSpPr>
        <p:grpSpPr>
          <a:xfrm>
            <a:off x="5522154" y="2869977"/>
            <a:ext cx="281057" cy="271958"/>
            <a:chOff x="1954741" y="3212419"/>
            <a:chExt cx="366389" cy="354481"/>
          </a:xfrm>
        </p:grpSpPr>
        <p:sp>
          <p:nvSpPr>
            <p:cNvPr id="2087" name="Google Shape;2087;p4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48"/>
          <p:cNvGrpSpPr/>
          <p:nvPr/>
        </p:nvGrpSpPr>
        <p:grpSpPr>
          <a:xfrm>
            <a:off x="5082123" y="2869557"/>
            <a:ext cx="286365" cy="272799"/>
            <a:chOff x="3043239" y="3215626"/>
            <a:chExt cx="366008" cy="348670"/>
          </a:xfrm>
        </p:grpSpPr>
        <p:sp>
          <p:nvSpPr>
            <p:cNvPr id="2095" name="Google Shape;2095;p4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48"/>
          <p:cNvGrpSpPr/>
          <p:nvPr/>
        </p:nvGrpSpPr>
        <p:grpSpPr>
          <a:xfrm>
            <a:off x="1210650" y="2856874"/>
            <a:ext cx="162601" cy="298164"/>
            <a:chOff x="4218333" y="3184982"/>
            <a:chExt cx="209107" cy="383442"/>
          </a:xfrm>
        </p:grpSpPr>
        <p:sp>
          <p:nvSpPr>
            <p:cNvPr id="2098" name="Google Shape;2098;p4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0" name="Google Shape;2100;p48"/>
          <p:cNvSpPr/>
          <p:nvPr/>
        </p:nvSpPr>
        <p:spPr>
          <a:xfrm>
            <a:off x="5630236" y="3294149"/>
            <a:ext cx="65401" cy="298173"/>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1" name="Google Shape;2101;p48"/>
          <p:cNvGrpSpPr/>
          <p:nvPr/>
        </p:nvGrpSpPr>
        <p:grpSpPr>
          <a:xfrm>
            <a:off x="710843" y="3300641"/>
            <a:ext cx="264727" cy="285189"/>
            <a:chOff x="6896644" y="3216007"/>
            <a:chExt cx="322917" cy="347876"/>
          </a:xfrm>
        </p:grpSpPr>
        <p:sp>
          <p:nvSpPr>
            <p:cNvPr id="2102" name="Google Shape;2102;p4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 name="Google Shape;2109;p48"/>
          <p:cNvGrpSpPr/>
          <p:nvPr/>
        </p:nvGrpSpPr>
        <p:grpSpPr>
          <a:xfrm>
            <a:off x="1587965" y="3740026"/>
            <a:ext cx="286280" cy="285621"/>
            <a:chOff x="7429366" y="3223183"/>
            <a:chExt cx="334634" cy="333904"/>
          </a:xfrm>
        </p:grpSpPr>
        <p:sp>
          <p:nvSpPr>
            <p:cNvPr id="2110" name="Google Shape;2110;p4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 name="Google Shape;2112;p48"/>
          <p:cNvSpPr/>
          <p:nvPr/>
        </p:nvSpPr>
        <p:spPr>
          <a:xfrm>
            <a:off x="3411674" y="3740488"/>
            <a:ext cx="179751" cy="28469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3" name="Google Shape;2113;p48"/>
          <p:cNvGrpSpPr/>
          <p:nvPr/>
        </p:nvGrpSpPr>
        <p:grpSpPr>
          <a:xfrm>
            <a:off x="7267743" y="3773543"/>
            <a:ext cx="293114" cy="218587"/>
            <a:chOff x="5216456" y="3725484"/>
            <a:chExt cx="356196" cy="265631"/>
          </a:xfrm>
        </p:grpSpPr>
        <p:sp>
          <p:nvSpPr>
            <p:cNvPr id="2114" name="Google Shape;2114;p4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 name="Google Shape;2116;p48"/>
          <p:cNvGrpSpPr/>
          <p:nvPr/>
        </p:nvGrpSpPr>
        <p:grpSpPr>
          <a:xfrm>
            <a:off x="5086881" y="2474153"/>
            <a:ext cx="286314" cy="200018"/>
            <a:chOff x="6849393" y="3733994"/>
            <a:chExt cx="355053" cy="248038"/>
          </a:xfrm>
        </p:grpSpPr>
        <p:sp>
          <p:nvSpPr>
            <p:cNvPr id="2117" name="Google Shape;2117;p4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48"/>
          <p:cNvGrpSpPr/>
          <p:nvPr/>
        </p:nvGrpSpPr>
        <p:grpSpPr>
          <a:xfrm>
            <a:off x="2026447" y="3780519"/>
            <a:ext cx="286358" cy="204635"/>
            <a:chOff x="7918997" y="3714687"/>
            <a:chExt cx="392111" cy="280206"/>
          </a:xfrm>
        </p:grpSpPr>
        <p:sp>
          <p:nvSpPr>
            <p:cNvPr id="2123" name="Google Shape;2123;p4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8" name="Google Shape;2128;p48"/>
          <p:cNvSpPr/>
          <p:nvPr/>
        </p:nvSpPr>
        <p:spPr>
          <a:xfrm>
            <a:off x="8139303" y="3311511"/>
            <a:ext cx="286345" cy="263449"/>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9" name="Google Shape;2129;p48"/>
          <p:cNvGrpSpPr/>
          <p:nvPr/>
        </p:nvGrpSpPr>
        <p:grpSpPr>
          <a:xfrm>
            <a:off x="4642178" y="4178334"/>
            <a:ext cx="286355" cy="284296"/>
            <a:chOff x="1952836" y="3680964"/>
            <a:chExt cx="357720" cy="355148"/>
          </a:xfrm>
        </p:grpSpPr>
        <p:sp>
          <p:nvSpPr>
            <p:cNvPr id="2130" name="Google Shape;2130;p4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48"/>
          <p:cNvGrpSpPr/>
          <p:nvPr/>
        </p:nvGrpSpPr>
        <p:grpSpPr>
          <a:xfrm>
            <a:off x="5082508" y="4178388"/>
            <a:ext cx="286283" cy="284189"/>
            <a:chOff x="2496894" y="3680964"/>
            <a:chExt cx="357720" cy="355148"/>
          </a:xfrm>
        </p:grpSpPr>
        <p:sp>
          <p:nvSpPr>
            <p:cNvPr id="2136" name="Google Shape;2136;p4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48"/>
          <p:cNvGrpSpPr/>
          <p:nvPr/>
        </p:nvGrpSpPr>
        <p:grpSpPr>
          <a:xfrm>
            <a:off x="7705425" y="3739817"/>
            <a:ext cx="286356" cy="286039"/>
            <a:chOff x="3040984" y="3681059"/>
            <a:chExt cx="356164" cy="355815"/>
          </a:xfrm>
        </p:grpSpPr>
        <p:sp>
          <p:nvSpPr>
            <p:cNvPr id="2142" name="Google Shape;2142;p4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48"/>
          <p:cNvGrpSpPr/>
          <p:nvPr/>
        </p:nvGrpSpPr>
        <p:grpSpPr>
          <a:xfrm>
            <a:off x="1595626" y="4195717"/>
            <a:ext cx="281013" cy="249530"/>
            <a:chOff x="3584280" y="3699191"/>
            <a:chExt cx="358069" cy="317995"/>
          </a:xfrm>
        </p:grpSpPr>
        <p:sp>
          <p:nvSpPr>
            <p:cNvPr id="2146" name="Google Shape;2146;p4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 name="Google Shape;2150;p48"/>
          <p:cNvGrpSpPr/>
          <p:nvPr/>
        </p:nvGrpSpPr>
        <p:grpSpPr>
          <a:xfrm>
            <a:off x="8140917" y="3740146"/>
            <a:ext cx="286276" cy="285381"/>
            <a:chOff x="4129482" y="3681059"/>
            <a:chExt cx="355402" cy="354291"/>
          </a:xfrm>
        </p:grpSpPr>
        <p:sp>
          <p:nvSpPr>
            <p:cNvPr id="2151" name="Google Shape;2151;p4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 name="Google Shape;2155;p48"/>
          <p:cNvGrpSpPr/>
          <p:nvPr/>
        </p:nvGrpSpPr>
        <p:grpSpPr>
          <a:xfrm>
            <a:off x="1148782" y="4177160"/>
            <a:ext cx="286337" cy="286644"/>
            <a:chOff x="4673540" y="3680297"/>
            <a:chExt cx="355434" cy="355815"/>
          </a:xfrm>
        </p:grpSpPr>
        <p:sp>
          <p:nvSpPr>
            <p:cNvPr id="2156" name="Google Shape;2156;p4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 name="Google Shape;2159;p48"/>
          <p:cNvGrpSpPr/>
          <p:nvPr/>
        </p:nvGrpSpPr>
        <p:grpSpPr>
          <a:xfrm>
            <a:off x="6831428" y="3741819"/>
            <a:ext cx="281021" cy="282036"/>
            <a:chOff x="5779408" y="3699191"/>
            <a:chExt cx="317645" cy="318757"/>
          </a:xfrm>
        </p:grpSpPr>
        <p:sp>
          <p:nvSpPr>
            <p:cNvPr id="2160" name="Google Shape;2160;p4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2" name="Google Shape;2162;p48"/>
          <p:cNvSpPr/>
          <p:nvPr/>
        </p:nvSpPr>
        <p:spPr>
          <a:xfrm>
            <a:off x="4645578" y="3311220"/>
            <a:ext cx="286342" cy="264031"/>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3" name="Google Shape;2163;p48"/>
          <p:cNvGrpSpPr/>
          <p:nvPr/>
        </p:nvGrpSpPr>
        <p:grpSpPr>
          <a:xfrm>
            <a:off x="4645514" y="3742888"/>
            <a:ext cx="293119" cy="279896"/>
            <a:chOff x="7390435" y="3680868"/>
            <a:chExt cx="372073" cy="355243"/>
          </a:xfrm>
        </p:grpSpPr>
        <p:sp>
          <p:nvSpPr>
            <p:cNvPr id="2164" name="Google Shape;2164;p4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 name="Google Shape;2170;p48"/>
          <p:cNvGrpSpPr/>
          <p:nvPr/>
        </p:nvGrpSpPr>
        <p:grpSpPr>
          <a:xfrm>
            <a:off x="2896800" y="3742508"/>
            <a:ext cx="281182" cy="280657"/>
            <a:chOff x="1421638" y="4125629"/>
            <a:chExt cx="374709" cy="374010"/>
          </a:xfrm>
        </p:grpSpPr>
        <p:sp>
          <p:nvSpPr>
            <p:cNvPr id="2171" name="Google Shape;2171;p4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 name="Google Shape;2173;p48"/>
          <p:cNvGrpSpPr/>
          <p:nvPr/>
        </p:nvGrpSpPr>
        <p:grpSpPr>
          <a:xfrm>
            <a:off x="7708019" y="3308737"/>
            <a:ext cx="281168" cy="268997"/>
            <a:chOff x="1973254" y="4156304"/>
            <a:chExt cx="357720" cy="342192"/>
          </a:xfrm>
        </p:grpSpPr>
        <p:sp>
          <p:nvSpPr>
            <p:cNvPr id="2174" name="Google Shape;2174;p4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48"/>
          <p:cNvGrpSpPr/>
          <p:nvPr/>
        </p:nvGrpSpPr>
        <p:grpSpPr>
          <a:xfrm>
            <a:off x="3336958" y="4177651"/>
            <a:ext cx="286276" cy="285663"/>
            <a:chOff x="2523759" y="4135505"/>
            <a:chExt cx="341049" cy="340318"/>
          </a:xfrm>
        </p:grpSpPr>
        <p:sp>
          <p:nvSpPr>
            <p:cNvPr id="2181" name="Google Shape;2181;p4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48"/>
          <p:cNvGrpSpPr/>
          <p:nvPr/>
        </p:nvGrpSpPr>
        <p:grpSpPr>
          <a:xfrm>
            <a:off x="2461585" y="4192569"/>
            <a:ext cx="286257" cy="255828"/>
            <a:chOff x="3040603" y="4130360"/>
            <a:chExt cx="392079" cy="350353"/>
          </a:xfrm>
        </p:grpSpPr>
        <p:sp>
          <p:nvSpPr>
            <p:cNvPr id="2184" name="Google Shape;2184;p4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 name="Google Shape;2194;p48"/>
          <p:cNvGrpSpPr/>
          <p:nvPr/>
        </p:nvGrpSpPr>
        <p:grpSpPr>
          <a:xfrm>
            <a:off x="7314642" y="2860402"/>
            <a:ext cx="199316" cy="291108"/>
            <a:chOff x="3662144" y="4135505"/>
            <a:chExt cx="232955" cy="340318"/>
          </a:xfrm>
        </p:grpSpPr>
        <p:sp>
          <p:nvSpPr>
            <p:cNvPr id="2195" name="Google Shape;2195;p4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48"/>
          <p:cNvGrpSpPr/>
          <p:nvPr/>
        </p:nvGrpSpPr>
        <p:grpSpPr>
          <a:xfrm>
            <a:off x="3774398" y="3743047"/>
            <a:ext cx="260939" cy="279579"/>
            <a:chOff x="4149138" y="4121151"/>
            <a:chExt cx="344065" cy="368644"/>
          </a:xfrm>
        </p:grpSpPr>
        <p:sp>
          <p:nvSpPr>
            <p:cNvPr id="2200" name="Google Shape;2200;p4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2" name="Google Shape;2212;p48"/>
          <p:cNvSpPr/>
          <p:nvPr/>
        </p:nvSpPr>
        <p:spPr>
          <a:xfrm>
            <a:off x="4212750" y="3744007"/>
            <a:ext cx="281005" cy="277658"/>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3" name="Google Shape;2213;p48"/>
          <p:cNvGrpSpPr/>
          <p:nvPr/>
        </p:nvGrpSpPr>
        <p:grpSpPr>
          <a:xfrm>
            <a:off x="5964957" y="3790027"/>
            <a:ext cx="281020" cy="185619"/>
            <a:chOff x="5206262" y="4174817"/>
            <a:chExt cx="397763" cy="262804"/>
          </a:xfrm>
        </p:grpSpPr>
        <p:sp>
          <p:nvSpPr>
            <p:cNvPr id="2214" name="Google Shape;2214;p4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 name="Google Shape;2221;p48"/>
          <p:cNvGrpSpPr/>
          <p:nvPr/>
        </p:nvGrpSpPr>
        <p:grpSpPr>
          <a:xfrm>
            <a:off x="5522498" y="3788581"/>
            <a:ext cx="286284" cy="188512"/>
            <a:chOff x="5727616" y="4204699"/>
            <a:chExt cx="440505" cy="290018"/>
          </a:xfrm>
        </p:grpSpPr>
        <p:sp>
          <p:nvSpPr>
            <p:cNvPr id="2222" name="Google Shape;2222;p4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48"/>
          <p:cNvGrpSpPr/>
          <p:nvPr/>
        </p:nvGrpSpPr>
        <p:grpSpPr>
          <a:xfrm>
            <a:off x="7783495" y="4172088"/>
            <a:ext cx="130215" cy="296789"/>
            <a:chOff x="6410063" y="4135124"/>
            <a:chExt cx="159950" cy="364516"/>
          </a:xfrm>
        </p:grpSpPr>
        <p:sp>
          <p:nvSpPr>
            <p:cNvPr id="2231" name="Google Shape;2231;p4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 name="Google Shape;2235;p48"/>
          <p:cNvGrpSpPr/>
          <p:nvPr/>
        </p:nvGrpSpPr>
        <p:grpSpPr>
          <a:xfrm>
            <a:off x="2901470" y="3300062"/>
            <a:ext cx="286281" cy="286347"/>
            <a:chOff x="775325" y="4143525"/>
            <a:chExt cx="468776" cy="468884"/>
          </a:xfrm>
        </p:grpSpPr>
        <p:sp>
          <p:nvSpPr>
            <p:cNvPr id="2236" name="Google Shape;2236;p48"/>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48"/>
          <p:cNvGrpSpPr/>
          <p:nvPr/>
        </p:nvGrpSpPr>
        <p:grpSpPr>
          <a:xfrm>
            <a:off x="5587905" y="4187908"/>
            <a:ext cx="146296" cy="265149"/>
            <a:chOff x="1426400" y="1814750"/>
            <a:chExt cx="407850" cy="712575"/>
          </a:xfrm>
        </p:grpSpPr>
        <p:sp>
          <p:nvSpPr>
            <p:cNvPr id="2241" name="Google Shape;2241;p48"/>
            <p:cNvSpPr/>
            <p:nvPr/>
          </p:nvSpPr>
          <p:spPr>
            <a:xfrm>
              <a:off x="1426400" y="1814750"/>
              <a:ext cx="407850" cy="393199"/>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 name="Google Shape;2244;p48"/>
          <p:cNvGrpSpPr/>
          <p:nvPr/>
        </p:nvGrpSpPr>
        <p:grpSpPr>
          <a:xfrm>
            <a:off x="5990774" y="4218133"/>
            <a:ext cx="206055" cy="204699"/>
            <a:chOff x="1940727" y="2021700"/>
            <a:chExt cx="552573" cy="548939"/>
          </a:xfrm>
        </p:grpSpPr>
        <p:sp>
          <p:nvSpPr>
            <p:cNvPr id="2245" name="Google Shape;2245;p48"/>
            <p:cNvSpPr/>
            <p:nvPr/>
          </p:nvSpPr>
          <p:spPr>
            <a:xfrm>
              <a:off x="1940727" y="2178309"/>
              <a:ext cx="392328" cy="392329"/>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 name="Google Shape;2248;p48"/>
          <p:cNvGrpSpPr/>
          <p:nvPr/>
        </p:nvGrpSpPr>
        <p:grpSpPr>
          <a:xfrm>
            <a:off x="6393264" y="4245820"/>
            <a:ext cx="281187" cy="149324"/>
            <a:chOff x="2749275" y="2099575"/>
            <a:chExt cx="820025" cy="435475"/>
          </a:xfrm>
        </p:grpSpPr>
        <p:sp>
          <p:nvSpPr>
            <p:cNvPr id="2249" name="Google Shape;2249;p48"/>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8"/>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8"/>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3" name="Google Shape;2253;p48"/>
          <p:cNvSpPr/>
          <p:nvPr/>
        </p:nvSpPr>
        <p:spPr>
          <a:xfrm>
            <a:off x="7716307" y="2865373"/>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4" name="Google Shape;2254;p48"/>
          <p:cNvGrpSpPr/>
          <p:nvPr/>
        </p:nvGrpSpPr>
        <p:grpSpPr>
          <a:xfrm>
            <a:off x="716779" y="2872148"/>
            <a:ext cx="286301" cy="267617"/>
            <a:chOff x="1748582" y="3372635"/>
            <a:chExt cx="359269" cy="335780"/>
          </a:xfrm>
        </p:grpSpPr>
        <p:sp>
          <p:nvSpPr>
            <p:cNvPr id="2255" name="Google Shape;2255;p4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6" name="Google Shape;2256;p48"/>
            <p:cNvGrpSpPr/>
            <p:nvPr/>
          </p:nvGrpSpPr>
          <p:grpSpPr>
            <a:xfrm>
              <a:off x="1748582" y="3372635"/>
              <a:ext cx="333520" cy="335780"/>
              <a:chOff x="1748582" y="3372635"/>
              <a:chExt cx="333520" cy="335780"/>
            </a:xfrm>
          </p:grpSpPr>
          <p:sp>
            <p:nvSpPr>
              <p:cNvPr id="2257" name="Google Shape;2257;p4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60" name="Google Shape;2260;p48"/>
          <p:cNvGrpSpPr/>
          <p:nvPr/>
        </p:nvGrpSpPr>
        <p:grpSpPr>
          <a:xfrm>
            <a:off x="3333419" y="2905184"/>
            <a:ext cx="296446" cy="201545"/>
            <a:chOff x="5283337" y="2478774"/>
            <a:chExt cx="358633" cy="243913"/>
          </a:xfrm>
        </p:grpSpPr>
        <p:sp>
          <p:nvSpPr>
            <p:cNvPr id="2261" name="Google Shape;2261;p48"/>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8"/>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8"/>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8"/>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8"/>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8"/>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8"/>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8"/>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8"/>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8"/>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 name="Google Shape;2278;p48"/>
          <p:cNvGrpSpPr/>
          <p:nvPr/>
        </p:nvGrpSpPr>
        <p:grpSpPr>
          <a:xfrm>
            <a:off x="7267730" y="2428374"/>
            <a:ext cx="293140" cy="291576"/>
            <a:chOff x="5495100" y="2485750"/>
            <a:chExt cx="365375" cy="363425"/>
          </a:xfrm>
        </p:grpSpPr>
        <p:sp>
          <p:nvSpPr>
            <p:cNvPr id="2279" name="Google Shape;2279;p48"/>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3" name="Google Shape;2283;p48"/>
          <p:cNvSpPr/>
          <p:nvPr/>
        </p:nvSpPr>
        <p:spPr>
          <a:xfrm>
            <a:off x="2463850" y="3790500"/>
            <a:ext cx="296447" cy="184673"/>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4" name="Google Shape;2284;p48"/>
          <p:cNvGrpSpPr/>
          <p:nvPr/>
        </p:nvGrpSpPr>
        <p:grpSpPr>
          <a:xfrm>
            <a:off x="2897713" y="2430997"/>
            <a:ext cx="286331" cy="286330"/>
            <a:chOff x="2372310" y="516242"/>
            <a:chExt cx="1044241" cy="1044238"/>
          </a:xfrm>
        </p:grpSpPr>
        <p:sp>
          <p:nvSpPr>
            <p:cNvPr id="2285" name="Google Shape;2285;p48"/>
            <p:cNvSpPr/>
            <p:nvPr/>
          </p:nvSpPr>
          <p:spPr>
            <a:xfrm flipH="1">
              <a:off x="2372310" y="516242"/>
              <a:ext cx="1044241" cy="1044238"/>
            </a:xfrm>
            <a:custGeom>
              <a:rect b="b" l="l" r="r" t="t"/>
              <a:pathLst>
                <a:path extrusionOk="0" h="1044238" w="1044241">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6" name="Google Shape;2286;p48"/>
            <p:cNvSpPr/>
            <p:nvPr/>
          </p:nvSpPr>
          <p:spPr>
            <a:xfrm flipH="1">
              <a:off x="3106312" y="735295"/>
              <a:ext cx="91183" cy="91181"/>
            </a:xfrm>
            <a:custGeom>
              <a:rect b="b" l="l" r="r" t="t"/>
              <a:pathLst>
                <a:path extrusionOk="0" h="91181" w="91183">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7" name="Google Shape;2287;p48"/>
            <p:cNvSpPr/>
            <p:nvPr/>
          </p:nvSpPr>
          <p:spPr>
            <a:xfrm flipH="1">
              <a:off x="3019769" y="681354"/>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48"/>
            <p:cNvSpPr/>
            <p:nvPr/>
          </p:nvSpPr>
          <p:spPr>
            <a:xfrm flipH="1">
              <a:off x="3135166" y="882425"/>
              <a:ext cx="116273" cy="30597"/>
            </a:xfrm>
            <a:custGeom>
              <a:rect b="b" l="l" r="r" t="t"/>
              <a:pathLst>
                <a:path extrusionOk="0" h="30597" w="116273">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48"/>
            <p:cNvSpPr/>
            <p:nvPr/>
          </p:nvSpPr>
          <p:spPr>
            <a:xfrm flipH="1">
              <a:off x="2591361" y="1250247"/>
              <a:ext cx="91185" cy="91182"/>
            </a:xfrm>
            <a:custGeom>
              <a:rect b="b" l="l" r="r" t="t"/>
              <a:pathLst>
                <a:path extrusionOk="0" h="91182" w="91185">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48"/>
            <p:cNvSpPr/>
            <p:nvPr/>
          </p:nvSpPr>
          <p:spPr>
            <a:xfrm flipH="1">
              <a:off x="2537419" y="1163700"/>
              <a:ext cx="116273" cy="30597"/>
            </a:xfrm>
            <a:custGeom>
              <a:rect b="b" l="l" r="r" t="t"/>
              <a:pathLst>
                <a:path extrusionOk="0" h="30597" w="116273">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48"/>
            <p:cNvSpPr/>
            <p:nvPr/>
          </p:nvSpPr>
          <p:spPr>
            <a:xfrm flipH="1">
              <a:off x="2738492" y="1279095"/>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2" name="Google Shape;2292;p48"/>
          <p:cNvGrpSpPr/>
          <p:nvPr/>
        </p:nvGrpSpPr>
        <p:grpSpPr>
          <a:xfrm>
            <a:off x="4204475" y="4179223"/>
            <a:ext cx="267296" cy="282518"/>
            <a:chOff x="4869073" y="503252"/>
            <a:chExt cx="828055" cy="875211"/>
          </a:xfrm>
        </p:grpSpPr>
        <p:sp>
          <p:nvSpPr>
            <p:cNvPr id="2293" name="Google Shape;2293;p48"/>
            <p:cNvSpPr/>
            <p:nvPr/>
          </p:nvSpPr>
          <p:spPr>
            <a:xfrm flipH="1">
              <a:off x="4869073" y="503252"/>
              <a:ext cx="820400" cy="875211"/>
            </a:xfrm>
            <a:custGeom>
              <a:rect b="b" l="l" r="r" t="t"/>
              <a:pathLst>
                <a:path extrusionOk="0" h="946174" w="886919">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4" name="Google Shape;2294;p48"/>
            <p:cNvSpPr/>
            <p:nvPr/>
          </p:nvSpPr>
          <p:spPr>
            <a:xfrm flipH="1">
              <a:off x="5606358" y="1062632"/>
              <a:ext cx="90770" cy="58163"/>
            </a:xfrm>
            <a:custGeom>
              <a:rect b="b" l="l" r="r" t="t"/>
              <a:pathLst>
                <a:path extrusionOk="0" h="58163" w="9077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48"/>
            <p:cNvSpPr/>
            <p:nvPr/>
          </p:nvSpPr>
          <p:spPr>
            <a:xfrm flipH="1">
              <a:off x="5548335" y="996897"/>
              <a:ext cx="148704" cy="86132"/>
            </a:xfrm>
            <a:custGeom>
              <a:rect b="b" l="l" r="r" t="t"/>
              <a:pathLst>
                <a:path extrusionOk="0" h="86132" w="148704">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6" name="Google Shape;2296;p48"/>
          <p:cNvGrpSpPr/>
          <p:nvPr/>
        </p:nvGrpSpPr>
        <p:grpSpPr>
          <a:xfrm>
            <a:off x="2902152" y="4173245"/>
            <a:ext cx="226966" cy="294475"/>
            <a:chOff x="10290098" y="4060301"/>
            <a:chExt cx="804843" cy="1044236"/>
          </a:xfrm>
        </p:grpSpPr>
        <p:sp>
          <p:nvSpPr>
            <p:cNvPr id="2297" name="Google Shape;2297;p48"/>
            <p:cNvSpPr/>
            <p:nvPr/>
          </p:nvSpPr>
          <p:spPr>
            <a:xfrm flipH="1">
              <a:off x="10290098" y="4060301"/>
              <a:ext cx="804843" cy="1044236"/>
            </a:xfrm>
            <a:custGeom>
              <a:rect b="b" l="l" r="r" t="t"/>
              <a:pathLst>
                <a:path extrusionOk="0" h="1044236" w="804843">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48"/>
            <p:cNvSpPr/>
            <p:nvPr/>
          </p:nvSpPr>
          <p:spPr>
            <a:xfrm flipH="1">
              <a:off x="10610761" y="4575139"/>
              <a:ext cx="163513" cy="204923"/>
            </a:xfrm>
            <a:custGeom>
              <a:rect b="b" l="l" r="r" t="t"/>
              <a:pathLst>
                <a:path extrusionOk="0" h="204923" w="163513">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48"/>
            <p:cNvSpPr/>
            <p:nvPr/>
          </p:nvSpPr>
          <p:spPr>
            <a:xfrm flipH="1">
              <a:off x="10385280" y="4485665"/>
              <a:ext cx="223565" cy="223565"/>
            </a:xfrm>
            <a:custGeom>
              <a:rect b="b" l="l" r="r" t="t"/>
              <a:pathLst>
                <a:path extrusionOk="0" h="223565" w="223565">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0" name="Google Shape;2300;p48"/>
            <p:cNvSpPr/>
            <p:nvPr/>
          </p:nvSpPr>
          <p:spPr>
            <a:xfrm flipH="1">
              <a:off x="10776187" y="4485663"/>
              <a:ext cx="223565" cy="223567"/>
            </a:xfrm>
            <a:custGeom>
              <a:rect b="b" l="l" r="r" t="t"/>
              <a:pathLst>
                <a:path extrusionOk="0" h="223567" w="223565">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01" name="Google Shape;2301;p48"/>
          <p:cNvGrpSpPr/>
          <p:nvPr/>
        </p:nvGrpSpPr>
        <p:grpSpPr>
          <a:xfrm>
            <a:off x="1151425" y="3375159"/>
            <a:ext cx="281051" cy="136152"/>
            <a:chOff x="2946899" y="3976038"/>
            <a:chExt cx="1045188" cy="506140"/>
          </a:xfrm>
        </p:grpSpPr>
        <p:sp>
          <p:nvSpPr>
            <p:cNvPr id="2302" name="Google Shape;2302;p48"/>
            <p:cNvSpPr/>
            <p:nvPr/>
          </p:nvSpPr>
          <p:spPr>
            <a:xfrm>
              <a:off x="3218949" y="3976038"/>
              <a:ext cx="773138" cy="506140"/>
            </a:xfrm>
            <a:custGeom>
              <a:rect b="b" l="l" r="r" t="t"/>
              <a:pathLst>
                <a:path extrusionOk="0" h="506140" w="773138">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48"/>
            <p:cNvSpPr/>
            <p:nvPr/>
          </p:nvSpPr>
          <p:spPr>
            <a:xfrm>
              <a:off x="2946899" y="4128501"/>
              <a:ext cx="235699" cy="30894"/>
            </a:xfrm>
            <a:custGeom>
              <a:rect b="b" l="l" r="r" t="t"/>
              <a:pathLst>
                <a:path extrusionOk="0" h="30894" w="235699">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48"/>
            <p:cNvSpPr/>
            <p:nvPr/>
          </p:nvSpPr>
          <p:spPr>
            <a:xfrm>
              <a:off x="3013180" y="4219224"/>
              <a:ext cx="169417" cy="30894"/>
            </a:xfrm>
            <a:custGeom>
              <a:rect b="b" l="l" r="r" t="t"/>
              <a:pathLst>
                <a:path extrusionOk="0" h="30894" w="169417">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48"/>
            <p:cNvSpPr/>
            <p:nvPr/>
          </p:nvSpPr>
          <p:spPr>
            <a:xfrm>
              <a:off x="3082442" y="4298824"/>
              <a:ext cx="100156" cy="30894"/>
            </a:xfrm>
            <a:custGeom>
              <a:rect b="b" l="l" r="r" t="t"/>
              <a:pathLst>
                <a:path extrusionOk="0" h="30894" w="100156">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06" name="Google Shape;2306;p48"/>
          <p:cNvGrpSpPr/>
          <p:nvPr/>
        </p:nvGrpSpPr>
        <p:grpSpPr>
          <a:xfrm>
            <a:off x="3777782" y="2427998"/>
            <a:ext cx="293118" cy="292327"/>
            <a:chOff x="582439" y="5145159"/>
            <a:chExt cx="1044238" cy="1041420"/>
          </a:xfrm>
        </p:grpSpPr>
        <p:sp>
          <p:nvSpPr>
            <p:cNvPr id="2307" name="Google Shape;2307;p48"/>
            <p:cNvSpPr/>
            <p:nvPr/>
          </p:nvSpPr>
          <p:spPr>
            <a:xfrm flipH="1">
              <a:off x="818174" y="5145159"/>
              <a:ext cx="572781" cy="331223"/>
            </a:xfrm>
            <a:custGeom>
              <a:rect b="b" l="l" r="r" t="t"/>
              <a:pathLst>
                <a:path extrusionOk="0" h="331223" w="572781">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48"/>
            <p:cNvSpPr/>
            <p:nvPr/>
          </p:nvSpPr>
          <p:spPr>
            <a:xfrm flipH="1">
              <a:off x="798611" y="5806856"/>
              <a:ext cx="611909" cy="379723"/>
            </a:xfrm>
            <a:custGeom>
              <a:rect b="b" l="l" r="r" t="t"/>
              <a:pathLst>
                <a:path extrusionOk="0" h="379723" w="611909">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48"/>
            <p:cNvSpPr/>
            <p:nvPr/>
          </p:nvSpPr>
          <p:spPr>
            <a:xfrm flipH="1">
              <a:off x="751999" y="5493861"/>
              <a:ext cx="874678" cy="547758"/>
            </a:xfrm>
            <a:custGeom>
              <a:rect b="b" l="l" r="r" t="t"/>
              <a:pathLst>
                <a:path extrusionOk="0" h="547758" w="874678">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48"/>
            <p:cNvSpPr/>
            <p:nvPr/>
          </p:nvSpPr>
          <p:spPr>
            <a:xfrm flipH="1">
              <a:off x="582439" y="5493861"/>
              <a:ext cx="211986" cy="547758"/>
            </a:xfrm>
            <a:custGeom>
              <a:rect b="b" l="l" r="r" t="t"/>
              <a:pathLst>
                <a:path extrusionOk="0" h="547758" w="211986">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48"/>
            <p:cNvSpPr/>
            <p:nvPr/>
          </p:nvSpPr>
          <p:spPr>
            <a:xfrm flipH="1">
              <a:off x="749929" y="5733726"/>
              <a:ext cx="709256" cy="196441"/>
            </a:xfrm>
            <a:custGeom>
              <a:rect b="b" l="l" r="r" t="t"/>
              <a:pathLst>
                <a:path extrusionOk="0" h="196441" w="709256">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48"/>
            <p:cNvSpPr/>
            <p:nvPr/>
          </p:nvSpPr>
          <p:spPr>
            <a:xfrm flipH="1">
              <a:off x="1424034"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48"/>
            <p:cNvSpPr/>
            <p:nvPr/>
          </p:nvSpPr>
          <p:spPr>
            <a:xfrm flipH="1">
              <a:off x="1262746"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4" name="Google Shape;2314;p48"/>
            <p:cNvSpPr/>
            <p:nvPr/>
          </p:nvSpPr>
          <p:spPr>
            <a:xfrm flipH="1">
              <a:off x="887444" y="6064575"/>
              <a:ext cx="434238" cy="31017"/>
            </a:xfrm>
            <a:custGeom>
              <a:rect b="b" l="l" r="r" t="t"/>
              <a:pathLst>
                <a:path extrusionOk="0" h="31017" w="434238">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5" name="Google Shape;2315;p48"/>
            <p:cNvSpPr/>
            <p:nvPr/>
          </p:nvSpPr>
          <p:spPr>
            <a:xfrm flipH="1">
              <a:off x="897267" y="5994268"/>
              <a:ext cx="414599" cy="31017"/>
            </a:xfrm>
            <a:custGeom>
              <a:rect b="b" l="l" r="r" t="t"/>
              <a:pathLst>
                <a:path extrusionOk="0" h="31017" w="414599">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48"/>
            <p:cNvSpPr/>
            <p:nvPr/>
          </p:nvSpPr>
          <p:spPr>
            <a:xfrm flipH="1">
              <a:off x="905538" y="5923963"/>
              <a:ext cx="398056" cy="31017"/>
            </a:xfrm>
            <a:custGeom>
              <a:rect b="b" l="l" r="r" t="t"/>
              <a:pathLst>
                <a:path extrusionOk="0" h="31017" w="398056">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7" name="Google Shape;2317;p48"/>
          <p:cNvGrpSpPr/>
          <p:nvPr/>
        </p:nvGrpSpPr>
        <p:grpSpPr>
          <a:xfrm>
            <a:off x="1161473" y="2443684"/>
            <a:ext cx="260956" cy="260956"/>
            <a:chOff x="10170398" y="2275581"/>
            <a:chExt cx="1044240" cy="1044240"/>
          </a:xfrm>
        </p:grpSpPr>
        <p:sp>
          <p:nvSpPr>
            <p:cNvPr id="2318" name="Google Shape;2318;p48"/>
            <p:cNvSpPr/>
            <p:nvPr/>
          </p:nvSpPr>
          <p:spPr>
            <a:xfrm>
              <a:off x="10170398" y="2275581"/>
              <a:ext cx="1044240" cy="1044240"/>
            </a:xfrm>
            <a:custGeom>
              <a:rect b="b" l="l" r="r" t="t"/>
              <a:pathLst>
                <a:path extrusionOk="0" h="1044240" w="104424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9" name="Google Shape;2319;p48"/>
            <p:cNvSpPr/>
            <p:nvPr/>
          </p:nvSpPr>
          <p:spPr>
            <a:xfrm>
              <a:off x="10524258" y="2397950"/>
              <a:ext cx="336522" cy="336522"/>
            </a:xfrm>
            <a:custGeom>
              <a:rect b="b" l="l" r="r" t="t"/>
              <a:pathLst>
                <a:path extrusionOk="0" h="336522" w="336522">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0" name="Google Shape;2320;p48"/>
            <p:cNvSpPr/>
            <p:nvPr/>
          </p:nvSpPr>
          <p:spPr>
            <a:xfrm>
              <a:off x="10585444" y="2459136"/>
              <a:ext cx="214150" cy="214150"/>
            </a:xfrm>
            <a:custGeom>
              <a:rect b="b" l="l" r="r" t="t"/>
              <a:pathLst>
                <a:path extrusionOk="0" h="214150" w="21415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1" name="Google Shape;2321;p48"/>
          <p:cNvGrpSpPr/>
          <p:nvPr/>
        </p:nvGrpSpPr>
        <p:grpSpPr>
          <a:xfrm>
            <a:off x="4646594" y="2458529"/>
            <a:ext cx="293124" cy="231264"/>
            <a:chOff x="10268465" y="516241"/>
            <a:chExt cx="946173" cy="746496"/>
          </a:xfrm>
        </p:grpSpPr>
        <p:sp>
          <p:nvSpPr>
            <p:cNvPr id="2322" name="Google Shape;2322;p48"/>
            <p:cNvSpPr/>
            <p:nvPr/>
          </p:nvSpPr>
          <p:spPr>
            <a:xfrm flipH="1">
              <a:off x="10384355" y="632130"/>
              <a:ext cx="714394" cy="514717"/>
            </a:xfrm>
            <a:custGeom>
              <a:rect b="b" l="l" r="r" t="t"/>
              <a:pathLst>
                <a:path extrusionOk="0" h="514717" w="714394">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3" name="Google Shape;2323;p48"/>
            <p:cNvSpPr/>
            <p:nvPr/>
          </p:nvSpPr>
          <p:spPr>
            <a:xfrm flipH="1">
              <a:off x="10268465" y="516241"/>
              <a:ext cx="946173" cy="746496"/>
            </a:xfrm>
            <a:custGeom>
              <a:rect b="b" l="l" r="r" t="t"/>
              <a:pathLst>
                <a:path extrusionOk="0" h="746496" w="946173">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4" name="Google Shape;2324;p48"/>
          <p:cNvGrpSpPr/>
          <p:nvPr/>
        </p:nvGrpSpPr>
        <p:grpSpPr>
          <a:xfrm>
            <a:off x="5968730" y="2430840"/>
            <a:ext cx="264284" cy="286642"/>
            <a:chOff x="2690524" y="5335153"/>
            <a:chExt cx="963134" cy="1044234"/>
          </a:xfrm>
        </p:grpSpPr>
        <p:sp>
          <p:nvSpPr>
            <p:cNvPr id="2325" name="Google Shape;2325;p48"/>
            <p:cNvSpPr/>
            <p:nvPr/>
          </p:nvSpPr>
          <p:spPr>
            <a:xfrm flipH="1">
              <a:off x="2690524" y="5335153"/>
              <a:ext cx="963134" cy="1044234"/>
            </a:xfrm>
            <a:custGeom>
              <a:rect b="b" l="l" r="r" t="t"/>
              <a:pathLst>
                <a:path extrusionOk="0" h="1044234" w="963134">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48"/>
            <p:cNvSpPr/>
            <p:nvPr/>
          </p:nvSpPr>
          <p:spPr>
            <a:xfrm flipH="1">
              <a:off x="3142039" y="5803843"/>
              <a:ext cx="342437" cy="342340"/>
            </a:xfrm>
            <a:custGeom>
              <a:rect b="b" l="l" r="r" t="t"/>
              <a:pathLst>
                <a:path extrusionOk="0" h="342340" w="342437">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48"/>
            <p:cNvSpPr/>
            <p:nvPr/>
          </p:nvSpPr>
          <p:spPr>
            <a:xfrm flipH="1">
              <a:off x="3250959" y="5881824"/>
              <a:ext cx="124250" cy="191733"/>
            </a:xfrm>
            <a:custGeom>
              <a:rect b="b" l="l" r="r" t="t"/>
              <a:pathLst>
                <a:path extrusionOk="0" h="191733" w="12425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8" name="Google Shape;2328;p48"/>
            <p:cNvSpPr/>
            <p:nvPr/>
          </p:nvSpPr>
          <p:spPr>
            <a:xfrm flipH="1">
              <a:off x="2796218" y="5920642"/>
              <a:ext cx="128505" cy="238654"/>
            </a:xfrm>
            <a:custGeom>
              <a:rect b="b" l="l" r="r" t="t"/>
              <a:pathLst>
                <a:path extrusionOk="0" h="238654" w="128505">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9" name="Google Shape;2329;p48"/>
            <p:cNvSpPr/>
            <p:nvPr/>
          </p:nvSpPr>
          <p:spPr>
            <a:xfrm flipH="1">
              <a:off x="2864616" y="5957221"/>
              <a:ext cx="128506" cy="238653"/>
            </a:xfrm>
            <a:custGeom>
              <a:rect b="b" l="l" r="r" t="t"/>
              <a:pathLst>
                <a:path extrusionOk="0" h="238653" w="128506">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30" name="Google Shape;2330;p48"/>
          <p:cNvGrpSpPr/>
          <p:nvPr/>
        </p:nvGrpSpPr>
        <p:grpSpPr>
          <a:xfrm>
            <a:off x="6393121" y="3742334"/>
            <a:ext cx="281003" cy="281004"/>
            <a:chOff x="5068163" y="4091663"/>
            <a:chExt cx="1044234" cy="1044238"/>
          </a:xfrm>
        </p:grpSpPr>
        <p:sp>
          <p:nvSpPr>
            <p:cNvPr id="2331" name="Google Shape;2331;p48"/>
            <p:cNvSpPr/>
            <p:nvPr/>
          </p:nvSpPr>
          <p:spPr>
            <a:xfrm>
              <a:off x="5068163" y="4091663"/>
              <a:ext cx="970382" cy="769108"/>
            </a:xfrm>
            <a:custGeom>
              <a:rect b="b" l="l" r="r" t="t"/>
              <a:pathLst>
                <a:path extrusionOk="0" h="769108" w="970382">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2" name="Google Shape;2332;p48"/>
            <p:cNvSpPr/>
            <p:nvPr/>
          </p:nvSpPr>
          <p:spPr>
            <a:xfrm>
              <a:off x="5166266" y="4402829"/>
              <a:ext cx="946131" cy="733072"/>
            </a:xfrm>
            <a:custGeom>
              <a:rect b="b" l="l" r="r" t="t"/>
              <a:pathLst>
                <a:path extrusionOk="0" h="733072" w="946131">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3" name="Google Shape;2333;p48"/>
            <p:cNvSpPr/>
            <p:nvPr/>
          </p:nvSpPr>
          <p:spPr>
            <a:xfrm>
              <a:off x="5270317" y="4513090"/>
              <a:ext cx="639928" cy="201381"/>
            </a:xfrm>
            <a:custGeom>
              <a:rect b="b" l="l" r="r" t="t"/>
              <a:pathLst>
                <a:path extrusionOk="0" h="201381" w="639928">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34" name="Google Shape;2334;p48"/>
          <p:cNvGrpSpPr/>
          <p:nvPr/>
        </p:nvGrpSpPr>
        <p:grpSpPr>
          <a:xfrm>
            <a:off x="1158172" y="3735884"/>
            <a:ext cx="267557" cy="293906"/>
            <a:chOff x="3138487" y="176212"/>
            <a:chExt cx="5919406" cy="6502336"/>
          </a:xfrm>
        </p:grpSpPr>
        <p:sp>
          <p:nvSpPr>
            <p:cNvPr id="2335" name="Google Shape;2335;p48"/>
            <p:cNvSpPr/>
            <p:nvPr/>
          </p:nvSpPr>
          <p:spPr>
            <a:xfrm>
              <a:off x="3138487" y="176212"/>
              <a:ext cx="5919406" cy="6502336"/>
            </a:xfrm>
            <a:custGeom>
              <a:rect b="b" l="l" r="r" t="t"/>
              <a:pathLst>
                <a:path extrusionOk="0" h="6502336" w="5919406">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6" name="Google Shape;2336;p48"/>
            <p:cNvSpPr/>
            <p:nvPr/>
          </p:nvSpPr>
          <p:spPr>
            <a:xfrm>
              <a:off x="6248780" y="533208"/>
              <a:ext cx="2141505" cy="427482"/>
            </a:xfrm>
            <a:custGeom>
              <a:rect b="b" l="l" r="r" t="t"/>
              <a:pathLst>
                <a:path extrusionOk="0" h="427482" w="2141505">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7" name="Google Shape;2337;p48"/>
            <p:cNvSpPr/>
            <p:nvPr/>
          </p:nvSpPr>
          <p:spPr>
            <a:xfrm>
              <a:off x="6248780" y="987646"/>
              <a:ext cx="2141505" cy="427482"/>
            </a:xfrm>
            <a:custGeom>
              <a:rect b="b" l="l" r="r" t="t"/>
              <a:pathLst>
                <a:path extrusionOk="0" h="427482" w="2141505">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8" name="Google Shape;2338;p48"/>
            <p:cNvSpPr/>
            <p:nvPr/>
          </p:nvSpPr>
          <p:spPr>
            <a:xfrm>
              <a:off x="5330094" y="614933"/>
              <a:ext cx="525017" cy="681704"/>
            </a:xfrm>
            <a:custGeom>
              <a:rect b="b" l="l" r="r" t="t"/>
              <a:pathLst>
                <a:path extrusionOk="0" h="681704" w="525017">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9" name="Google Shape;2339;p48"/>
            <p:cNvSpPr/>
            <p:nvPr/>
          </p:nvSpPr>
          <p:spPr>
            <a:xfrm>
              <a:off x="4568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0" name="Google Shape;2340;p48"/>
            <p:cNvSpPr/>
            <p:nvPr/>
          </p:nvSpPr>
          <p:spPr>
            <a:xfrm>
              <a:off x="3806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48"/>
            <p:cNvSpPr/>
            <p:nvPr/>
          </p:nvSpPr>
          <p:spPr>
            <a:xfrm>
              <a:off x="3661219" y="2220943"/>
              <a:ext cx="1103280" cy="3759422"/>
            </a:xfrm>
            <a:custGeom>
              <a:rect b="b" l="l" r="r" t="t"/>
              <a:pathLst>
                <a:path extrusionOk="0" h="3759422" w="110328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2" name="Google Shape;2342;p48"/>
            <p:cNvSpPr/>
            <p:nvPr/>
          </p:nvSpPr>
          <p:spPr>
            <a:xfrm>
              <a:off x="4918137" y="2220943"/>
              <a:ext cx="1103280" cy="3759422"/>
            </a:xfrm>
            <a:custGeom>
              <a:rect b="b" l="l" r="r" t="t"/>
              <a:pathLst>
                <a:path extrusionOk="0" h="3759422" w="110328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3" name="Google Shape;2343;p48"/>
            <p:cNvSpPr/>
            <p:nvPr/>
          </p:nvSpPr>
          <p:spPr>
            <a:xfrm>
              <a:off x="6175056" y="2220943"/>
              <a:ext cx="1103280" cy="3759422"/>
            </a:xfrm>
            <a:custGeom>
              <a:rect b="b" l="l" r="r" t="t"/>
              <a:pathLst>
                <a:path extrusionOk="0" h="3759422" w="110328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48"/>
            <p:cNvSpPr/>
            <p:nvPr/>
          </p:nvSpPr>
          <p:spPr>
            <a:xfrm>
              <a:off x="7431976" y="2220943"/>
              <a:ext cx="1103280" cy="3759422"/>
            </a:xfrm>
            <a:custGeom>
              <a:rect b="b" l="l" r="r" t="t"/>
              <a:pathLst>
                <a:path extrusionOk="0" h="3759422" w="110328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45" name="Google Shape;2345;p48"/>
          <p:cNvGrpSpPr/>
          <p:nvPr/>
        </p:nvGrpSpPr>
        <p:grpSpPr>
          <a:xfrm>
            <a:off x="8192329" y="4177174"/>
            <a:ext cx="169841" cy="287644"/>
            <a:chOff x="8121840" y="4021274"/>
            <a:chExt cx="267550" cy="453055"/>
          </a:xfrm>
        </p:grpSpPr>
        <p:sp>
          <p:nvSpPr>
            <p:cNvPr id="2346" name="Google Shape;2346;p48"/>
            <p:cNvSpPr/>
            <p:nvPr/>
          </p:nvSpPr>
          <p:spPr>
            <a:xfrm>
              <a:off x="8211367" y="4021274"/>
              <a:ext cx="88349" cy="88244"/>
            </a:xfrm>
            <a:custGeom>
              <a:rect b="b" l="l" r="r" t="t"/>
              <a:pathLst>
                <a:path extrusionOk="0" h="398" w="398">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7" name="Google Shape;2347;p48"/>
            <p:cNvSpPr/>
            <p:nvPr/>
          </p:nvSpPr>
          <p:spPr>
            <a:xfrm>
              <a:off x="8237397" y="4281877"/>
              <a:ext cx="109973" cy="192451"/>
            </a:xfrm>
            <a:custGeom>
              <a:rect b="b" l="l" r="r" t="t"/>
              <a:pathLst>
                <a:path extrusionOk="0" h="868" w="496">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8" name="Google Shape;2348;p48"/>
            <p:cNvSpPr/>
            <p:nvPr/>
          </p:nvSpPr>
          <p:spPr>
            <a:xfrm>
              <a:off x="8150598" y="4117203"/>
              <a:ext cx="238792" cy="189347"/>
            </a:xfrm>
            <a:custGeom>
              <a:rect b="b" l="l" r="r" t="t"/>
              <a:pathLst>
                <a:path extrusionOk="0" h="854" w="1077">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9" name="Google Shape;2349;p48"/>
            <p:cNvSpPr/>
            <p:nvPr/>
          </p:nvSpPr>
          <p:spPr>
            <a:xfrm>
              <a:off x="8121840" y="4167161"/>
              <a:ext cx="128819" cy="307158"/>
            </a:xfrm>
            <a:custGeom>
              <a:rect b="b" l="l" r="r" t="t"/>
              <a:pathLst>
                <a:path extrusionOk="0" h="1387" w="581">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50" name="Google Shape;2350;p48"/>
          <p:cNvGrpSpPr/>
          <p:nvPr/>
        </p:nvGrpSpPr>
        <p:grpSpPr>
          <a:xfrm>
            <a:off x="1589678" y="2895549"/>
            <a:ext cx="282853" cy="220814"/>
            <a:chOff x="5383136" y="4903801"/>
            <a:chExt cx="639794" cy="499467"/>
          </a:xfrm>
        </p:grpSpPr>
        <p:sp>
          <p:nvSpPr>
            <p:cNvPr id="2351" name="Google Shape;2351;p48"/>
            <p:cNvSpPr/>
            <p:nvPr/>
          </p:nvSpPr>
          <p:spPr>
            <a:xfrm>
              <a:off x="5383136" y="4903801"/>
              <a:ext cx="639794" cy="499467"/>
            </a:xfrm>
            <a:custGeom>
              <a:rect b="b" l="l" r="r" t="t"/>
              <a:pathLst>
                <a:path extrusionOk="0" h="499467" w="639794">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2" name="Google Shape;2352;p48"/>
            <p:cNvSpPr/>
            <p:nvPr/>
          </p:nvSpPr>
          <p:spPr>
            <a:xfrm>
              <a:off x="5536012" y="5013030"/>
              <a:ext cx="24955" cy="24955"/>
            </a:xfrm>
            <a:custGeom>
              <a:rect b="b" l="l" r="r" t="t"/>
              <a:pathLst>
                <a:path extrusionOk="0" h="24955" w="24955">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53" name="Google Shape;2353;p48"/>
          <p:cNvGrpSpPr/>
          <p:nvPr/>
        </p:nvGrpSpPr>
        <p:grpSpPr>
          <a:xfrm>
            <a:off x="2460832" y="2864572"/>
            <a:ext cx="282810" cy="282768"/>
            <a:chOff x="2394287" y="4799860"/>
            <a:chExt cx="639698" cy="639603"/>
          </a:xfrm>
        </p:grpSpPr>
        <p:sp>
          <p:nvSpPr>
            <p:cNvPr id="2354" name="Google Shape;2354;p48"/>
            <p:cNvSpPr/>
            <p:nvPr/>
          </p:nvSpPr>
          <p:spPr>
            <a:xfrm>
              <a:off x="2394287" y="4811385"/>
              <a:ext cx="628173" cy="628078"/>
            </a:xfrm>
            <a:custGeom>
              <a:rect b="b" l="l" r="r" t="t"/>
              <a:pathLst>
                <a:path extrusionOk="0" h="628078" w="628173">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5" name="Google Shape;2355;p48"/>
            <p:cNvSpPr/>
            <p:nvPr/>
          </p:nvSpPr>
          <p:spPr>
            <a:xfrm>
              <a:off x="2750426" y="4799860"/>
              <a:ext cx="283559" cy="283654"/>
            </a:xfrm>
            <a:custGeom>
              <a:rect b="b" l="l" r="r" t="t"/>
              <a:pathLst>
                <a:path extrusionOk="0" h="283654" w="283559">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56" name="Google Shape;2356;p48"/>
          <p:cNvGrpSpPr/>
          <p:nvPr/>
        </p:nvGrpSpPr>
        <p:grpSpPr>
          <a:xfrm>
            <a:off x="2904941" y="2886932"/>
            <a:ext cx="282811" cy="238048"/>
            <a:chOff x="4301584" y="3601021"/>
            <a:chExt cx="639699" cy="538448"/>
          </a:xfrm>
        </p:grpSpPr>
        <p:sp>
          <p:nvSpPr>
            <p:cNvPr id="2357" name="Google Shape;2357;p48"/>
            <p:cNvSpPr/>
            <p:nvPr/>
          </p:nvSpPr>
          <p:spPr>
            <a:xfrm>
              <a:off x="4420266" y="3770280"/>
              <a:ext cx="102870" cy="103060"/>
            </a:xfrm>
            <a:custGeom>
              <a:rect b="b" l="l" r="r" t="t"/>
              <a:pathLst>
                <a:path extrusionOk="0" h="103060" w="10287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8" name="Google Shape;2358;p48"/>
            <p:cNvSpPr/>
            <p:nvPr/>
          </p:nvSpPr>
          <p:spPr>
            <a:xfrm>
              <a:off x="4574571"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9" name="Google Shape;2359;p48"/>
            <p:cNvSpPr/>
            <p:nvPr/>
          </p:nvSpPr>
          <p:spPr>
            <a:xfrm>
              <a:off x="4728876"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60" name="Google Shape;2360;p48"/>
            <p:cNvSpPr/>
            <p:nvPr/>
          </p:nvSpPr>
          <p:spPr>
            <a:xfrm>
              <a:off x="4301584" y="3601021"/>
              <a:ext cx="310419" cy="538448"/>
            </a:xfrm>
            <a:custGeom>
              <a:rect b="b" l="l" r="r" t="t"/>
              <a:pathLst>
                <a:path extrusionOk="0" h="538448" w="310419">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61" name="Google Shape;2361;p48"/>
            <p:cNvSpPr/>
            <p:nvPr/>
          </p:nvSpPr>
          <p:spPr>
            <a:xfrm>
              <a:off x="4452746" y="3601116"/>
              <a:ext cx="488537" cy="440721"/>
            </a:xfrm>
            <a:custGeom>
              <a:rect b="b" l="l" r="r" t="t"/>
              <a:pathLst>
                <a:path extrusionOk="0" h="440721" w="488537">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62" name="Google Shape;2362;p48"/>
          <p:cNvGrpSpPr/>
          <p:nvPr/>
        </p:nvGrpSpPr>
        <p:grpSpPr>
          <a:xfrm>
            <a:off x="4662460" y="2859151"/>
            <a:ext cx="251313" cy="282705"/>
            <a:chOff x="3485280" y="5541429"/>
            <a:chExt cx="568452" cy="639460"/>
          </a:xfrm>
        </p:grpSpPr>
        <p:sp>
          <p:nvSpPr>
            <p:cNvPr id="2363" name="Google Shape;2363;p48"/>
            <p:cNvSpPr/>
            <p:nvPr/>
          </p:nvSpPr>
          <p:spPr>
            <a:xfrm>
              <a:off x="3485280" y="5541429"/>
              <a:ext cx="568452" cy="639460"/>
            </a:xfrm>
            <a:custGeom>
              <a:rect b="b" l="l" r="r" t="t"/>
              <a:pathLst>
                <a:path extrusionOk="0" h="639460" w="568452">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64" name="Google Shape;2364;p48"/>
            <p:cNvSpPr/>
            <p:nvPr/>
          </p:nvSpPr>
          <p:spPr>
            <a:xfrm>
              <a:off x="3675793" y="5704462"/>
              <a:ext cx="187559" cy="188963"/>
            </a:xfrm>
            <a:custGeom>
              <a:rect b="b" l="l" r="r" t="t"/>
              <a:pathLst>
                <a:path extrusionOk="0" h="188963" w="187559">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65" name="Google Shape;2365;p48"/>
          <p:cNvGrpSpPr/>
          <p:nvPr/>
        </p:nvGrpSpPr>
        <p:grpSpPr>
          <a:xfrm>
            <a:off x="3338530" y="3305189"/>
            <a:ext cx="282895" cy="282895"/>
            <a:chOff x="4374915" y="4753854"/>
            <a:chExt cx="639889" cy="639889"/>
          </a:xfrm>
        </p:grpSpPr>
        <p:sp>
          <p:nvSpPr>
            <p:cNvPr id="2366" name="Google Shape;2366;p48"/>
            <p:cNvSpPr/>
            <p:nvPr/>
          </p:nvSpPr>
          <p:spPr>
            <a:xfrm>
              <a:off x="4374915" y="4753854"/>
              <a:ext cx="639889" cy="639889"/>
            </a:xfrm>
            <a:custGeom>
              <a:rect b="b" l="l" r="r" t="t"/>
              <a:pathLst>
                <a:path extrusionOk="0" h="639889" w="639889">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67" name="Google Shape;2367;p48"/>
            <p:cNvSpPr/>
            <p:nvPr/>
          </p:nvSpPr>
          <p:spPr>
            <a:xfrm>
              <a:off x="4490072" y="4868726"/>
              <a:ext cx="409956" cy="409955"/>
            </a:xfrm>
            <a:custGeom>
              <a:rect b="b" l="l" r="r" t="t"/>
              <a:pathLst>
                <a:path extrusionOk="0" h="409955" w="409956">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68" name="Google Shape;2368;p48"/>
          <p:cNvSpPr/>
          <p:nvPr/>
        </p:nvSpPr>
        <p:spPr>
          <a:xfrm>
            <a:off x="2028136" y="4180864"/>
            <a:ext cx="282982" cy="282940"/>
          </a:xfrm>
          <a:custGeom>
            <a:rect b="b" l="l" r="r" t="t"/>
            <a:pathLst>
              <a:path extrusionOk="0" h="639413" w="639508">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2" name="Shape 2372"/>
        <p:cNvGrpSpPr/>
        <p:nvPr/>
      </p:nvGrpSpPr>
      <p:grpSpPr>
        <a:xfrm>
          <a:off x="0" y="0"/>
          <a:ext cx="0" cy="0"/>
          <a:chOff x="0" y="0"/>
          <a:chExt cx="0" cy="0"/>
        </a:xfrm>
      </p:grpSpPr>
      <p:sp>
        <p:nvSpPr>
          <p:cNvPr id="2373" name="Google Shape;2373;p49"/>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Educational icons</a:t>
            </a:r>
            <a:endParaRPr/>
          </a:p>
        </p:txBody>
      </p:sp>
      <p:sp>
        <p:nvSpPr>
          <p:cNvPr id="2374" name="Google Shape;2374;p49"/>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2375" name="Google Shape;2375;p49"/>
          <p:cNvGrpSpPr/>
          <p:nvPr/>
        </p:nvGrpSpPr>
        <p:grpSpPr>
          <a:xfrm>
            <a:off x="698196" y="4180252"/>
            <a:ext cx="303530" cy="280284"/>
            <a:chOff x="1989449" y="4282269"/>
            <a:chExt cx="374774" cy="346073"/>
          </a:xfrm>
        </p:grpSpPr>
        <p:sp>
          <p:nvSpPr>
            <p:cNvPr id="2376" name="Google Shape;2376;p4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49"/>
          <p:cNvGrpSpPr/>
          <p:nvPr/>
        </p:nvGrpSpPr>
        <p:grpSpPr>
          <a:xfrm>
            <a:off x="1212073" y="4176339"/>
            <a:ext cx="164109" cy="288111"/>
            <a:chOff x="2487439" y="4280740"/>
            <a:chExt cx="198775" cy="348972"/>
          </a:xfrm>
        </p:grpSpPr>
        <p:sp>
          <p:nvSpPr>
            <p:cNvPr id="2382" name="Google Shape;2382;p4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 name="Google Shape;2386;p49"/>
          <p:cNvGrpSpPr/>
          <p:nvPr/>
        </p:nvGrpSpPr>
        <p:grpSpPr>
          <a:xfrm>
            <a:off x="6896686" y="3738795"/>
            <a:ext cx="164114" cy="287481"/>
            <a:chOff x="6275635" y="4282651"/>
            <a:chExt cx="209383" cy="366778"/>
          </a:xfrm>
        </p:grpSpPr>
        <p:sp>
          <p:nvSpPr>
            <p:cNvPr id="2387" name="Google Shape;2387;p4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 name="Google Shape;2389;p49"/>
          <p:cNvGrpSpPr/>
          <p:nvPr/>
        </p:nvGrpSpPr>
        <p:grpSpPr>
          <a:xfrm>
            <a:off x="6868896" y="3300915"/>
            <a:ext cx="219693" cy="287181"/>
            <a:chOff x="6701186" y="4283033"/>
            <a:chExt cx="280292" cy="366396"/>
          </a:xfrm>
        </p:grpSpPr>
        <p:sp>
          <p:nvSpPr>
            <p:cNvPr id="2390" name="Google Shape;2390;p4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49"/>
          <p:cNvGrpSpPr/>
          <p:nvPr/>
        </p:nvGrpSpPr>
        <p:grpSpPr>
          <a:xfrm>
            <a:off x="2461759" y="3744662"/>
            <a:ext cx="292849" cy="272251"/>
            <a:chOff x="2609571" y="3824958"/>
            <a:chExt cx="373627" cy="347347"/>
          </a:xfrm>
        </p:grpSpPr>
        <p:sp>
          <p:nvSpPr>
            <p:cNvPr id="2393" name="Google Shape;2393;p4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5" name="Google Shape;2395;p49"/>
          <p:cNvSpPr/>
          <p:nvPr/>
        </p:nvSpPr>
        <p:spPr>
          <a:xfrm>
            <a:off x="1151711" y="3743040"/>
            <a:ext cx="284833" cy="275494"/>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6" name="Google Shape;2396;p49"/>
          <p:cNvGrpSpPr/>
          <p:nvPr/>
        </p:nvGrpSpPr>
        <p:grpSpPr>
          <a:xfrm>
            <a:off x="767913" y="3739988"/>
            <a:ext cx="164096" cy="281598"/>
            <a:chOff x="916127" y="3807056"/>
            <a:chExt cx="221902" cy="380795"/>
          </a:xfrm>
        </p:grpSpPr>
        <p:sp>
          <p:nvSpPr>
            <p:cNvPr id="2397" name="Google Shape;2397;p4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1" name="Google Shape;2401;p49"/>
          <p:cNvSpPr/>
          <p:nvPr/>
        </p:nvSpPr>
        <p:spPr>
          <a:xfrm>
            <a:off x="2955508" y="3746513"/>
            <a:ext cx="173030" cy="268547"/>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9"/>
          <p:cNvSpPr/>
          <p:nvPr/>
        </p:nvSpPr>
        <p:spPr>
          <a:xfrm>
            <a:off x="2027064" y="3766025"/>
            <a:ext cx="283959" cy="229524"/>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3" name="Google Shape;2403;p49"/>
          <p:cNvGrpSpPr/>
          <p:nvPr/>
        </p:nvGrpSpPr>
        <p:grpSpPr>
          <a:xfrm>
            <a:off x="3342601" y="3739269"/>
            <a:ext cx="283911" cy="283037"/>
            <a:chOff x="3513010" y="3816134"/>
            <a:chExt cx="362223" cy="361108"/>
          </a:xfrm>
        </p:grpSpPr>
        <p:sp>
          <p:nvSpPr>
            <p:cNvPr id="2404" name="Google Shape;2404;p4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49"/>
          <p:cNvGrpSpPr/>
          <p:nvPr/>
        </p:nvGrpSpPr>
        <p:grpSpPr>
          <a:xfrm>
            <a:off x="3771823" y="3742140"/>
            <a:ext cx="289853" cy="277294"/>
            <a:chOff x="3950316" y="3820307"/>
            <a:chExt cx="369805" cy="353782"/>
          </a:xfrm>
        </p:grpSpPr>
        <p:sp>
          <p:nvSpPr>
            <p:cNvPr id="2409" name="Google Shape;2409;p4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 name="Google Shape;2413;p49"/>
          <p:cNvGrpSpPr/>
          <p:nvPr/>
        </p:nvGrpSpPr>
        <p:grpSpPr>
          <a:xfrm>
            <a:off x="7316256" y="1549551"/>
            <a:ext cx="193261" cy="294911"/>
            <a:chOff x="5373342" y="3808935"/>
            <a:chExt cx="231395" cy="353145"/>
          </a:xfrm>
        </p:grpSpPr>
        <p:sp>
          <p:nvSpPr>
            <p:cNvPr id="2414" name="Google Shape;2414;p4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3" name="Google Shape;2423;p49"/>
          <p:cNvSpPr/>
          <p:nvPr/>
        </p:nvSpPr>
        <p:spPr>
          <a:xfrm>
            <a:off x="7711085" y="3743839"/>
            <a:ext cx="273372" cy="277392"/>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4" name="Google Shape;2424;p49"/>
          <p:cNvGrpSpPr/>
          <p:nvPr/>
        </p:nvGrpSpPr>
        <p:grpSpPr>
          <a:xfrm>
            <a:off x="5548563" y="2429695"/>
            <a:ext cx="237814" cy="287254"/>
            <a:chOff x="7571624" y="3808935"/>
            <a:chExt cx="292047" cy="352762"/>
          </a:xfrm>
        </p:grpSpPr>
        <p:sp>
          <p:nvSpPr>
            <p:cNvPr id="2425" name="Google Shape;2425;p4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49"/>
          <p:cNvGrpSpPr/>
          <p:nvPr/>
        </p:nvGrpSpPr>
        <p:grpSpPr>
          <a:xfrm>
            <a:off x="2026339" y="3305603"/>
            <a:ext cx="285409" cy="282113"/>
            <a:chOff x="2174559" y="3356116"/>
            <a:chExt cx="364135" cy="359930"/>
          </a:xfrm>
        </p:grpSpPr>
        <p:sp>
          <p:nvSpPr>
            <p:cNvPr id="2432" name="Google Shape;2432;p4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49"/>
          <p:cNvGrpSpPr/>
          <p:nvPr/>
        </p:nvGrpSpPr>
        <p:grpSpPr>
          <a:xfrm>
            <a:off x="1590982" y="3304966"/>
            <a:ext cx="288729" cy="283386"/>
            <a:chOff x="1731934" y="3355639"/>
            <a:chExt cx="368371" cy="361554"/>
          </a:xfrm>
        </p:grpSpPr>
        <p:sp>
          <p:nvSpPr>
            <p:cNvPr id="2435" name="Google Shape;2435;p4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 name="Google Shape;2437;p49"/>
          <p:cNvGrpSpPr/>
          <p:nvPr/>
        </p:nvGrpSpPr>
        <p:grpSpPr>
          <a:xfrm>
            <a:off x="3807190" y="3304242"/>
            <a:ext cx="219119" cy="284834"/>
            <a:chOff x="3990517" y="3354173"/>
            <a:chExt cx="279559" cy="363402"/>
          </a:xfrm>
        </p:grpSpPr>
        <p:sp>
          <p:nvSpPr>
            <p:cNvPr id="2438" name="Google Shape;2438;p4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 name="Google Shape;2441;p49"/>
          <p:cNvGrpSpPr/>
          <p:nvPr/>
        </p:nvGrpSpPr>
        <p:grpSpPr>
          <a:xfrm>
            <a:off x="3339917" y="3356155"/>
            <a:ext cx="289278" cy="181009"/>
            <a:chOff x="3497847" y="3417374"/>
            <a:chExt cx="379680" cy="237606"/>
          </a:xfrm>
        </p:grpSpPr>
        <p:sp>
          <p:nvSpPr>
            <p:cNvPr id="2442" name="Google Shape;2442;p4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 name="Google Shape;2446;p49"/>
          <p:cNvGrpSpPr/>
          <p:nvPr/>
        </p:nvGrpSpPr>
        <p:grpSpPr>
          <a:xfrm>
            <a:off x="2463996" y="3317145"/>
            <a:ext cx="288374" cy="259029"/>
            <a:chOff x="2612597" y="3367075"/>
            <a:chExt cx="376271" cy="337982"/>
          </a:xfrm>
        </p:grpSpPr>
        <p:sp>
          <p:nvSpPr>
            <p:cNvPr id="2447" name="Google Shape;2447;p4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 name="Google Shape;2449;p49"/>
          <p:cNvGrpSpPr/>
          <p:nvPr/>
        </p:nvGrpSpPr>
        <p:grpSpPr>
          <a:xfrm>
            <a:off x="2896933" y="3302054"/>
            <a:ext cx="290180" cy="289211"/>
            <a:chOff x="3071914" y="3364431"/>
            <a:chExt cx="343652" cy="342505"/>
          </a:xfrm>
        </p:grpSpPr>
        <p:sp>
          <p:nvSpPr>
            <p:cNvPr id="2450" name="Google Shape;2450;p4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49"/>
          <p:cNvGrpSpPr/>
          <p:nvPr/>
        </p:nvGrpSpPr>
        <p:grpSpPr>
          <a:xfrm>
            <a:off x="744854" y="3302927"/>
            <a:ext cx="210213" cy="287466"/>
            <a:chOff x="897141" y="3359875"/>
            <a:chExt cx="257962" cy="352762"/>
          </a:xfrm>
        </p:grpSpPr>
        <p:sp>
          <p:nvSpPr>
            <p:cNvPr id="2456" name="Google Shape;2456;p4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49"/>
          <p:cNvGrpSpPr/>
          <p:nvPr/>
        </p:nvGrpSpPr>
        <p:grpSpPr>
          <a:xfrm>
            <a:off x="1193033" y="3303844"/>
            <a:ext cx="202190" cy="285631"/>
            <a:chOff x="1333682" y="3344330"/>
            <a:chExt cx="271213" cy="383088"/>
          </a:xfrm>
        </p:grpSpPr>
        <p:sp>
          <p:nvSpPr>
            <p:cNvPr id="2465" name="Google Shape;2465;p4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 name="Google Shape;2476;p49"/>
          <p:cNvGrpSpPr/>
          <p:nvPr/>
        </p:nvGrpSpPr>
        <p:grpSpPr>
          <a:xfrm>
            <a:off x="705778" y="2004896"/>
            <a:ext cx="288365" cy="271070"/>
            <a:chOff x="849741" y="1959307"/>
            <a:chExt cx="399398" cy="375443"/>
          </a:xfrm>
        </p:grpSpPr>
        <p:sp>
          <p:nvSpPr>
            <p:cNvPr id="2477" name="Google Shape;2477;p4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 name="Google Shape;2479;p49"/>
          <p:cNvGrpSpPr/>
          <p:nvPr/>
        </p:nvGrpSpPr>
        <p:grpSpPr>
          <a:xfrm>
            <a:off x="1145406" y="1996978"/>
            <a:ext cx="297443" cy="286907"/>
            <a:chOff x="1284212" y="1963766"/>
            <a:chExt cx="379489" cy="366046"/>
          </a:xfrm>
        </p:grpSpPr>
        <p:sp>
          <p:nvSpPr>
            <p:cNvPr id="2480" name="Google Shape;2480;p4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49"/>
          <p:cNvGrpSpPr/>
          <p:nvPr/>
        </p:nvGrpSpPr>
        <p:grpSpPr>
          <a:xfrm>
            <a:off x="2896934" y="2001335"/>
            <a:ext cx="290178" cy="278193"/>
            <a:chOff x="3037766" y="1969564"/>
            <a:chExt cx="370219" cy="354928"/>
          </a:xfrm>
        </p:grpSpPr>
        <p:sp>
          <p:nvSpPr>
            <p:cNvPr id="2483" name="Google Shape;2483;p4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49"/>
          <p:cNvGrpSpPr/>
          <p:nvPr/>
        </p:nvGrpSpPr>
        <p:grpSpPr>
          <a:xfrm>
            <a:off x="3791284" y="1996043"/>
            <a:ext cx="250932" cy="288777"/>
            <a:chOff x="3982553" y="1971730"/>
            <a:chExt cx="304566" cy="350501"/>
          </a:xfrm>
        </p:grpSpPr>
        <p:sp>
          <p:nvSpPr>
            <p:cNvPr id="2488" name="Google Shape;2488;p4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49"/>
          <p:cNvGrpSpPr/>
          <p:nvPr/>
        </p:nvGrpSpPr>
        <p:grpSpPr>
          <a:xfrm>
            <a:off x="2462632" y="2028843"/>
            <a:ext cx="291103" cy="223177"/>
            <a:chOff x="2567841" y="1994124"/>
            <a:chExt cx="399812" cy="306477"/>
          </a:xfrm>
        </p:grpSpPr>
        <p:sp>
          <p:nvSpPr>
            <p:cNvPr id="2491" name="Google Shape;2491;p4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49"/>
          <p:cNvGrpSpPr/>
          <p:nvPr/>
        </p:nvGrpSpPr>
        <p:grpSpPr>
          <a:xfrm>
            <a:off x="2046616" y="1999843"/>
            <a:ext cx="244855" cy="281176"/>
            <a:chOff x="2212084" y="1960358"/>
            <a:chExt cx="324698" cy="372863"/>
          </a:xfrm>
        </p:grpSpPr>
        <p:sp>
          <p:nvSpPr>
            <p:cNvPr id="2495" name="Google Shape;2495;p4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49"/>
          <p:cNvGrpSpPr/>
          <p:nvPr/>
        </p:nvGrpSpPr>
        <p:grpSpPr>
          <a:xfrm>
            <a:off x="1623715" y="1994007"/>
            <a:ext cx="223263" cy="292849"/>
            <a:chOff x="1805901" y="1960358"/>
            <a:chExt cx="284847" cy="373627"/>
          </a:xfrm>
        </p:grpSpPr>
        <p:sp>
          <p:nvSpPr>
            <p:cNvPr id="2499" name="Google Shape;2499;p4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1" name="Google Shape;2501;p49"/>
          <p:cNvSpPr/>
          <p:nvPr/>
        </p:nvSpPr>
        <p:spPr>
          <a:xfrm>
            <a:off x="3350317" y="2009451"/>
            <a:ext cx="268477" cy="261960"/>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9"/>
          <p:cNvSpPr/>
          <p:nvPr/>
        </p:nvSpPr>
        <p:spPr>
          <a:xfrm>
            <a:off x="5522968" y="3751418"/>
            <a:ext cx="289003" cy="262235"/>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3" name="Google Shape;2503;p49"/>
          <p:cNvGrpSpPr/>
          <p:nvPr/>
        </p:nvGrpSpPr>
        <p:grpSpPr>
          <a:xfrm>
            <a:off x="5955013" y="2027663"/>
            <a:ext cx="295221" cy="220692"/>
            <a:chOff x="4869651" y="2012218"/>
            <a:chExt cx="376654" cy="281566"/>
          </a:xfrm>
        </p:grpSpPr>
        <p:sp>
          <p:nvSpPr>
            <p:cNvPr id="2504" name="Google Shape;2504;p4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49"/>
          <p:cNvGrpSpPr/>
          <p:nvPr/>
        </p:nvGrpSpPr>
        <p:grpSpPr>
          <a:xfrm>
            <a:off x="8141300" y="1564252"/>
            <a:ext cx="288679" cy="265509"/>
            <a:chOff x="6195998" y="1983102"/>
            <a:chExt cx="368308" cy="338746"/>
          </a:xfrm>
        </p:grpSpPr>
        <p:sp>
          <p:nvSpPr>
            <p:cNvPr id="2509" name="Google Shape;2509;p4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49"/>
          <p:cNvGrpSpPr/>
          <p:nvPr/>
        </p:nvGrpSpPr>
        <p:grpSpPr>
          <a:xfrm>
            <a:off x="7703132" y="1587260"/>
            <a:ext cx="289279" cy="219493"/>
            <a:chOff x="7542031" y="2011835"/>
            <a:chExt cx="369072" cy="280037"/>
          </a:xfrm>
        </p:grpSpPr>
        <p:sp>
          <p:nvSpPr>
            <p:cNvPr id="2513" name="Google Shape;2513;p4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2" name="Google Shape;2522;p49"/>
          <p:cNvGrpSpPr/>
          <p:nvPr/>
        </p:nvGrpSpPr>
        <p:grpSpPr>
          <a:xfrm>
            <a:off x="7733284" y="2867425"/>
            <a:ext cx="228974" cy="288782"/>
            <a:chOff x="8010427" y="3348503"/>
            <a:chExt cx="278795" cy="351615"/>
          </a:xfrm>
        </p:grpSpPr>
        <p:sp>
          <p:nvSpPr>
            <p:cNvPr id="2523" name="Google Shape;2523;p4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7" name="Google Shape;2527;p49"/>
          <p:cNvSpPr/>
          <p:nvPr/>
        </p:nvSpPr>
        <p:spPr>
          <a:xfrm>
            <a:off x="8194413" y="2429874"/>
            <a:ext cx="182453" cy="286898"/>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8" name="Google Shape;2528;p49"/>
          <p:cNvGrpSpPr/>
          <p:nvPr/>
        </p:nvGrpSpPr>
        <p:grpSpPr>
          <a:xfrm>
            <a:off x="5960069" y="2873431"/>
            <a:ext cx="285109" cy="276770"/>
            <a:chOff x="5314188" y="3350032"/>
            <a:chExt cx="363752" cy="353113"/>
          </a:xfrm>
        </p:grpSpPr>
        <p:sp>
          <p:nvSpPr>
            <p:cNvPr id="2529" name="Google Shape;2529;p4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49"/>
          <p:cNvGrpSpPr/>
          <p:nvPr/>
        </p:nvGrpSpPr>
        <p:grpSpPr>
          <a:xfrm>
            <a:off x="6887516" y="2866208"/>
            <a:ext cx="182454" cy="291216"/>
            <a:chOff x="5829984" y="3350032"/>
            <a:chExt cx="220755" cy="352348"/>
          </a:xfrm>
        </p:grpSpPr>
        <p:sp>
          <p:nvSpPr>
            <p:cNvPr id="2532" name="Google Shape;2532;p4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49"/>
          <p:cNvGrpSpPr/>
          <p:nvPr/>
        </p:nvGrpSpPr>
        <p:grpSpPr>
          <a:xfrm>
            <a:off x="5087136" y="3744462"/>
            <a:ext cx="280964" cy="276146"/>
            <a:chOff x="4882170" y="3349841"/>
            <a:chExt cx="358464" cy="352316"/>
          </a:xfrm>
        </p:grpSpPr>
        <p:sp>
          <p:nvSpPr>
            <p:cNvPr id="2537" name="Google Shape;2537;p4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9" name="Google Shape;2539;p49"/>
          <p:cNvSpPr/>
          <p:nvPr/>
        </p:nvSpPr>
        <p:spPr>
          <a:xfrm>
            <a:off x="3776256" y="2869066"/>
            <a:ext cx="280987" cy="279689"/>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9"/>
          <p:cNvSpPr/>
          <p:nvPr/>
        </p:nvSpPr>
        <p:spPr>
          <a:xfrm>
            <a:off x="3341255" y="2456935"/>
            <a:ext cx="286602" cy="23356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1" name="Google Shape;2541;p49"/>
          <p:cNvGrpSpPr/>
          <p:nvPr/>
        </p:nvGrpSpPr>
        <p:grpSpPr>
          <a:xfrm>
            <a:off x="2898133" y="2457111"/>
            <a:ext cx="287780" cy="233215"/>
            <a:chOff x="3044965" y="2435220"/>
            <a:chExt cx="400194" cy="324316"/>
          </a:xfrm>
        </p:grpSpPr>
        <p:sp>
          <p:nvSpPr>
            <p:cNvPr id="2542" name="Google Shape;2542;p4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 name="Google Shape;2545;p49"/>
          <p:cNvGrpSpPr/>
          <p:nvPr/>
        </p:nvGrpSpPr>
        <p:grpSpPr>
          <a:xfrm>
            <a:off x="8141301" y="3300677"/>
            <a:ext cx="288676" cy="287656"/>
            <a:chOff x="6203579" y="3348981"/>
            <a:chExt cx="351615" cy="350373"/>
          </a:xfrm>
        </p:grpSpPr>
        <p:sp>
          <p:nvSpPr>
            <p:cNvPr id="2546" name="Google Shape;2546;p4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1" name="Google Shape;2551;p49"/>
          <p:cNvGrpSpPr/>
          <p:nvPr/>
        </p:nvGrpSpPr>
        <p:grpSpPr>
          <a:xfrm>
            <a:off x="6834853" y="2460642"/>
            <a:ext cx="287781" cy="225361"/>
            <a:chOff x="4878379" y="2473892"/>
            <a:chExt cx="367161" cy="287523"/>
          </a:xfrm>
        </p:grpSpPr>
        <p:sp>
          <p:nvSpPr>
            <p:cNvPr id="2552" name="Google Shape;2552;p4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49"/>
          <p:cNvGrpSpPr/>
          <p:nvPr/>
        </p:nvGrpSpPr>
        <p:grpSpPr>
          <a:xfrm>
            <a:off x="1180249" y="2862936"/>
            <a:ext cx="227758" cy="291950"/>
            <a:chOff x="1325719" y="2887689"/>
            <a:chExt cx="290581" cy="372481"/>
          </a:xfrm>
        </p:grpSpPr>
        <p:sp>
          <p:nvSpPr>
            <p:cNvPr id="2558" name="Google Shape;2558;p4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0" name="Google Shape;2560;p49"/>
          <p:cNvSpPr/>
          <p:nvPr/>
        </p:nvSpPr>
        <p:spPr>
          <a:xfrm>
            <a:off x="1663848" y="2865782"/>
            <a:ext cx="142998" cy="286257"/>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1" name="Google Shape;2561;p49"/>
          <p:cNvGrpSpPr/>
          <p:nvPr/>
        </p:nvGrpSpPr>
        <p:grpSpPr>
          <a:xfrm>
            <a:off x="3343187" y="2867355"/>
            <a:ext cx="282737" cy="283112"/>
            <a:chOff x="3510335" y="2892499"/>
            <a:chExt cx="360726" cy="361204"/>
          </a:xfrm>
        </p:grpSpPr>
        <p:sp>
          <p:nvSpPr>
            <p:cNvPr id="2562" name="Google Shape;2562;p4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49"/>
          <p:cNvGrpSpPr/>
          <p:nvPr/>
        </p:nvGrpSpPr>
        <p:grpSpPr>
          <a:xfrm>
            <a:off x="2923122" y="2863106"/>
            <a:ext cx="237802" cy="291609"/>
            <a:chOff x="3086313" y="2877049"/>
            <a:chExt cx="320143" cy="392581"/>
          </a:xfrm>
        </p:grpSpPr>
        <p:sp>
          <p:nvSpPr>
            <p:cNvPr id="2568" name="Google Shape;2568;p4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0" name="Google Shape;2580;p49"/>
          <p:cNvSpPr/>
          <p:nvPr/>
        </p:nvSpPr>
        <p:spPr>
          <a:xfrm>
            <a:off x="2086992" y="2869503"/>
            <a:ext cx="164101" cy="278816"/>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1" name="Google Shape;2581;p49"/>
          <p:cNvGrpSpPr/>
          <p:nvPr/>
        </p:nvGrpSpPr>
        <p:grpSpPr>
          <a:xfrm>
            <a:off x="719141" y="2862624"/>
            <a:ext cx="261639" cy="292574"/>
            <a:chOff x="861113" y="2885746"/>
            <a:chExt cx="333809" cy="373277"/>
          </a:xfrm>
        </p:grpSpPr>
        <p:sp>
          <p:nvSpPr>
            <p:cNvPr id="2582" name="Google Shape;2582;p4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5" name="Google Shape;2585;p49"/>
          <p:cNvSpPr/>
          <p:nvPr/>
        </p:nvSpPr>
        <p:spPr>
          <a:xfrm>
            <a:off x="2462633" y="2862974"/>
            <a:ext cx="291100" cy="291874"/>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9"/>
          <p:cNvSpPr/>
          <p:nvPr/>
        </p:nvSpPr>
        <p:spPr>
          <a:xfrm>
            <a:off x="2012356" y="1567858"/>
            <a:ext cx="313374" cy="26787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7" name="Google Shape;2587;p49"/>
          <p:cNvGrpSpPr/>
          <p:nvPr/>
        </p:nvGrpSpPr>
        <p:grpSpPr>
          <a:xfrm>
            <a:off x="1154998" y="1557523"/>
            <a:ext cx="278260" cy="288547"/>
            <a:chOff x="1297654" y="1504481"/>
            <a:chExt cx="349354" cy="362223"/>
          </a:xfrm>
        </p:grpSpPr>
        <p:sp>
          <p:nvSpPr>
            <p:cNvPr id="2588" name="Google Shape;2588;p4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1" name="Google Shape;2591;p49"/>
          <p:cNvSpPr/>
          <p:nvPr/>
        </p:nvSpPr>
        <p:spPr>
          <a:xfrm>
            <a:off x="3767342" y="1579331"/>
            <a:ext cx="298816" cy="244931"/>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2" name="Google Shape;2592;p49"/>
          <p:cNvGrpSpPr/>
          <p:nvPr/>
        </p:nvGrpSpPr>
        <p:grpSpPr>
          <a:xfrm>
            <a:off x="707979" y="1560276"/>
            <a:ext cx="283964" cy="283041"/>
            <a:chOff x="852385" y="1510916"/>
            <a:chExt cx="353145" cy="351998"/>
          </a:xfrm>
        </p:grpSpPr>
        <p:sp>
          <p:nvSpPr>
            <p:cNvPr id="2593" name="Google Shape;2593;p4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 name="Google Shape;2596;p49"/>
          <p:cNvGrpSpPr/>
          <p:nvPr/>
        </p:nvGrpSpPr>
        <p:grpSpPr>
          <a:xfrm>
            <a:off x="1590985" y="1557756"/>
            <a:ext cx="288724" cy="288081"/>
            <a:chOff x="1745217" y="1515471"/>
            <a:chExt cx="343269" cy="342505"/>
          </a:xfrm>
        </p:grpSpPr>
        <p:sp>
          <p:nvSpPr>
            <p:cNvPr id="2597" name="Google Shape;2597;p4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1" name="Google Shape;2601;p49"/>
          <p:cNvSpPr/>
          <p:nvPr/>
        </p:nvSpPr>
        <p:spPr>
          <a:xfrm>
            <a:off x="3341253" y="15593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2" name="Google Shape;2602;p49"/>
          <p:cNvGrpSpPr/>
          <p:nvPr/>
        </p:nvGrpSpPr>
        <p:grpSpPr>
          <a:xfrm>
            <a:off x="2897842" y="1591246"/>
            <a:ext cx="288362" cy="221101"/>
            <a:chOff x="3042703" y="1529137"/>
            <a:chExt cx="411535" cy="315587"/>
          </a:xfrm>
        </p:grpSpPr>
        <p:sp>
          <p:nvSpPr>
            <p:cNvPr id="2603" name="Google Shape;2603;p4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 name="Google Shape;2613;p49"/>
          <p:cNvGrpSpPr/>
          <p:nvPr/>
        </p:nvGrpSpPr>
        <p:grpSpPr>
          <a:xfrm>
            <a:off x="2465372" y="1585893"/>
            <a:ext cx="285623" cy="231808"/>
            <a:chOff x="2629289" y="1544682"/>
            <a:chExt cx="350501" cy="284497"/>
          </a:xfrm>
        </p:grpSpPr>
        <p:sp>
          <p:nvSpPr>
            <p:cNvPr id="2614" name="Google Shape;2614;p4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49"/>
          <p:cNvGrpSpPr/>
          <p:nvPr/>
        </p:nvGrpSpPr>
        <p:grpSpPr>
          <a:xfrm>
            <a:off x="5523292" y="2868687"/>
            <a:ext cx="288355" cy="286258"/>
            <a:chOff x="5305077" y="1502633"/>
            <a:chExt cx="367893" cy="365218"/>
          </a:xfrm>
        </p:grpSpPr>
        <p:sp>
          <p:nvSpPr>
            <p:cNvPr id="2620" name="Google Shape;2620;p4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 name="Google Shape;2622;p49"/>
          <p:cNvGrpSpPr/>
          <p:nvPr/>
        </p:nvGrpSpPr>
        <p:grpSpPr>
          <a:xfrm>
            <a:off x="6834403" y="1553166"/>
            <a:ext cx="288679" cy="287681"/>
            <a:chOff x="7100170" y="1500117"/>
            <a:chExt cx="368308" cy="367033"/>
          </a:xfrm>
        </p:grpSpPr>
        <p:sp>
          <p:nvSpPr>
            <p:cNvPr id="2623" name="Google Shape;2623;p4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49"/>
          <p:cNvGrpSpPr/>
          <p:nvPr/>
        </p:nvGrpSpPr>
        <p:grpSpPr>
          <a:xfrm>
            <a:off x="7267328" y="2436426"/>
            <a:ext cx="291115" cy="273794"/>
            <a:chOff x="6649231" y="1500021"/>
            <a:chExt cx="390287" cy="367065"/>
          </a:xfrm>
        </p:grpSpPr>
        <p:sp>
          <p:nvSpPr>
            <p:cNvPr id="2637" name="Google Shape;2637;p4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9" name="Google Shape;2649;p49"/>
          <p:cNvGrpSpPr/>
          <p:nvPr/>
        </p:nvGrpSpPr>
        <p:grpSpPr>
          <a:xfrm>
            <a:off x="7696003" y="3334634"/>
            <a:ext cx="303535" cy="219743"/>
            <a:chOff x="5746938" y="1543503"/>
            <a:chExt cx="387261" cy="280356"/>
          </a:xfrm>
        </p:grpSpPr>
        <p:sp>
          <p:nvSpPr>
            <p:cNvPr id="2650" name="Google Shape;2650;p4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49"/>
          <p:cNvGrpSpPr/>
          <p:nvPr/>
        </p:nvGrpSpPr>
        <p:grpSpPr>
          <a:xfrm>
            <a:off x="7268247" y="3320090"/>
            <a:ext cx="289279" cy="248831"/>
            <a:chOff x="6196730" y="1525346"/>
            <a:chExt cx="369072" cy="317467"/>
          </a:xfrm>
        </p:grpSpPr>
        <p:sp>
          <p:nvSpPr>
            <p:cNvPr id="2653" name="Google Shape;2653;p4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49"/>
          <p:cNvGrpSpPr/>
          <p:nvPr/>
        </p:nvGrpSpPr>
        <p:grpSpPr>
          <a:xfrm>
            <a:off x="5130992" y="1553117"/>
            <a:ext cx="193252" cy="287781"/>
            <a:chOff x="4940592" y="1500690"/>
            <a:chExt cx="246558" cy="367161"/>
          </a:xfrm>
        </p:grpSpPr>
        <p:sp>
          <p:nvSpPr>
            <p:cNvPr id="2657" name="Google Shape;2657;p4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 name="Google Shape;2661;p49"/>
          <p:cNvGrpSpPr/>
          <p:nvPr/>
        </p:nvGrpSpPr>
        <p:grpSpPr>
          <a:xfrm>
            <a:off x="5988132" y="3739798"/>
            <a:ext cx="228982" cy="285474"/>
            <a:chOff x="8007400" y="2902278"/>
            <a:chExt cx="285230" cy="355597"/>
          </a:xfrm>
        </p:grpSpPr>
        <p:sp>
          <p:nvSpPr>
            <p:cNvPr id="2662" name="Google Shape;2662;p4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4" name="Google Shape;2664;p49"/>
          <p:cNvSpPr/>
          <p:nvPr/>
        </p:nvSpPr>
        <p:spPr>
          <a:xfrm>
            <a:off x="6417753" y="1994983"/>
            <a:ext cx="244076" cy="286052"/>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9"/>
          <p:cNvSpPr/>
          <p:nvPr/>
        </p:nvSpPr>
        <p:spPr>
          <a:xfrm>
            <a:off x="6847936" y="1992236"/>
            <a:ext cx="261613" cy="291545"/>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6" name="Google Shape;2666;p49"/>
          <p:cNvGrpSpPr/>
          <p:nvPr/>
        </p:nvGrpSpPr>
        <p:grpSpPr>
          <a:xfrm>
            <a:off x="6414322" y="3301295"/>
            <a:ext cx="250938" cy="286422"/>
            <a:chOff x="6685259" y="2902852"/>
            <a:chExt cx="311414" cy="355406"/>
          </a:xfrm>
        </p:grpSpPr>
        <p:sp>
          <p:nvSpPr>
            <p:cNvPr id="2667" name="Google Shape;2667;p4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49"/>
          <p:cNvGrpSpPr/>
          <p:nvPr/>
        </p:nvGrpSpPr>
        <p:grpSpPr>
          <a:xfrm>
            <a:off x="8144720" y="2872357"/>
            <a:ext cx="281838" cy="278917"/>
            <a:chOff x="5309250" y="2903170"/>
            <a:chExt cx="359579" cy="355852"/>
          </a:xfrm>
        </p:grpSpPr>
        <p:sp>
          <p:nvSpPr>
            <p:cNvPr id="2671" name="Google Shape;2671;p4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49"/>
          <p:cNvGrpSpPr/>
          <p:nvPr/>
        </p:nvGrpSpPr>
        <p:grpSpPr>
          <a:xfrm>
            <a:off x="2038224" y="2425631"/>
            <a:ext cx="261637" cy="296175"/>
            <a:chOff x="2199565" y="2421172"/>
            <a:chExt cx="312179" cy="353431"/>
          </a:xfrm>
        </p:grpSpPr>
        <p:sp>
          <p:nvSpPr>
            <p:cNvPr id="2675" name="Google Shape;2675;p4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49"/>
          <p:cNvGrpSpPr/>
          <p:nvPr/>
        </p:nvGrpSpPr>
        <p:grpSpPr>
          <a:xfrm>
            <a:off x="1599318" y="2427847"/>
            <a:ext cx="272057" cy="291745"/>
            <a:chOff x="1750887" y="2425727"/>
            <a:chExt cx="320143" cy="343269"/>
          </a:xfrm>
        </p:grpSpPr>
        <p:sp>
          <p:nvSpPr>
            <p:cNvPr id="2678" name="Google Shape;2678;p4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0" name="Google Shape;2680;p49"/>
          <p:cNvGrpSpPr/>
          <p:nvPr/>
        </p:nvGrpSpPr>
        <p:grpSpPr>
          <a:xfrm>
            <a:off x="1152759" y="2430444"/>
            <a:ext cx="282737" cy="286551"/>
            <a:chOff x="1298037" y="2425727"/>
            <a:chExt cx="338364" cy="342887"/>
          </a:xfrm>
        </p:grpSpPr>
        <p:sp>
          <p:nvSpPr>
            <p:cNvPr id="2681" name="Google Shape;2681;p4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5" name="Google Shape;2685;p49"/>
          <p:cNvSpPr/>
          <p:nvPr/>
        </p:nvSpPr>
        <p:spPr>
          <a:xfrm>
            <a:off x="707250" y="2426789"/>
            <a:ext cx="285422" cy="293859"/>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6" name="Google Shape;2686;p49"/>
          <p:cNvGrpSpPr/>
          <p:nvPr/>
        </p:nvGrpSpPr>
        <p:grpSpPr>
          <a:xfrm>
            <a:off x="3785923" y="2435395"/>
            <a:ext cx="261653" cy="276649"/>
            <a:chOff x="3974207" y="2429009"/>
            <a:chExt cx="320143" cy="338491"/>
          </a:xfrm>
        </p:grpSpPr>
        <p:sp>
          <p:nvSpPr>
            <p:cNvPr id="2687" name="Google Shape;2687;p4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 name="Google Shape;2689;p49"/>
          <p:cNvGrpSpPr/>
          <p:nvPr/>
        </p:nvGrpSpPr>
        <p:grpSpPr>
          <a:xfrm>
            <a:off x="2462642" y="2437341"/>
            <a:ext cx="291084" cy="272757"/>
            <a:chOff x="2623237" y="2431047"/>
            <a:chExt cx="355024" cy="332630"/>
          </a:xfrm>
        </p:grpSpPr>
        <p:sp>
          <p:nvSpPr>
            <p:cNvPr id="2690" name="Google Shape;2690;p4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49"/>
          <p:cNvGrpSpPr/>
          <p:nvPr/>
        </p:nvGrpSpPr>
        <p:grpSpPr>
          <a:xfrm>
            <a:off x="5955462" y="3300316"/>
            <a:ext cx="294322" cy="288380"/>
            <a:chOff x="6657194" y="2434073"/>
            <a:chExt cx="375507" cy="367925"/>
          </a:xfrm>
        </p:grpSpPr>
        <p:sp>
          <p:nvSpPr>
            <p:cNvPr id="2695" name="Google Shape;2695;p4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49"/>
          <p:cNvGrpSpPr/>
          <p:nvPr/>
        </p:nvGrpSpPr>
        <p:grpSpPr>
          <a:xfrm>
            <a:off x="6395601" y="1558909"/>
            <a:ext cx="288380" cy="276195"/>
            <a:chOff x="7101317" y="2441655"/>
            <a:chExt cx="367925" cy="352380"/>
          </a:xfrm>
        </p:grpSpPr>
        <p:sp>
          <p:nvSpPr>
            <p:cNvPr id="2699" name="Google Shape;2699;p4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1" name="Google Shape;2701;p49"/>
          <p:cNvGrpSpPr/>
          <p:nvPr/>
        </p:nvGrpSpPr>
        <p:grpSpPr>
          <a:xfrm>
            <a:off x="7268696" y="2867925"/>
            <a:ext cx="288380" cy="287781"/>
            <a:chOff x="5756399" y="2434456"/>
            <a:chExt cx="367925" cy="367161"/>
          </a:xfrm>
        </p:grpSpPr>
        <p:sp>
          <p:nvSpPr>
            <p:cNvPr id="2702" name="Google Shape;2702;p4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9" name="Google Shape;2709;p49"/>
          <p:cNvSpPr/>
          <p:nvPr/>
        </p:nvSpPr>
        <p:spPr>
          <a:xfrm>
            <a:off x="5523118" y="1994181"/>
            <a:ext cx="288703" cy="287654"/>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9"/>
          <p:cNvSpPr/>
          <p:nvPr/>
        </p:nvSpPr>
        <p:spPr>
          <a:xfrm>
            <a:off x="5957535" y="2438485"/>
            <a:ext cx="290176" cy="269676"/>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1" name="Google Shape;2711;p49"/>
          <p:cNvGrpSpPr/>
          <p:nvPr/>
        </p:nvGrpSpPr>
        <p:grpSpPr>
          <a:xfrm>
            <a:off x="5956198" y="1552817"/>
            <a:ext cx="292849" cy="288380"/>
            <a:chOff x="7964906" y="2434073"/>
            <a:chExt cx="373627" cy="367925"/>
          </a:xfrm>
        </p:grpSpPr>
        <p:sp>
          <p:nvSpPr>
            <p:cNvPr id="2712" name="Google Shape;2712;p4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 name="Google Shape;2714;p49"/>
          <p:cNvGrpSpPr/>
          <p:nvPr/>
        </p:nvGrpSpPr>
        <p:grpSpPr>
          <a:xfrm>
            <a:off x="5082679" y="4177986"/>
            <a:ext cx="289878" cy="282537"/>
            <a:chOff x="6194086" y="2437737"/>
            <a:chExt cx="369837" cy="360471"/>
          </a:xfrm>
        </p:grpSpPr>
        <p:sp>
          <p:nvSpPr>
            <p:cNvPr id="2715" name="Google Shape;2715;p4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7" name="Google Shape;2717;p49"/>
          <p:cNvGrpSpPr/>
          <p:nvPr/>
        </p:nvGrpSpPr>
        <p:grpSpPr>
          <a:xfrm>
            <a:off x="5081214" y="2435548"/>
            <a:ext cx="292807" cy="275548"/>
            <a:chOff x="2464780" y="2072430"/>
            <a:chExt cx="1086484" cy="1022822"/>
          </a:xfrm>
        </p:grpSpPr>
        <p:sp>
          <p:nvSpPr>
            <p:cNvPr id="2718" name="Google Shape;2718;p49"/>
            <p:cNvSpPr/>
            <p:nvPr/>
          </p:nvSpPr>
          <p:spPr>
            <a:xfrm>
              <a:off x="2464780" y="2072430"/>
              <a:ext cx="1086484" cy="1022822"/>
            </a:xfrm>
            <a:custGeom>
              <a:rect b="b" l="l" r="r" t="t"/>
              <a:pathLst>
                <a:path extrusionOk="0" h="1022822" w="1086484">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49"/>
            <p:cNvSpPr/>
            <p:nvPr/>
          </p:nvSpPr>
          <p:spPr>
            <a:xfrm>
              <a:off x="2650458" y="2601879"/>
              <a:ext cx="307695" cy="307695"/>
            </a:xfrm>
            <a:custGeom>
              <a:rect b="b" l="l" r="r" t="t"/>
              <a:pathLst>
                <a:path extrusionOk="0" h="307695" w="307695">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20" name="Google Shape;2720;p49"/>
          <p:cNvGrpSpPr/>
          <p:nvPr/>
        </p:nvGrpSpPr>
        <p:grpSpPr>
          <a:xfrm>
            <a:off x="8140096" y="2014524"/>
            <a:ext cx="291086" cy="246969"/>
            <a:chOff x="4271188" y="53984"/>
            <a:chExt cx="1536886" cy="1303957"/>
          </a:xfrm>
        </p:grpSpPr>
        <p:sp>
          <p:nvSpPr>
            <p:cNvPr id="2721" name="Google Shape;2721;p49"/>
            <p:cNvSpPr/>
            <p:nvPr/>
          </p:nvSpPr>
          <p:spPr>
            <a:xfrm>
              <a:off x="4271188" y="287086"/>
              <a:ext cx="1536886" cy="1070855"/>
            </a:xfrm>
            <a:custGeom>
              <a:rect b="b" l="l" r="r" t="t"/>
              <a:pathLst>
                <a:path extrusionOk="0" h="1070855" w="1536886">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49"/>
            <p:cNvSpPr/>
            <p:nvPr/>
          </p:nvSpPr>
          <p:spPr>
            <a:xfrm>
              <a:off x="5203597" y="473752"/>
              <a:ext cx="324748" cy="324748"/>
            </a:xfrm>
            <a:custGeom>
              <a:rect b="b" l="l" r="r" t="t"/>
              <a:pathLst>
                <a:path extrusionOk="0" h="324748" w="324748">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3" name="Google Shape;2723;p49"/>
            <p:cNvSpPr/>
            <p:nvPr/>
          </p:nvSpPr>
          <p:spPr>
            <a:xfrm>
              <a:off x="4784015" y="53984"/>
              <a:ext cx="45025" cy="138265"/>
            </a:xfrm>
            <a:custGeom>
              <a:rect b="b" l="l" r="r" t="t"/>
              <a:pathLst>
                <a:path extrusionOk="0" h="138265" w="45025">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49"/>
            <p:cNvSpPr/>
            <p:nvPr/>
          </p:nvSpPr>
          <p:spPr>
            <a:xfrm>
              <a:off x="4595516" y="148449"/>
              <a:ext cx="110954" cy="110958"/>
            </a:xfrm>
            <a:custGeom>
              <a:rect b="b" l="l" r="r" t="t"/>
              <a:pathLst>
                <a:path extrusionOk="0" h="110958" w="110954">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49"/>
            <p:cNvSpPr/>
            <p:nvPr/>
          </p:nvSpPr>
          <p:spPr>
            <a:xfrm>
              <a:off x="4903650" y="148449"/>
              <a:ext cx="110954" cy="110955"/>
            </a:xfrm>
            <a:custGeom>
              <a:rect b="b" l="l" r="r" t="t"/>
              <a:pathLst>
                <a:path extrusionOk="0" h="110955" w="110954">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6" name="Google Shape;2726;p49"/>
            <p:cNvSpPr/>
            <p:nvPr/>
          </p:nvSpPr>
          <p:spPr>
            <a:xfrm>
              <a:off x="4550916" y="1126433"/>
              <a:ext cx="138265" cy="138265"/>
            </a:xfrm>
            <a:custGeom>
              <a:rect b="b" l="l" r="r" t="t"/>
              <a:pathLst>
                <a:path extrusionOk="0" h="138265" w="138265">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49"/>
            <p:cNvSpPr/>
            <p:nvPr/>
          </p:nvSpPr>
          <p:spPr>
            <a:xfrm>
              <a:off x="5395996" y="1126433"/>
              <a:ext cx="138265" cy="138265"/>
            </a:xfrm>
            <a:custGeom>
              <a:rect b="b" l="l" r="r" t="t"/>
              <a:pathLst>
                <a:path extrusionOk="0" h="138265" w="138265">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28" name="Google Shape;2728;p49"/>
          <p:cNvGrpSpPr/>
          <p:nvPr/>
        </p:nvGrpSpPr>
        <p:grpSpPr>
          <a:xfrm>
            <a:off x="7738492" y="2428997"/>
            <a:ext cx="218558" cy="288652"/>
            <a:chOff x="6750875" y="237746"/>
            <a:chExt cx="809176" cy="1068685"/>
          </a:xfrm>
        </p:grpSpPr>
        <p:sp>
          <p:nvSpPr>
            <p:cNvPr id="2729" name="Google Shape;2729;p49"/>
            <p:cNvSpPr/>
            <p:nvPr/>
          </p:nvSpPr>
          <p:spPr>
            <a:xfrm>
              <a:off x="6750875" y="237746"/>
              <a:ext cx="809176" cy="1068685"/>
            </a:xfrm>
            <a:custGeom>
              <a:rect b="b" l="l" r="r" t="t"/>
              <a:pathLst>
                <a:path extrusionOk="0" h="1068685" w="809176">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0" name="Google Shape;2730;p49"/>
            <p:cNvSpPr/>
            <p:nvPr/>
          </p:nvSpPr>
          <p:spPr>
            <a:xfrm>
              <a:off x="7106474" y="432568"/>
              <a:ext cx="226016" cy="226014"/>
            </a:xfrm>
            <a:custGeom>
              <a:rect b="b" l="l" r="r" t="t"/>
              <a:pathLst>
                <a:path extrusionOk="0" h="226014" w="226016">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49"/>
            <p:cNvSpPr/>
            <p:nvPr/>
          </p:nvSpPr>
          <p:spPr>
            <a:xfrm>
              <a:off x="7041582" y="367674"/>
              <a:ext cx="355798" cy="355798"/>
            </a:xfrm>
            <a:custGeom>
              <a:rect b="b" l="l" r="r" t="t"/>
              <a:pathLst>
                <a:path extrusionOk="0" h="355798" w="355798">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2" name="Google Shape;2732;p49"/>
            <p:cNvSpPr/>
            <p:nvPr/>
          </p:nvSpPr>
          <p:spPr>
            <a:xfrm>
              <a:off x="7041582" y="756903"/>
              <a:ext cx="355798" cy="98221"/>
            </a:xfrm>
            <a:custGeom>
              <a:rect b="b" l="l" r="r" t="t"/>
              <a:pathLst>
                <a:path extrusionOk="0" h="98221" w="355798">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3" name="Google Shape;2733;p49"/>
            <p:cNvSpPr/>
            <p:nvPr/>
          </p:nvSpPr>
          <p:spPr>
            <a:xfrm>
              <a:off x="7041582" y="886687"/>
              <a:ext cx="355798" cy="31336"/>
            </a:xfrm>
            <a:custGeom>
              <a:rect b="b" l="l" r="r" t="t"/>
              <a:pathLst>
                <a:path extrusionOk="0" h="31336" w="355798">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4" name="Google Shape;2734;p49"/>
            <p:cNvSpPr/>
            <p:nvPr/>
          </p:nvSpPr>
          <p:spPr>
            <a:xfrm>
              <a:off x="7106474" y="949588"/>
              <a:ext cx="226014" cy="31336"/>
            </a:xfrm>
            <a:custGeom>
              <a:rect b="b" l="l" r="r" t="t"/>
              <a:pathLst>
                <a:path extrusionOk="0" h="31336" w="226014">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35" name="Google Shape;2735;p49"/>
          <p:cNvGrpSpPr/>
          <p:nvPr/>
        </p:nvGrpSpPr>
        <p:grpSpPr>
          <a:xfrm>
            <a:off x="7269571" y="3770730"/>
            <a:ext cx="286629" cy="223611"/>
            <a:chOff x="7956939" y="2337918"/>
            <a:chExt cx="1536887" cy="1198984"/>
          </a:xfrm>
        </p:grpSpPr>
        <p:sp>
          <p:nvSpPr>
            <p:cNvPr id="2736" name="Google Shape;2736;p49"/>
            <p:cNvSpPr/>
            <p:nvPr/>
          </p:nvSpPr>
          <p:spPr>
            <a:xfrm>
              <a:off x="7956939" y="2337918"/>
              <a:ext cx="1536887" cy="1198984"/>
            </a:xfrm>
            <a:custGeom>
              <a:rect b="b" l="l" r="r" t="t"/>
              <a:pathLst>
                <a:path extrusionOk="0" h="1198984" w="1536887">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49"/>
            <p:cNvSpPr/>
            <p:nvPr/>
          </p:nvSpPr>
          <p:spPr>
            <a:xfrm>
              <a:off x="8422825" y="2977947"/>
              <a:ext cx="605425" cy="231508"/>
            </a:xfrm>
            <a:custGeom>
              <a:rect b="b" l="l" r="r" t="t"/>
              <a:pathLst>
                <a:path extrusionOk="0" h="231508" w="605425">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8" name="Google Shape;2738;p49"/>
          <p:cNvSpPr/>
          <p:nvPr/>
        </p:nvSpPr>
        <p:spPr>
          <a:xfrm>
            <a:off x="6396983" y="2430515"/>
            <a:ext cx="285616" cy="285616"/>
          </a:xfrm>
          <a:custGeom>
            <a:rect b="b" l="l" r="r" t="t"/>
            <a:pathLst>
              <a:path extrusionOk="0" h="1446156" w="1446155">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39" name="Google Shape;2739;p49"/>
          <p:cNvGrpSpPr/>
          <p:nvPr/>
        </p:nvGrpSpPr>
        <p:grpSpPr>
          <a:xfrm>
            <a:off x="5523126" y="3317465"/>
            <a:ext cx="288688" cy="254080"/>
            <a:chOff x="551757" y="3860930"/>
            <a:chExt cx="1153829" cy="1015509"/>
          </a:xfrm>
        </p:grpSpPr>
        <p:sp>
          <p:nvSpPr>
            <p:cNvPr id="2740" name="Google Shape;2740;p49"/>
            <p:cNvSpPr/>
            <p:nvPr/>
          </p:nvSpPr>
          <p:spPr>
            <a:xfrm>
              <a:off x="551757" y="3860930"/>
              <a:ext cx="873379" cy="1015509"/>
            </a:xfrm>
            <a:custGeom>
              <a:rect b="b" l="l" r="r" t="t"/>
              <a:pathLst>
                <a:path extrusionOk="0" h="1015509" w="873379">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1" name="Google Shape;2741;p49"/>
            <p:cNvSpPr/>
            <p:nvPr/>
          </p:nvSpPr>
          <p:spPr>
            <a:xfrm>
              <a:off x="900447" y="4070729"/>
              <a:ext cx="244209" cy="244211"/>
            </a:xfrm>
            <a:custGeom>
              <a:rect b="b" l="l" r="r" t="t"/>
              <a:pathLst>
                <a:path extrusionOk="0" h="244211" w="244209">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2" name="Google Shape;2742;p49"/>
            <p:cNvSpPr/>
            <p:nvPr/>
          </p:nvSpPr>
          <p:spPr>
            <a:xfrm>
              <a:off x="830331" y="4000611"/>
              <a:ext cx="384441" cy="384443"/>
            </a:xfrm>
            <a:custGeom>
              <a:rect b="b" l="l" r="r" t="t"/>
              <a:pathLst>
                <a:path extrusionOk="0" h="384443" w="384441">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3" name="Google Shape;2743;p49"/>
            <p:cNvSpPr/>
            <p:nvPr/>
          </p:nvSpPr>
          <p:spPr>
            <a:xfrm>
              <a:off x="829367" y="4420774"/>
              <a:ext cx="385405" cy="105072"/>
            </a:xfrm>
            <a:custGeom>
              <a:rect b="b" l="l" r="r" t="t"/>
              <a:pathLst>
                <a:path extrusionOk="0" h="105072" w="385405">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4" name="Google Shape;2744;p49"/>
            <p:cNvSpPr/>
            <p:nvPr/>
          </p:nvSpPr>
          <p:spPr>
            <a:xfrm>
              <a:off x="900447" y="4562105"/>
              <a:ext cx="244209" cy="33859"/>
            </a:xfrm>
            <a:custGeom>
              <a:rect b="b" l="l" r="r" t="t"/>
              <a:pathLst>
                <a:path extrusionOk="0" h="33859" w="244209">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5" name="Google Shape;2745;p49"/>
            <p:cNvSpPr/>
            <p:nvPr/>
          </p:nvSpPr>
          <p:spPr>
            <a:xfrm>
              <a:off x="900449" y="4702337"/>
              <a:ext cx="244209" cy="33859"/>
            </a:xfrm>
            <a:custGeom>
              <a:rect b="b" l="l" r="r" t="t"/>
              <a:pathLst>
                <a:path extrusionOk="0" h="33859" w="244209">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6" name="Google Shape;2746;p49"/>
            <p:cNvSpPr/>
            <p:nvPr/>
          </p:nvSpPr>
          <p:spPr>
            <a:xfrm>
              <a:off x="831254" y="4632221"/>
              <a:ext cx="383517" cy="33859"/>
            </a:xfrm>
            <a:custGeom>
              <a:rect b="b" l="l" r="r" t="t"/>
              <a:pathLst>
                <a:path extrusionOk="0" h="33859" w="383517">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7" name="Google Shape;2747;p49"/>
            <p:cNvSpPr/>
            <p:nvPr/>
          </p:nvSpPr>
          <p:spPr>
            <a:xfrm>
              <a:off x="1496963" y="3931057"/>
              <a:ext cx="208623" cy="927513"/>
            </a:xfrm>
            <a:custGeom>
              <a:rect b="b" l="l" r="r" t="t"/>
              <a:pathLst>
                <a:path extrusionOk="0" h="927513" w="208623">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8" name="Google Shape;2748;p49"/>
          <p:cNvGrpSpPr/>
          <p:nvPr/>
        </p:nvGrpSpPr>
        <p:grpSpPr>
          <a:xfrm>
            <a:off x="5105170" y="3300536"/>
            <a:ext cx="244896" cy="287940"/>
            <a:chOff x="10498304" y="503714"/>
            <a:chExt cx="1306112" cy="1536498"/>
          </a:xfrm>
        </p:grpSpPr>
        <p:sp>
          <p:nvSpPr>
            <p:cNvPr id="2749" name="Google Shape;2749;p49"/>
            <p:cNvSpPr/>
            <p:nvPr/>
          </p:nvSpPr>
          <p:spPr>
            <a:xfrm>
              <a:off x="10498304" y="503714"/>
              <a:ext cx="1306112" cy="1536498"/>
            </a:xfrm>
            <a:custGeom>
              <a:rect b="b" l="l" r="r" t="t"/>
              <a:pathLst>
                <a:path extrusionOk="0" h="1536498" w="1306112">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0" name="Google Shape;2750;p49"/>
            <p:cNvSpPr/>
            <p:nvPr/>
          </p:nvSpPr>
          <p:spPr>
            <a:xfrm>
              <a:off x="10684774" y="597322"/>
              <a:ext cx="231508" cy="231505"/>
            </a:xfrm>
            <a:custGeom>
              <a:rect b="b" l="l" r="r" t="t"/>
              <a:pathLst>
                <a:path extrusionOk="0" h="231505" w="231508">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1" name="Google Shape;2751;p49"/>
            <p:cNvSpPr/>
            <p:nvPr/>
          </p:nvSpPr>
          <p:spPr>
            <a:xfrm>
              <a:off x="10964497" y="59732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2" name="Google Shape;2752;p49"/>
            <p:cNvSpPr/>
            <p:nvPr/>
          </p:nvSpPr>
          <p:spPr>
            <a:xfrm>
              <a:off x="10964497" y="69056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3" name="Google Shape;2753;p49"/>
            <p:cNvSpPr/>
            <p:nvPr/>
          </p:nvSpPr>
          <p:spPr>
            <a:xfrm>
              <a:off x="10964497" y="78380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4" name="Google Shape;2754;p49"/>
            <p:cNvSpPr/>
            <p:nvPr/>
          </p:nvSpPr>
          <p:spPr>
            <a:xfrm>
              <a:off x="10684774" y="877042"/>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5" name="Google Shape;2755;p49"/>
            <p:cNvSpPr/>
            <p:nvPr/>
          </p:nvSpPr>
          <p:spPr>
            <a:xfrm>
              <a:off x="10684774" y="97028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6" name="Google Shape;2756;p49"/>
            <p:cNvSpPr/>
            <p:nvPr/>
          </p:nvSpPr>
          <p:spPr>
            <a:xfrm>
              <a:off x="10684774" y="106352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7" name="Google Shape;2757;p49"/>
            <p:cNvSpPr/>
            <p:nvPr/>
          </p:nvSpPr>
          <p:spPr>
            <a:xfrm>
              <a:off x="10733820" y="1540691"/>
              <a:ext cx="928375" cy="499517"/>
            </a:xfrm>
            <a:custGeom>
              <a:rect b="b" l="l" r="r" t="t"/>
              <a:pathLst>
                <a:path extrusionOk="0" h="499517" w="928375">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8" name="Google Shape;2758;p49"/>
            <p:cNvSpPr/>
            <p:nvPr/>
          </p:nvSpPr>
          <p:spPr>
            <a:xfrm>
              <a:off x="10591535" y="1250004"/>
              <a:ext cx="278125" cy="45025"/>
            </a:xfrm>
            <a:custGeom>
              <a:rect b="b" l="l" r="r" t="t"/>
              <a:pathLst>
                <a:path extrusionOk="0" h="45025" w="278125">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9" name="Google Shape;2759;p49"/>
            <p:cNvSpPr/>
            <p:nvPr/>
          </p:nvSpPr>
          <p:spPr>
            <a:xfrm>
              <a:off x="10917877" y="1484427"/>
              <a:ext cx="324748" cy="324754"/>
            </a:xfrm>
            <a:custGeom>
              <a:rect b="b" l="l" r="r" t="t"/>
              <a:pathLst>
                <a:path extrusionOk="0" h="324754" w="324748">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0" name="Google Shape;2760;p49"/>
            <p:cNvSpPr/>
            <p:nvPr/>
          </p:nvSpPr>
          <p:spPr>
            <a:xfrm>
              <a:off x="10824634" y="1391190"/>
              <a:ext cx="511230" cy="511227"/>
            </a:xfrm>
            <a:custGeom>
              <a:rect b="b" l="l" r="r" t="t"/>
              <a:pathLst>
                <a:path extrusionOk="0" h="511227" w="51123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61" name="Google Shape;2761;p49"/>
          <p:cNvSpPr/>
          <p:nvPr/>
        </p:nvSpPr>
        <p:spPr>
          <a:xfrm>
            <a:off x="8142831" y="3775361"/>
            <a:ext cx="285616" cy="214348"/>
          </a:xfrm>
          <a:custGeom>
            <a:rect b="b" l="l" r="r" t="t"/>
            <a:pathLst>
              <a:path extrusionOk="0" h="1085308" w="1446157">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2" name="Google Shape;2762;p49"/>
          <p:cNvSpPr/>
          <p:nvPr/>
        </p:nvSpPr>
        <p:spPr>
          <a:xfrm>
            <a:off x="7704953" y="1992004"/>
            <a:ext cx="285637" cy="292009"/>
          </a:xfrm>
          <a:custGeom>
            <a:rect b="b" l="l" r="r" t="t"/>
            <a:pathLst>
              <a:path extrusionOk="0" h="1536888" w="150335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63" name="Google Shape;2763;p49"/>
          <p:cNvGrpSpPr/>
          <p:nvPr/>
        </p:nvGrpSpPr>
        <p:grpSpPr>
          <a:xfrm>
            <a:off x="6399269" y="3742013"/>
            <a:ext cx="281044" cy="281044"/>
            <a:chOff x="965200" y="1989458"/>
            <a:chExt cx="2879551" cy="2879550"/>
          </a:xfrm>
        </p:grpSpPr>
        <p:sp>
          <p:nvSpPr>
            <p:cNvPr id="2764" name="Google Shape;2764;p49"/>
            <p:cNvSpPr/>
            <p:nvPr/>
          </p:nvSpPr>
          <p:spPr>
            <a:xfrm>
              <a:off x="2082451" y="3071202"/>
              <a:ext cx="641621" cy="1012217"/>
            </a:xfrm>
            <a:custGeom>
              <a:rect b="b" l="l" r="r" t="t"/>
              <a:pathLst>
                <a:path extrusionOk="0" h="1012217" w="641621">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5" name="Google Shape;2765;p49"/>
            <p:cNvSpPr/>
            <p:nvPr/>
          </p:nvSpPr>
          <p:spPr>
            <a:xfrm>
              <a:off x="965200" y="2956790"/>
              <a:ext cx="701587" cy="944892"/>
            </a:xfrm>
            <a:custGeom>
              <a:rect b="b" l="l" r="r" t="t"/>
              <a:pathLst>
                <a:path extrusionOk="0" h="944892" w="701587">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6" name="Google Shape;2766;p49"/>
            <p:cNvSpPr/>
            <p:nvPr/>
          </p:nvSpPr>
          <p:spPr>
            <a:xfrm>
              <a:off x="3132201" y="2956790"/>
              <a:ext cx="712550" cy="944892"/>
            </a:xfrm>
            <a:custGeom>
              <a:rect b="b" l="l" r="r" t="t"/>
              <a:pathLst>
                <a:path extrusionOk="0" h="944892" w="71255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7" name="Google Shape;2767;p49"/>
            <p:cNvSpPr/>
            <p:nvPr/>
          </p:nvSpPr>
          <p:spPr>
            <a:xfrm>
              <a:off x="1494107" y="2767707"/>
              <a:ext cx="1810749" cy="1634128"/>
            </a:xfrm>
            <a:custGeom>
              <a:rect b="b" l="l" r="r" t="t"/>
              <a:pathLst>
                <a:path extrusionOk="0" h="1634128" w="1810749">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8" name="Google Shape;2768;p49"/>
            <p:cNvSpPr/>
            <p:nvPr/>
          </p:nvSpPr>
          <p:spPr>
            <a:xfrm>
              <a:off x="1932532" y="4193260"/>
              <a:ext cx="944892" cy="675748"/>
            </a:xfrm>
            <a:custGeom>
              <a:rect b="b" l="l" r="r" t="t"/>
              <a:pathLst>
                <a:path extrusionOk="0" h="675748" w="944892">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9" name="Google Shape;2769;p49"/>
            <p:cNvSpPr/>
            <p:nvPr/>
          </p:nvSpPr>
          <p:spPr>
            <a:xfrm>
              <a:off x="1932532" y="4200768"/>
              <a:ext cx="84678" cy="282488"/>
            </a:xfrm>
            <a:custGeom>
              <a:rect b="b" l="l" r="r" t="t"/>
              <a:pathLst>
                <a:path extrusionOk="0" h="282488" w="84678">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0" name="Google Shape;2770;p49"/>
            <p:cNvSpPr/>
            <p:nvPr/>
          </p:nvSpPr>
          <p:spPr>
            <a:xfrm>
              <a:off x="1932532" y="1989458"/>
              <a:ext cx="944892" cy="696173"/>
            </a:xfrm>
            <a:custGeom>
              <a:rect b="b" l="l" r="r" t="t"/>
              <a:pathLst>
                <a:path extrusionOk="0" h="696173" w="944892">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1" name="Google Shape;2771;p49"/>
            <p:cNvSpPr/>
            <p:nvPr/>
          </p:nvSpPr>
          <p:spPr>
            <a:xfrm>
              <a:off x="1932532" y="2385427"/>
              <a:ext cx="84678" cy="299379"/>
            </a:xfrm>
            <a:custGeom>
              <a:rect b="b" l="l" r="r" t="t"/>
              <a:pathLst>
                <a:path extrusionOk="0" h="299379" w="84678">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2" name="Google Shape;2772;p49"/>
          <p:cNvGrpSpPr/>
          <p:nvPr/>
        </p:nvGrpSpPr>
        <p:grpSpPr>
          <a:xfrm>
            <a:off x="5536639" y="1554474"/>
            <a:ext cx="261662" cy="285066"/>
            <a:chOff x="9422494" y="3313750"/>
            <a:chExt cx="1655039" cy="1803075"/>
          </a:xfrm>
        </p:grpSpPr>
        <p:sp>
          <p:nvSpPr>
            <p:cNvPr id="2773" name="Google Shape;2773;p49"/>
            <p:cNvSpPr/>
            <p:nvPr/>
          </p:nvSpPr>
          <p:spPr>
            <a:xfrm>
              <a:off x="9975761" y="3313750"/>
              <a:ext cx="944838" cy="828379"/>
            </a:xfrm>
            <a:custGeom>
              <a:rect b="b" l="l" r="r" t="t"/>
              <a:pathLst>
                <a:path extrusionOk="0" h="828379" w="944838">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4" name="Google Shape;2774;p49"/>
            <p:cNvSpPr/>
            <p:nvPr/>
          </p:nvSpPr>
          <p:spPr>
            <a:xfrm>
              <a:off x="10262144" y="3533412"/>
              <a:ext cx="382675" cy="382682"/>
            </a:xfrm>
            <a:custGeom>
              <a:rect b="b" l="l" r="r" t="t"/>
              <a:pathLst>
                <a:path extrusionOk="0" h="382682" w="382675">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5" name="Google Shape;2775;p49"/>
            <p:cNvSpPr/>
            <p:nvPr/>
          </p:nvSpPr>
          <p:spPr>
            <a:xfrm>
              <a:off x="9422494" y="4139349"/>
              <a:ext cx="1655039" cy="977476"/>
            </a:xfrm>
            <a:custGeom>
              <a:rect b="b" l="l" r="r" t="t"/>
              <a:pathLst>
                <a:path extrusionOk="0" h="977476" w="1655039">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76" name="Google Shape;2776;p49"/>
          <p:cNvSpPr/>
          <p:nvPr/>
        </p:nvSpPr>
        <p:spPr>
          <a:xfrm>
            <a:off x="1589616" y="3741273"/>
            <a:ext cx="284401" cy="284236"/>
          </a:xfrm>
          <a:custGeom>
            <a:rect b="b" l="l" r="r" t="t"/>
            <a:pathLst>
              <a:path extrusionOk="0" h="653415" w="653795">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77" name="Google Shape;2777;p49"/>
          <p:cNvGrpSpPr/>
          <p:nvPr/>
        </p:nvGrpSpPr>
        <p:grpSpPr>
          <a:xfrm>
            <a:off x="5116067" y="1998904"/>
            <a:ext cx="227848" cy="278656"/>
            <a:chOff x="7662862" y="3107911"/>
            <a:chExt cx="522827" cy="639413"/>
          </a:xfrm>
        </p:grpSpPr>
        <p:sp>
          <p:nvSpPr>
            <p:cNvPr id="2778" name="Google Shape;2778;p49"/>
            <p:cNvSpPr/>
            <p:nvPr/>
          </p:nvSpPr>
          <p:spPr>
            <a:xfrm>
              <a:off x="7662862" y="3107911"/>
              <a:ext cx="522827" cy="639413"/>
            </a:xfrm>
            <a:custGeom>
              <a:rect b="b" l="l" r="r" t="t"/>
              <a:pathLst>
                <a:path extrusionOk="0" h="639413" w="522827">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9" name="Google Shape;2779;p49"/>
            <p:cNvSpPr/>
            <p:nvPr/>
          </p:nvSpPr>
          <p:spPr>
            <a:xfrm>
              <a:off x="7837264" y="3495865"/>
              <a:ext cx="251364" cy="134969"/>
            </a:xfrm>
            <a:custGeom>
              <a:rect b="b" l="l" r="r" t="t"/>
              <a:pathLst>
                <a:path extrusionOk="0" h="134969" w="251364">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0" name="Google Shape;2780;p49"/>
            <p:cNvSpPr/>
            <p:nvPr/>
          </p:nvSpPr>
          <p:spPr>
            <a:xfrm>
              <a:off x="7876126" y="3534536"/>
              <a:ext cx="173831" cy="18668"/>
            </a:xfrm>
            <a:custGeom>
              <a:rect b="b" l="l" r="r" t="t"/>
              <a:pathLst>
                <a:path extrusionOk="0" h="18668" w="173831">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1" name="Google Shape;2781;p49"/>
            <p:cNvSpPr/>
            <p:nvPr/>
          </p:nvSpPr>
          <p:spPr>
            <a:xfrm>
              <a:off x="7894890" y="3573303"/>
              <a:ext cx="136303" cy="18668"/>
            </a:xfrm>
            <a:custGeom>
              <a:rect b="b" l="l" r="r" t="t"/>
              <a:pathLst>
                <a:path extrusionOk="0" h="18668" w="136303">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2" name="Google Shape;2782;p49"/>
            <p:cNvSpPr/>
            <p:nvPr/>
          </p:nvSpPr>
          <p:spPr>
            <a:xfrm>
              <a:off x="7876221" y="3224307"/>
              <a:ext cx="173640" cy="173640"/>
            </a:xfrm>
            <a:custGeom>
              <a:rect b="b" l="l" r="r" t="t"/>
              <a:pathLst>
                <a:path extrusionOk="0" h="173640" w="17364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3" name="Google Shape;2783;p49"/>
            <p:cNvSpPr/>
            <p:nvPr/>
          </p:nvSpPr>
          <p:spPr>
            <a:xfrm>
              <a:off x="7837360" y="3187311"/>
              <a:ext cx="251459" cy="249689"/>
            </a:xfrm>
            <a:custGeom>
              <a:rect b="b" l="l" r="r" t="t"/>
              <a:pathLst>
                <a:path extrusionOk="0" h="249689" w="251459">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84" name="Google Shape;2784;p49"/>
          <p:cNvGrpSpPr/>
          <p:nvPr/>
        </p:nvGrpSpPr>
        <p:grpSpPr>
          <a:xfrm>
            <a:off x="7265516" y="1998708"/>
            <a:ext cx="283464" cy="283464"/>
            <a:chOff x="6822566" y="3141725"/>
            <a:chExt cx="571500" cy="571499"/>
          </a:xfrm>
        </p:grpSpPr>
        <p:sp>
          <p:nvSpPr>
            <p:cNvPr id="2785" name="Google Shape;2785;p49"/>
            <p:cNvSpPr/>
            <p:nvPr/>
          </p:nvSpPr>
          <p:spPr>
            <a:xfrm>
              <a:off x="6822566" y="3141725"/>
              <a:ext cx="571500" cy="571499"/>
            </a:xfrm>
            <a:custGeom>
              <a:rect b="b" l="l" r="r" t="t"/>
              <a:pathLst>
                <a:path extrusionOk="0" h="571499" w="57150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6" name="Google Shape;2786;p49"/>
            <p:cNvSpPr/>
            <p:nvPr/>
          </p:nvSpPr>
          <p:spPr>
            <a:xfrm>
              <a:off x="6856475" y="3175634"/>
              <a:ext cx="503872" cy="503872"/>
            </a:xfrm>
            <a:custGeom>
              <a:rect b="b" l="l" r="r" t="t"/>
              <a:pathLst>
                <a:path extrusionOk="0" h="503872" w="503872">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7" name="Google Shape;2787;p49"/>
            <p:cNvSpPr/>
            <p:nvPr/>
          </p:nvSpPr>
          <p:spPr>
            <a:xfrm>
              <a:off x="7054976" y="3374135"/>
              <a:ext cx="106870" cy="106870"/>
            </a:xfrm>
            <a:custGeom>
              <a:rect b="b" l="l" r="r" t="t"/>
              <a:pathLst>
                <a:path extrusionOk="0" h="106870" w="10687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8" name="Google Shape;2788;p49"/>
            <p:cNvSpPr/>
            <p:nvPr/>
          </p:nvSpPr>
          <p:spPr>
            <a:xfrm>
              <a:off x="6974449" y="3209543"/>
              <a:ext cx="268019" cy="163353"/>
            </a:xfrm>
            <a:custGeom>
              <a:rect b="b" l="l" r="r" t="t"/>
              <a:pathLst>
                <a:path extrusionOk="0" h="163353" w="268019">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9" name="Google Shape;2789;p49"/>
            <p:cNvSpPr/>
            <p:nvPr/>
          </p:nvSpPr>
          <p:spPr>
            <a:xfrm>
              <a:off x="6890243" y="3394455"/>
              <a:ext cx="195474" cy="234283"/>
            </a:xfrm>
            <a:custGeom>
              <a:rect b="b" l="l" r="r" t="t"/>
              <a:pathLst>
                <a:path extrusionOk="0" h="234283" w="195474">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0" name="Google Shape;2790;p49"/>
            <p:cNvSpPr/>
            <p:nvPr/>
          </p:nvSpPr>
          <p:spPr>
            <a:xfrm>
              <a:off x="7131045" y="3394264"/>
              <a:ext cx="195526" cy="234378"/>
            </a:xfrm>
            <a:custGeom>
              <a:rect b="b" l="l" r="r" t="t"/>
              <a:pathLst>
                <a:path extrusionOk="0" h="234378" w="195526">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791" name="Google Shape;2791;p49"/>
          <p:cNvSpPr/>
          <p:nvPr/>
        </p:nvSpPr>
        <p:spPr>
          <a:xfrm>
            <a:off x="5117544" y="2870964"/>
            <a:ext cx="220148" cy="284277"/>
          </a:xfrm>
          <a:custGeom>
            <a:rect b="b" l="l" r="r" t="t"/>
            <a:pathLst>
              <a:path extrusionOk="0" h="653510" w="506087">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2" name="Google Shape;2792;p49"/>
          <p:cNvSpPr/>
          <p:nvPr/>
        </p:nvSpPr>
        <p:spPr>
          <a:xfrm>
            <a:off x="5525969" y="4178945"/>
            <a:ext cx="283001" cy="282957"/>
          </a:xfrm>
          <a:custGeom>
            <a:rect b="b" l="l" r="r" t="t"/>
            <a:pathLst>
              <a:path extrusionOk="0" h="615124" w="615219">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93" name="Google Shape;2793;p49"/>
          <p:cNvGrpSpPr/>
          <p:nvPr/>
        </p:nvGrpSpPr>
        <p:grpSpPr>
          <a:xfrm>
            <a:off x="6397241" y="2866966"/>
            <a:ext cx="283517" cy="283509"/>
            <a:chOff x="2843215" y="176245"/>
            <a:chExt cx="6502675" cy="6502493"/>
          </a:xfrm>
        </p:grpSpPr>
        <p:sp>
          <p:nvSpPr>
            <p:cNvPr id="2794" name="Google Shape;2794;p49"/>
            <p:cNvSpPr/>
            <p:nvPr/>
          </p:nvSpPr>
          <p:spPr>
            <a:xfrm>
              <a:off x="2843215" y="176245"/>
              <a:ext cx="6502675" cy="6502493"/>
            </a:xfrm>
            <a:custGeom>
              <a:rect b="b" l="l" r="r" t="t"/>
              <a:pathLst>
                <a:path extrusionOk="0" h="6502493" w="6502675">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5" name="Google Shape;2795;p49"/>
            <p:cNvSpPr/>
            <p:nvPr/>
          </p:nvSpPr>
          <p:spPr>
            <a:xfrm>
              <a:off x="5390586" y="2418301"/>
              <a:ext cx="1407865" cy="2018061"/>
            </a:xfrm>
            <a:custGeom>
              <a:rect b="b" l="l" r="r" t="t"/>
              <a:pathLst>
                <a:path extrusionOk="0" h="2018061" w="1407865">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9" name="Shape 2799"/>
        <p:cNvGrpSpPr/>
        <p:nvPr/>
      </p:nvGrpSpPr>
      <p:grpSpPr>
        <a:xfrm>
          <a:off x="0" y="0"/>
          <a:ext cx="0" cy="0"/>
          <a:chOff x="0" y="0"/>
          <a:chExt cx="0" cy="0"/>
        </a:xfrm>
      </p:grpSpPr>
      <p:sp>
        <p:nvSpPr>
          <p:cNvPr id="2800" name="Google Shape;2800;p50"/>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icons</a:t>
            </a:r>
            <a:endParaRPr/>
          </a:p>
        </p:txBody>
      </p:sp>
      <p:sp>
        <p:nvSpPr>
          <p:cNvPr id="2801" name="Google Shape;2801;p50"/>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2802" name="Google Shape;2802;p50"/>
          <p:cNvGrpSpPr/>
          <p:nvPr/>
        </p:nvGrpSpPr>
        <p:grpSpPr>
          <a:xfrm>
            <a:off x="2043469" y="2434024"/>
            <a:ext cx="254020" cy="275455"/>
            <a:chOff x="2216956" y="1510503"/>
            <a:chExt cx="318721" cy="345615"/>
          </a:xfrm>
        </p:grpSpPr>
        <p:sp>
          <p:nvSpPr>
            <p:cNvPr id="2803" name="Google Shape;2803;p5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50"/>
          <p:cNvGrpSpPr/>
          <p:nvPr/>
        </p:nvGrpSpPr>
        <p:grpSpPr>
          <a:xfrm>
            <a:off x="2031382" y="2916307"/>
            <a:ext cx="278195" cy="183349"/>
            <a:chOff x="3988156" y="1568461"/>
            <a:chExt cx="349052" cy="230049"/>
          </a:xfrm>
        </p:grpSpPr>
        <p:sp>
          <p:nvSpPr>
            <p:cNvPr id="2809" name="Google Shape;2809;p5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50"/>
          <p:cNvGrpSpPr/>
          <p:nvPr/>
        </p:nvGrpSpPr>
        <p:grpSpPr>
          <a:xfrm>
            <a:off x="2899974" y="2869683"/>
            <a:ext cx="286336" cy="276597"/>
            <a:chOff x="2633037" y="1499873"/>
            <a:chExt cx="379002" cy="366112"/>
          </a:xfrm>
        </p:grpSpPr>
        <p:sp>
          <p:nvSpPr>
            <p:cNvPr id="2817" name="Google Shape;2817;p5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50"/>
          <p:cNvGrpSpPr/>
          <p:nvPr/>
        </p:nvGrpSpPr>
        <p:grpSpPr>
          <a:xfrm>
            <a:off x="6842598" y="1560119"/>
            <a:ext cx="261275" cy="284536"/>
            <a:chOff x="6675256" y="1516169"/>
            <a:chExt cx="327823" cy="357009"/>
          </a:xfrm>
        </p:grpSpPr>
        <p:sp>
          <p:nvSpPr>
            <p:cNvPr id="2824" name="Google Shape;2824;p5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50"/>
          <p:cNvGrpSpPr/>
          <p:nvPr/>
        </p:nvGrpSpPr>
        <p:grpSpPr>
          <a:xfrm>
            <a:off x="7729305" y="1994390"/>
            <a:ext cx="239815" cy="284232"/>
            <a:chOff x="8020159" y="1516551"/>
            <a:chExt cx="300897" cy="356627"/>
          </a:xfrm>
        </p:grpSpPr>
        <p:sp>
          <p:nvSpPr>
            <p:cNvPr id="2834" name="Google Shape;2834;p5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9" name="Google Shape;2839;p50"/>
          <p:cNvGrpSpPr/>
          <p:nvPr/>
        </p:nvGrpSpPr>
        <p:grpSpPr>
          <a:xfrm>
            <a:off x="5555142" y="1994390"/>
            <a:ext cx="205114" cy="284232"/>
            <a:chOff x="5377363" y="1516169"/>
            <a:chExt cx="257357" cy="356627"/>
          </a:xfrm>
        </p:grpSpPr>
        <p:sp>
          <p:nvSpPr>
            <p:cNvPr id="2840" name="Google Shape;2840;p5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50"/>
          <p:cNvGrpSpPr/>
          <p:nvPr/>
        </p:nvGrpSpPr>
        <p:grpSpPr>
          <a:xfrm>
            <a:off x="6831272" y="2447679"/>
            <a:ext cx="283927" cy="253132"/>
            <a:chOff x="4880567" y="1535870"/>
            <a:chExt cx="356245" cy="317607"/>
          </a:xfrm>
        </p:grpSpPr>
        <p:sp>
          <p:nvSpPr>
            <p:cNvPr id="2858" name="Google Shape;2858;p5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50"/>
          <p:cNvGrpSpPr/>
          <p:nvPr/>
        </p:nvGrpSpPr>
        <p:grpSpPr>
          <a:xfrm>
            <a:off x="5960377" y="1559967"/>
            <a:ext cx="284815" cy="284841"/>
            <a:chOff x="5771483" y="1515787"/>
            <a:chExt cx="357359" cy="357391"/>
          </a:xfrm>
        </p:grpSpPr>
        <p:sp>
          <p:nvSpPr>
            <p:cNvPr id="2864" name="Google Shape;2864;p5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50"/>
          <p:cNvGrpSpPr/>
          <p:nvPr/>
        </p:nvGrpSpPr>
        <p:grpSpPr>
          <a:xfrm>
            <a:off x="7282964" y="1558850"/>
            <a:ext cx="260666" cy="287073"/>
            <a:chOff x="7562766" y="1514864"/>
            <a:chExt cx="327059" cy="360192"/>
          </a:xfrm>
        </p:grpSpPr>
        <p:sp>
          <p:nvSpPr>
            <p:cNvPr id="2869" name="Google Shape;2869;p5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50"/>
          <p:cNvGrpSpPr/>
          <p:nvPr/>
        </p:nvGrpSpPr>
        <p:grpSpPr>
          <a:xfrm>
            <a:off x="6394425" y="1558069"/>
            <a:ext cx="288184" cy="288637"/>
            <a:chOff x="6259175" y="1559008"/>
            <a:chExt cx="271743" cy="272093"/>
          </a:xfrm>
        </p:grpSpPr>
        <p:sp>
          <p:nvSpPr>
            <p:cNvPr id="2874" name="Google Shape;2874;p5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1" name="Google Shape;2891;p50"/>
          <p:cNvGrpSpPr/>
          <p:nvPr/>
        </p:nvGrpSpPr>
        <p:grpSpPr>
          <a:xfrm>
            <a:off x="5097817" y="4214613"/>
            <a:ext cx="265207" cy="224621"/>
            <a:chOff x="6671087" y="2009304"/>
            <a:chExt cx="332757" cy="281833"/>
          </a:xfrm>
        </p:grpSpPr>
        <p:sp>
          <p:nvSpPr>
            <p:cNvPr id="2892" name="Google Shape;2892;p5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50"/>
          <p:cNvGrpSpPr/>
          <p:nvPr/>
        </p:nvGrpSpPr>
        <p:grpSpPr>
          <a:xfrm>
            <a:off x="3341830" y="1997392"/>
            <a:ext cx="278778" cy="278499"/>
            <a:chOff x="2201806" y="1976585"/>
            <a:chExt cx="349784" cy="349434"/>
          </a:xfrm>
        </p:grpSpPr>
        <p:sp>
          <p:nvSpPr>
            <p:cNvPr id="2895" name="Google Shape;2895;p5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9" name="Google Shape;2899;p50"/>
          <p:cNvSpPr/>
          <p:nvPr/>
        </p:nvSpPr>
        <p:spPr>
          <a:xfrm>
            <a:off x="5968689" y="3325174"/>
            <a:ext cx="268192" cy="244897"/>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0" name="Google Shape;2900;p50"/>
          <p:cNvGrpSpPr/>
          <p:nvPr/>
        </p:nvGrpSpPr>
        <p:grpSpPr>
          <a:xfrm>
            <a:off x="720803" y="2432337"/>
            <a:ext cx="275176" cy="278829"/>
            <a:chOff x="3979435" y="1976585"/>
            <a:chExt cx="345265" cy="349848"/>
          </a:xfrm>
        </p:grpSpPr>
        <p:sp>
          <p:nvSpPr>
            <p:cNvPr id="2901" name="Google Shape;2901;p5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 name="Google Shape;2918;p50"/>
          <p:cNvGrpSpPr/>
          <p:nvPr/>
        </p:nvGrpSpPr>
        <p:grpSpPr>
          <a:xfrm>
            <a:off x="1153925" y="2432502"/>
            <a:ext cx="279082" cy="278499"/>
            <a:chOff x="3541011" y="1508594"/>
            <a:chExt cx="350166" cy="349434"/>
          </a:xfrm>
        </p:grpSpPr>
        <p:sp>
          <p:nvSpPr>
            <p:cNvPr id="2919" name="Google Shape;2919;p5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2" name="Google Shape;2932;p50"/>
          <p:cNvGrpSpPr/>
          <p:nvPr/>
        </p:nvGrpSpPr>
        <p:grpSpPr>
          <a:xfrm>
            <a:off x="1638632" y="2423573"/>
            <a:ext cx="190300" cy="296357"/>
            <a:chOff x="2722090" y="2890162"/>
            <a:chExt cx="238770" cy="371841"/>
          </a:xfrm>
        </p:grpSpPr>
        <p:sp>
          <p:nvSpPr>
            <p:cNvPr id="2933" name="Google Shape;2933;p5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6" name="Google Shape;2936;p50"/>
          <p:cNvSpPr/>
          <p:nvPr/>
        </p:nvSpPr>
        <p:spPr>
          <a:xfrm>
            <a:off x="7711857" y="2874401"/>
            <a:ext cx="274711" cy="274445"/>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7" name="Google Shape;2937;p50"/>
          <p:cNvGrpSpPr/>
          <p:nvPr/>
        </p:nvGrpSpPr>
        <p:grpSpPr>
          <a:xfrm>
            <a:off x="3337324" y="1599249"/>
            <a:ext cx="287791" cy="211377"/>
            <a:chOff x="1289311" y="2926222"/>
            <a:chExt cx="408156" cy="299783"/>
          </a:xfrm>
        </p:grpSpPr>
        <p:sp>
          <p:nvSpPr>
            <p:cNvPr id="2938" name="Google Shape;2938;p5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 name="Google Shape;2940;p50"/>
          <p:cNvGrpSpPr/>
          <p:nvPr/>
        </p:nvGrpSpPr>
        <p:grpSpPr>
          <a:xfrm>
            <a:off x="8143021" y="2430468"/>
            <a:ext cx="287834" cy="287555"/>
            <a:chOff x="7978465" y="1969392"/>
            <a:chExt cx="361147" cy="360797"/>
          </a:xfrm>
        </p:grpSpPr>
        <p:sp>
          <p:nvSpPr>
            <p:cNvPr id="2941" name="Google Shape;2941;p5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0" name="Google Shape;2950;p50"/>
          <p:cNvSpPr/>
          <p:nvPr/>
        </p:nvSpPr>
        <p:spPr>
          <a:xfrm>
            <a:off x="2894860" y="1988360"/>
            <a:ext cx="296564" cy="29656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1" name="Google Shape;2951;p50"/>
          <p:cNvGrpSpPr/>
          <p:nvPr/>
        </p:nvGrpSpPr>
        <p:grpSpPr>
          <a:xfrm>
            <a:off x="1588645" y="1568594"/>
            <a:ext cx="290273" cy="272688"/>
            <a:chOff x="1749728" y="2894777"/>
            <a:chExt cx="386927" cy="363438"/>
          </a:xfrm>
        </p:grpSpPr>
        <p:sp>
          <p:nvSpPr>
            <p:cNvPr id="2952" name="Google Shape;2952;p5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9" name="Google Shape;2959;p50"/>
          <p:cNvSpPr/>
          <p:nvPr/>
        </p:nvSpPr>
        <p:spPr>
          <a:xfrm>
            <a:off x="7716905" y="2452903"/>
            <a:ext cx="264615" cy="242685"/>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0" name="Google Shape;2960;p50"/>
          <p:cNvGrpSpPr/>
          <p:nvPr/>
        </p:nvGrpSpPr>
        <p:grpSpPr>
          <a:xfrm>
            <a:off x="7282951" y="2883104"/>
            <a:ext cx="260692" cy="257039"/>
            <a:chOff x="5352728" y="1990239"/>
            <a:chExt cx="327091" cy="322508"/>
          </a:xfrm>
        </p:grpSpPr>
        <p:sp>
          <p:nvSpPr>
            <p:cNvPr id="2961" name="Google Shape;2961;p5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4" name="Google Shape;2964;p50"/>
          <p:cNvGrpSpPr/>
          <p:nvPr/>
        </p:nvGrpSpPr>
        <p:grpSpPr>
          <a:xfrm>
            <a:off x="7300327" y="3800589"/>
            <a:ext cx="225940" cy="158287"/>
            <a:chOff x="4048787" y="2977019"/>
            <a:chExt cx="283488" cy="198604"/>
          </a:xfrm>
        </p:grpSpPr>
        <p:sp>
          <p:nvSpPr>
            <p:cNvPr id="2965" name="Google Shape;2965;p5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50"/>
          <p:cNvGrpSpPr/>
          <p:nvPr/>
        </p:nvGrpSpPr>
        <p:grpSpPr>
          <a:xfrm>
            <a:off x="1206319" y="1997544"/>
            <a:ext cx="174293" cy="278195"/>
            <a:chOff x="4054103" y="2430191"/>
            <a:chExt cx="218687" cy="349052"/>
          </a:xfrm>
        </p:grpSpPr>
        <p:sp>
          <p:nvSpPr>
            <p:cNvPr id="2972" name="Google Shape;2972;p5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 name="Google Shape;2974;p50"/>
          <p:cNvGrpSpPr/>
          <p:nvPr/>
        </p:nvGrpSpPr>
        <p:grpSpPr>
          <a:xfrm>
            <a:off x="1147884" y="2872351"/>
            <a:ext cx="291164" cy="271262"/>
            <a:chOff x="2185128" y="2427549"/>
            <a:chExt cx="382758" cy="356595"/>
          </a:xfrm>
        </p:grpSpPr>
        <p:sp>
          <p:nvSpPr>
            <p:cNvPr id="2975" name="Google Shape;2975;p5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50"/>
          <p:cNvGrpSpPr/>
          <p:nvPr/>
        </p:nvGrpSpPr>
        <p:grpSpPr>
          <a:xfrm>
            <a:off x="719008" y="3318811"/>
            <a:ext cx="278766" cy="255221"/>
            <a:chOff x="1731523" y="2422616"/>
            <a:chExt cx="399435" cy="365698"/>
          </a:xfrm>
        </p:grpSpPr>
        <p:sp>
          <p:nvSpPr>
            <p:cNvPr id="2980" name="Google Shape;2980;p5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3" name="Google Shape;2983;p50"/>
          <p:cNvGrpSpPr/>
          <p:nvPr/>
        </p:nvGrpSpPr>
        <p:grpSpPr>
          <a:xfrm>
            <a:off x="3781637" y="1999802"/>
            <a:ext cx="274872" cy="273679"/>
            <a:chOff x="3097241" y="2433564"/>
            <a:chExt cx="344883" cy="343387"/>
          </a:xfrm>
        </p:grpSpPr>
        <p:sp>
          <p:nvSpPr>
            <p:cNvPr id="2984" name="Google Shape;2984;p5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3" name="Google Shape;2993;p50"/>
          <p:cNvGrpSpPr/>
          <p:nvPr/>
        </p:nvGrpSpPr>
        <p:grpSpPr>
          <a:xfrm>
            <a:off x="1159371" y="3772374"/>
            <a:ext cx="268189" cy="216953"/>
            <a:chOff x="1278299" y="2439293"/>
            <a:chExt cx="410829" cy="332343"/>
          </a:xfrm>
        </p:grpSpPr>
        <p:sp>
          <p:nvSpPr>
            <p:cNvPr id="2994" name="Google Shape;2994;p5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 name="Google Shape;3002;p50"/>
          <p:cNvGrpSpPr/>
          <p:nvPr/>
        </p:nvGrpSpPr>
        <p:grpSpPr>
          <a:xfrm>
            <a:off x="3786773" y="3748551"/>
            <a:ext cx="264598" cy="264598"/>
            <a:chOff x="870939" y="2439293"/>
            <a:chExt cx="331993" cy="331993"/>
          </a:xfrm>
        </p:grpSpPr>
        <p:sp>
          <p:nvSpPr>
            <p:cNvPr id="3003" name="Google Shape;3003;p5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9" name="Google Shape;3019;p50"/>
          <p:cNvGrpSpPr/>
          <p:nvPr/>
        </p:nvGrpSpPr>
        <p:grpSpPr>
          <a:xfrm>
            <a:off x="5083929" y="2029263"/>
            <a:ext cx="292984" cy="214486"/>
            <a:chOff x="5733194" y="2431718"/>
            <a:chExt cx="446826" cy="327059"/>
          </a:xfrm>
        </p:grpSpPr>
        <p:sp>
          <p:nvSpPr>
            <p:cNvPr id="3020" name="Google Shape;3020;p5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3" name="Google Shape;3023;p50"/>
          <p:cNvGrpSpPr/>
          <p:nvPr/>
        </p:nvGrpSpPr>
        <p:grpSpPr>
          <a:xfrm>
            <a:off x="7274511" y="3326244"/>
            <a:ext cx="277572" cy="242756"/>
            <a:chOff x="4876780" y="2418064"/>
            <a:chExt cx="407774" cy="356627"/>
          </a:xfrm>
        </p:grpSpPr>
        <p:sp>
          <p:nvSpPr>
            <p:cNvPr id="3024" name="Google Shape;3024;p5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2" name="Google Shape;3032;p50"/>
          <p:cNvGrpSpPr/>
          <p:nvPr/>
        </p:nvGrpSpPr>
        <p:grpSpPr>
          <a:xfrm>
            <a:off x="5089774" y="2443241"/>
            <a:ext cx="281294" cy="262009"/>
            <a:chOff x="7070872" y="2410871"/>
            <a:chExt cx="398321" cy="371013"/>
          </a:xfrm>
        </p:grpSpPr>
        <p:sp>
          <p:nvSpPr>
            <p:cNvPr id="3033" name="Google Shape;3033;p5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50"/>
          <p:cNvGrpSpPr/>
          <p:nvPr/>
        </p:nvGrpSpPr>
        <p:grpSpPr>
          <a:xfrm>
            <a:off x="6825387" y="3359639"/>
            <a:ext cx="295697" cy="175968"/>
            <a:chOff x="5318259" y="2982111"/>
            <a:chExt cx="371013" cy="220787"/>
          </a:xfrm>
        </p:grpSpPr>
        <p:sp>
          <p:nvSpPr>
            <p:cNvPr id="3038" name="Google Shape;3038;p5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50"/>
          <p:cNvGrpSpPr/>
          <p:nvPr/>
        </p:nvGrpSpPr>
        <p:grpSpPr>
          <a:xfrm>
            <a:off x="6395196" y="2426397"/>
            <a:ext cx="286642" cy="295697"/>
            <a:chOff x="7521454" y="2906139"/>
            <a:chExt cx="359651" cy="371013"/>
          </a:xfrm>
        </p:grpSpPr>
        <p:sp>
          <p:nvSpPr>
            <p:cNvPr id="3047" name="Google Shape;3047;p5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50"/>
          <p:cNvGrpSpPr/>
          <p:nvPr/>
        </p:nvGrpSpPr>
        <p:grpSpPr>
          <a:xfrm>
            <a:off x="5982573" y="3731884"/>
            <a:ext cx="240424" cy="295697"/>
            <a:chOff x="5782845" y="2906521"/>
            <a:chExt cx="301661" cy="371013"/>
          </a:xfrm>
        </p:grpSpPr>
        <p:sp>
          <p:nvSpPr>
            <p:cNvPr id="3053" name="Google Shape;3053;p5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6" name="Google Shape;3056;p50"/>
          <p:cNvGrpSpPr/>
          <p:nvPr/>
        </p:nvGrpSpPr>
        <p:grpSpPr>
          <a:xfrm>
            <a:off x="1151959" y="3304762"/>
            <a:ext cx="283014" cy="283319"/>
            <a:chOff x="3539102" y="2427549"/>
            <a:chExt cx="355099" cy="355481"/>
          </a:xfrm>
        </p:grpSpPr>
        <p:sp>
          <p:nvSpPr>
            <p:cNvPr id="3057" name="Google Shape;3057;p5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50"/>
          <p:cNvGrpSpPr/>
          <p:nvPr/>
        </p:nvGrpSpPr>
        <p:grpSpPr>
          <a:xfrm>
            <a:off x="2473426" y="2862391"/>
            <a:ext cx="266729" cy="291182"/>
            <a:chOff x="1314678" y="3358217"/>
            <a:chExt cx="334666" cy="365348"/>
          </a:xfrm>
        </p:grpSpPr>
        <p:sp>
          <p:nvSpPr>
            <p:cNvPr id="3060" name="Google Shape;3060;p5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 name="Google Shape;3065;p50"/>
          <p:cNvGrpSpPr/>
          <p:nvPr/>
        </p:nvGrpSpPr>
        <p:grpSpPr>
          <a:xfrm>
            <a:off x="3773481" y="2862543"/>
            <a:ext cx="291182" cy="290878"/>
            <a:chOff x="2640993" y="3357835"/>
            <a:chExt cx="365348" cy="364966"/>
          </a:xfrm>
        </p:grpSpPr>
        <p:sp>
          <p:nvSpPr>
            <p:cNvPr id="3066" name="Google Shape;3066;p5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6" name="Google Shape;3076;p50"/>
          <p:cNvGrpSpPr/>
          <p:nvPr/>
        </p:nvGrpSpPr>
        <p:grpSpPr>
          <a:xfrm>
            <a:off x="8147244" y="1562833"/>
            <a:ext cx="279387" cy="279108"/>
            <a:chOff x="4886264" y="3366174"/>
            <a:chExt cx="350548" cy="350198"/>
          </a:xfrm>
        </p:grpSpPr>
        <p:sp>
          <p:nvSpPr>
            <p:cNvPr id="3077" name="Google Shape;3077;p5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50"/>
          <p:cNvGrpSpPr/>
          <p:nvPr/>
        </p:nvGrpSpPr>
        <p:grpSpPr>
          <a:xfrm>
            <a:off x="5092084" y="2910132"/>
            <a:ext cx="276673" cy="202983"/>
            <a:chOff x="5331913" y="3413947"/>
            <a:chExt cx="347143" cy="254684"/>
          </a:xfrm>
        </p:grpSpPr>
        <p:sp>
          <p:nvSpPr>
            <p:cNvPr id="3091" name="Google Shape;3091;p5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50"/>
          <p:cNvGrpSpPr/>
          <p:nvPr/>
        </p:nvGrpSpPr>
        <p:grpSpPr>
          <a:xfrm>
            <a:off x="6401081" y="2891551"/>
            <a:ext cx="274872" cy="240145"/>
            <a:chOff x="7551754" y="3390808"/>
            <a:chExt cx="344883" cy="301311"/>
          </a:xfrm>
        </p:grpSpPr>
        <p:sp>
          <p:nvSpPr>
            <p:cNvPr id="3098" name="Google Shape;3098;p5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9" name="Google Shape;3109;p50"/>
          <p:cNvGrpSpPr/>
          <p:nvPr/>
        </p:nvGrpSpPr>
        <p:grpSpPr>
          <a:xfrm>
            <a:off x="6405901" y="3333752"/>
            <a:ext cx="265233" cy="227741"/>
            <a:chOff x="848978" y="4297637"/>
            <a:chExt cx="377824" cy="324418"/>
          </a:xfrm>
        </p:grpSpPr>
        <p:sp>
          <p:nvSpPr>
            <p:cNvPr id="3110" name="Google Shape;3110;p5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50"/>
          <p:cNvGrpSpPr/>
          <p:nvPr/>
        </p:nvGrpSpPr>
        <p:grpSpPr>
          <a:xfrm>
            <a:off x="1153418" y="1567070"/>
            <a:ext cx="280097" cy="275734"/>
            <a:chOff x="1754279" y="4286593"/>
            <a:chExt cx="351439" cy="345965"/>
          </a:xfrm>
        </p:grpSpPr>
        <p:sp>
          <p:nvSpPr>
            <p:cNvPr id="3113" name="Google Shape;3113;p5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50"/>
          <p:cNvGrpSpPr/>
          <p:nvPr/>
        </p:nvGrpSpPr>
        <p:grpSpPr>
          <a:xfrm>
            <a:off x="724291" y="1571421"/>
            <a:ext cx="268200" cy="267033"/>
            <a:chOff x="3996113" y="4291176"/>
            <a:chExt cx="336512" cy="335048"/>
          </a:xfrm>
        </p:grpSpPr>
        <p:sp>
          <p:nvSpPr>
            <p:cNvPr id="3119" name="Google Shape;3119;p5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2" name="Google Shape;3122;p50"/>
          <p:cNvSpPr/>
          <p:nvPr/>
        </p:nvSpPr>
        <p:spPr>
          <a:xfrm>
            <a:off x="2049069" y="3759706"/>
            <a:ext cx="242821" cy="24228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3" name="Google Shape;3123;p50"/>
          <p:cNvGrpSpPr/>
          <p:nvPr/>
        </p:nvGrpSpPr>
        <p:grpSpPr>
          <a:xfrm>
            <a:off x="2897549" y="2444051"/>
            <a:ext cx="291187" cy="255401"/>
            <a:chOff x="2179081" y="4285511"/>
            <a:chExt cx="397525" cy="348670"/>
          </a:xfrm>
        </p:grpSpPr>
        <p:sp>
          <p:nvSpPr>
            <p:cNvPr id="3124" name="Google Shape;3124;p5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50"/>
          <p:cNvGrpSpPr/>
          <p:nvPr/>
        </p:nvGrpSpPr>
        <p:grpSpPr>
          <a:xfrm>
            <a:off x="3812444" y="1573666"/>
            <a:ext cx="213256" cy="262543"/>
            <a:chOff x="3584201" y="4294996"/>
            <a:chExt cx="267574" cy="329415"/>
          </a:xfrm>
        </p:grpSpPr>
        <p:sp>
          <p:nvSpPr>
            <p:cNvPr id="3127" name="Google Shape;3127;p5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50"/>
          <p:cNvGrpSpPr/>
          <p:nvPr/>
        </p:nvGrpSpPr>
        <p:grpSpPr>
          <a:xfrm>
            <a:off x="3775217" y="3320980"/>
            <a:ext cx="287712" cy="250883"/>
            <a:chOff x="3082855" y="4295728"/>
            <a:chExt cx="375946" cy="327823"/>
          </a:xfrm>
        </p:grpSpPr>
        <p:sp>
          <p:nvSpPr>
            <p:cNvPr id="3132" name="Google Shape;3132;p5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50"/>
          <p:cNvGrpSpPr/>
          <p:nvPr/>
        </p:nvGrpSpPr>
        <p:grpSpPr>
          <a:xfrm>
            <a:off x="1673675" y="2002377"/>
            <a:ext cx="120212" cy="268530"/>
            <a:chOff x="2749016" y="4291176"/>
            <a:chExt cx="150831" cy="336926"/>
          </a:xfrm>
        </p:grpSpPr>
        <p:sp>
          <p:nvSpPr>
            <p:cNvPr id="3144" name="Google Shape;3144;p5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50"/>
          <p:cNvGrpSpPr/>
          <p:nvPr/>
        </p:nvGrpSpPr>
        <p:grpSpPr>
          <a:xfrm>
            <a:off x="5519819" y="2436353"/>
            <a:ext cx="275759" cy="275785"/>
            <a:chOff x="4890434" y="4287389"/>
            <a:chExt cx="345997" cy="346029"/>
          </a:xfrm>
        </p:grpSpPr>
        <p:sp>
          <p:nvSpPr>
            <p:cNvPr id="3149" name="Google Shape;3149;p5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6" name="Google Shape;3156;p50"/>
          <p:cNvGrpSpPr/>
          <p:nvPr/>
        </p:nvGrpSpPr>
        <p:grpSpPr>
          <a:xfrm>
            <a:off x="1593162" y="2865043"/>
            <a:ext cx="281240" cy="285877"/>
            <a:chOff x="850092" y="3352934"/>
            <a:chExt cx="369517" cy="375660"/>
          </a:xfrm>
        </p:grpSpPr>
        <p:sp>
          <p:nvSpPr>
            <p:cNvPr id="3157" name="Google Shape;3157;p5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50"/>
          <p:cNvGrpSpPr/>
          <p:nvPr/>
        </p:nvGrpSpPr>
        <p:grpSpPr>
          <a:xfrm>
            <a:off x="714462" y="3768657"/>
            <a:ext cx="287858" cy="224386"/>
            <a:chOff x="2611458" y="3816374"/>
            <a:chExt cx="426329" cy="332375"/>
          </a:xfrm>
        </p:grpSpPr>
        <p:sp>
          <p:nvSpPr>
            <p:cNvPr id="3163" name="Google Shape;3163;p5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50"/>
          <p:cNvGrpSpPr/>
          <p:nvPr/>
        </p:nvGrpSpPr>
        <p:grpSpPr>
          <a:xfrm>
            <a:off x="741350" y="2866931"/>
            <a:ext cx="234082" cy="282101"/>
            <a:chOff x="4019984" y="3805393"/>
            <a:chExt cx="293704" cy="353954"/>
          </a:xfrm>
        </p:grpSpPr>
        <p:sp>
          <p:nvSpPr>
            <p:cNvPr id="3174" name="Google Shape;3174;p5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6" name="Google Shape;3176;p50"/>
          <p:cNvGrpSpPr/>
          <p:nvPr/>
        </p:nvGrpSpPr>
        <p:grpSpPr>
          <a:xfrm>
            <a:off x="8157961" y="3758912"/>
            <a:ext cx="257952" cy="241641"/>
            <a:chOff x="8006505" y="3390044"/>
            <a:chExt cx="323654" cy="303189"/>
          </a:xfrm>
        </p:grpSpPr>
        <p:sp>
          <p:nvSpPr>
            <p:cNvPr id="3177" name="Google Shape;3177;p5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3" name="Google Shape;3183;p50"/>
          <p:cNvSpPr/>
          <p:nvPr/>
        </p:nvSpPr>
        <p:spPr>
          <a:xfrm>
            <a:off x="5092703" y="3753784"/>
            <a:ext cx="275436" cy="25189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4" name="Google Shape;3184;p50"/>
          <p:cNvGrpSpPr/>
          <p:nvPr/>
        </p:nvGrpSpPr>
        <p:grpSpPr>
          <a:xfrm>
            <a:off x="5509698" y="3327563"/>
            <a:ext cx="296002" cy="240119"/>
            <a:chOff x="7550258" y="3832670"/>
            <a:chExt cx="371395" cy="301279"/>
          </a:xfrm>
        </p:grpSpPr>
        <p:sp>
          <p:nvSpPr>
            <p:cNvPr id="3185" name="Google Shape;3185;p5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3" name="Google Shape;3203;p50"/>
          <p:cNvGrpSpPr/>
          <p:nvPr/>
        </p:nvGrpSpPr>
        <p:grpSpPr>
          <a:xfrm>
            <a:off x="8140446" y="1996813"/>
            <a:ext cx="292983" cy="279387"/>
            <a:chOff x="6659725" y="3808035"/>
            <a:chExt cx="367608" cy="350548"/>
          </a:xfrm>
        </p:grpSpPr>
        <p:sp>
          <p:nvSpPr>
            <p:cNvPr id="3204" name="Google Shape;3204;p5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50"/>
          <p:cNvGrpSpPr/>
          <p:nvPr/>
        </p:nvGrpSpPr>
        <p:grpSpPr>
          <a:xfrm>
            <a:off x="5515583" y="2878424"/>
            <a:ext cx="284232" cy="266399"/>
            <a:chOff x="6219391" y="3816756"/>
            <a:chExt cx="356627" cy="334252"/>
          </a:xfrm>
        </p:grpSpPr>
        <p:sp>
          <p:nvSpPr>
            <p:cNvPr id="3207" name="Google Shape;3207;p5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1" name="Google Shape;3211;p50"/>
          <p:cNvGrpSpPr/>
          <p:nvPr/>
        </p:nvGrpSpPr>
        <p:grpSpPr>
          <a:xfrm>
            <a:off x="7274200" y="2011754"/>
            <a:ext cx="278195" cy="249505"/>
            <a:chOff x="5778676" y="3826972"/>
            <a:chExt cx="349052" cy="313055"/>
          </a:xfrm>
        </p:grpSpPr>
        <p:sp>
          <p:nvSpPr>
            <p:cNvPr id="3212" name="Google Shape;3212;p5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7" name="Google Shape;3217;p50"/>
          <p:cNvGrpSpPr/>
          <p:nvPr/>
        </p:nvGrpSpPr>
        <p:grpSpPr>
          <a:xfrm>
            <a:off x="6854077" y="2017791"/>
            <a:ext cx="238318" cy="237431"/>
            <a:chOff x="5355784" y="3834547"/>
            <a:chExt cx="299019" cy="297905"/>
          </a:xfrm>
        </p:grpSpPr>
        <p:sp>
          <p:nvSpPr>
            <p:cNvPr id="3218" name="Google Shape;3218;p5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50"/>
          <p:cNvGrpSpPr/>
          <p:nvPr/>
        </p:nvGrpSpPr>
        <p:grpSpPr>
          <a:xfrm>
            <a:off x="6856803" y="3738669"/>
            <a:ext cx="232865" cy="282126"/>
            <a:chOff x="8036455" y="3807271"/>
            <a:chExt cx="292176" cy="353985"/>
          </a:xfrm>
        </p:grpSpPr>
        <p:sp>
          <p:nvSpPr>
            <p:cNvPr id="3223" name="Google Shape;3223;p5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5" name="Google Shape;3225;p50"/>
          <p:cNvGrpSpPr/>
          <p:nvPr/>
        </p:nvGrpSpPr>
        <p:grpSpPr>
          <a:xfrm>
            <a:off x="6400790" y="1996698"/>
            <a:ext cx="275455" cy="279615"/>
            <a:chOff x="4874902" y="3808799"/>
            <a:chExt cx="345615" cy="350835"/>
          </a:xfrm>
        </p:grpSpPr>
        <p:sp>
          <p:nvSpPr>
            <p:cNvPr id="3226" name="Google Shape;3226;p5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3" name="Google Shape;3243;p50"/>
          <p:cNvGrpSpPr/>
          <p:nvPr/>
        </p:nvGrpSpPr>
        <p:grpSpPr>
          <a:xfrm>
            <a:off x="2902536" y="1563582"/>
            <a:ext cx="281213" cy="282710"/>
            <a:chOff x="3095745" y="3805393"/>
            <a:chExt cx="352840" cy="354717"/>
          </a:xfrm>
        </p:grpSpPr>
        <p:sp>
          <p:nvSpPr>
            <p:cNvPr id="3244" name="Google Shape;3244;p5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0" name="Google Shape;3250;p50"/>
          <p:cNvSpPr/>
          <p:nvPr/>
        </p:nvSpPr>
        <p:spPr>
          <a:xfrm>
            <a:off x="2053118" y="1558110"/>
            <a:ext cx="234722" cy="293655"/>
          </a:xfrm>
          <a:custGeom>
            <a:rect b="b" l="l" r="r" t="t"/>
            <a:pathLst>
              <a:path extrusionOk="0" h="1450148" w="1159119">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51" name="Google Shape;3251;p50"/>
          <p:cNvGrpSpPr/>
          <p:nvPr/>
        </p:nvGrpSpPr>
        <p:grpSpPr>
          <a:xfrm>
            <a:off x="2461670" y="1559813"/>
            <a:ext cx="290241" cy="290250"/>
            <a:chOff x="2816725" y="69312"/>
            <a:chExt cx="1249423" cy="1249460"/>
          </a:xfrm>
        </p:grpSpPr>
        <p:sp>
          <p:nvSpPr>
            <p:cNvPr id="3252" name="Google Shape;3252;p50"/>
            <p:cNvSpPr/>
            <p:nvPr/>
          </p:nvSpPr>
          <p:spPr>
            <a:xfrm>
              <a:off x="2816725" y="69312"/>
              <a:ext cx="1249423" cy="1249460"/>
            </a:xfrm>
            <a:custGeom>
              <a:rect b="b" l="l" r="r" t="t"/>
              <a:pathLst>
                <a:path extrusionOk="0" h="1249460" w="1249423">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3" name="Google Shape;3253;p50"/>
            <p:cNvSpPr/>
            <p:nvPr/>
          </p:nvSpPr>
          <p:spPr>
            <a:xfrm>
              <a:off x="3383994" y="167127"/>
              <a:ext cx="584267" cy="584175"/>
            </a:xfrm>
            <a:custGeom>
              <a:rect b="b" l="l" r="r" t="t"/>
              <a:pathLst>
                <a:path extrusionOk="0" h="584175" w="584267">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4" name="Google Shape;3254;p50"/>
          <p:cNvGrpSpPr/>
          <p:nvPr/>
        </p:nvGrpSpPr>
        <p:grpSpPr>
          <a:xfrm>
            <a:off x="720040" y="1998282"/>
            <a:ext cx="276701" cy="276718"/>
            <a:chOff x="6154981" y="99204"/>
            <a:chExt cx="1189600" cy="1189674"/>
          </a:xfrm>
        </p:grpSpPr>
        <p:sp>
          <p:nvSpPr>
            <p:cNvPr id="3255" name="Google Shape;3255;p50"/>
            <p:cNvSpPr/>
            <p:nvPr/>
          </p:nvSpPr>
          <p:spPr>
            <a:xfrm>
              <a:off x="6154981" y="120668"/>
              <a:ext cx="1168206" cy="1168210"/>
            </a:xfrm>
            <a:custGeom>
              <a:rect b="b" l="l" r="r" t="t"/>
              <a:pathLst>
                <a:path extrusionOk="0" h="1168210" w="1168206">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50"/>
            <p:cNvSpPr/>
            <p:nvPr/>
          </p:nvSpPr>
          <p:spPr>
            <a:xfrm>
              <a:off x="6817188" y="99204"/>
              <a:ext cx="527393" cy="527466"/>
            </a:xfrm>
            <a:custGeom>
              <a:rect b="b" l="l" r="r" t="t"/>
              <a:pathLst>
                <a:path extrusionOk="0" h="527466" w="527393">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57" name="Google Shape;3257;p50"/>
          <p:cNvSpPr/>
          <p:nvPr/>
        </p:nvSpPr>
        <p:spPr>
          <a:xfrm>
            <a:off x="2067997" y="1993384"/>
            <a:ext cx="204965" cy="286514"/>
          </a:xfrm>
          <a:custGeom>
            <a:rect b="b" l="l" r="r" t="t"/>
            <a:pathLst>
              <a:path extrusionOk="0" h="1317307" w="942366">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58" name="Google Shape;3258;p50"/>
          <p:cNvGrpSpPr/>
          <p:nvPr/>
        </p:nvGrpSpPr>
        <p:grpSpPr>
          <a:xfrm>
            <a:off x="2468322" y="1991993"/>
            <a:ext cx="276937" cy="289298"/>
            <a:chOff x="4022261" y="1670758"/>
            <a:chExt cx="1109524" cy="1159045"/>
          </a:xfrm>
        </p:grpSpPr>
        <p:sp>
          <p:nvSpPr>
            <p:cNvPr id="3259" name="Google Shape;3259;p50"/>
            <p:cNvSpPr/>
            <p:nvPr/>
          </p:nvSpPr>
          <p:spPr>
            <a:xfrm>
              <a:off x="4356588" y="1853271"/>
              <a:ext cx="327952" cy="631580"/>
            </a:xfrm>
            <a:custGeom>
              <a:rect b="b" l="l" r="r" t="t"/>
              <a:pathLst>
                <a:path extrusionOk="0" h="631580" w="327952">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0" name="Google Shape;3260;p50"/>
            <p:cNvSpPr/>
            <p:nvPr/>
          </p:nvSpPr>
          <p:spPr>
            <a:xfrm>
              <a:off x="4022261" y="1670758"/>
              <a:ext cx="1109524" cy="1159045"/>
            </a:xfrm>
            <a:custGeom>
              <a:rect b="b" l="l" r="r" t="t"/>
              <a:pathLst>
                <a:path extrusionOk="0" h="1159045" w="1109524">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1" name="Google Shape;3261;p50"/>
            <p:cNvSpPr/>
            <p:nvPr/>
          </p:nvSpPr>
          <p:spPr>
            <a:xfrm>
              <a:off x="4753053" y="2082903"/>
              <a:ext cx="45122" cy="75535"/>
            </a:xfrm>
            <a:custGeom>
              <a:rect b="b" l="l" r="r" t="t"/>
              <a:pathLst>
                <a:path extrusionOk="0" h="75535" w="45122">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2" name="Google Shape;3262;p50"/>
            <p:cNvSpPr/>
            <p:nvPr/>
          </p:nvSpPr>
          <p:spPr>
            <a:xfrm>
              <a:off x="4685561" y="2123849"/>
              <a:ext cx="71229" cy="55397"/>
            </a:xfrm>
            <a:custGeom>
              <a:rect b="b" l="l" r="r" t="t"/>
              <a:pathLst>
                <a:path extrusionOk="0" h="55397" w="71229">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50"/>
            <p:cNvSpPr/>
            <p:nvPr/>
          </p:nvSpPr>
          <p:spPr>
            <a:xfrm>
              <a:off x="4810558" y="2084577"/>
              <a:ext cx="55476" cy="71150"/>
            </a:xfrm>
            <a:custGeom>
              <a:rect b="b" l="l" r="r" t="t"/>
              <a:pathLst>
                <a:path extrusionOk="0" h="71150" w="55476">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64" name="Google Shape;3264;p50"/>
          <p:cNvGrpSpPr/>
          <p:nvPr/>
        </p:nvGrpSpPr>
        <p:grpSpPr>
          <a:xfrm>
            <a:off x="2461677" y="2426638"/>
            <a:ext cx="290226" cy="290228"/>
            <a:chOff x="5660573" y="1347494"/>
            <a:chExt cx="1529116" cy="1529128"/>
          </a:xfrm>
        </p:grpSpPr>
        <p:sp>
          <p:nvSpPr>
            <p:cNvPr id="3265" name="Google Shape;3265;p50"/>
            <p:cNvSpPr/>
            <p:nvPr/>
          </p:nvSpPr>
          <p:spPr>
            <a:xfrm>
              <a:off x="5660573" y="1347494"/>
              <a:ext cx="1528969" cy="1528913"/>
            </a:xfrm>
            <a:custGeom>
              <a:rect b="b" l="l" r="r" t="t"/>
              <a:pathLst>
                <a:path extrusionOk="0" h="1528913" w="1528969">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50"/>
            <p:cNvSpPr/>
            <p:nvPr/>
          </p:nvSpPr>
          <p:spPr>
            <a:xfrm>
              <a:off x="6319984" y="2493205"/>
              <a:ext cx="869705" cy="383417"/>
            </a:xfrm>
            <a:custGeom>
              <a:rect b="b" l="l" r="r" t="t"/>
              <a:pathLst>
                <a:path extrusionOk="0" h="383417" w="869705">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67" name="Google Shape;3267;p50"/>
          <p:cNvGrpSpPr/>
          <p:nvPr/>
        </p:nvGrpSpPr>
        <p:grpSpPr>
          <a:xfrm>
            <a:off x="3340582" y="2446992"/>
            <a:ext cx="281274" cy="249520"/>
            <a:chOff x="1016171" y="3396908"/>
            <a:chExt cx="1068265" cy="947664"/>
          </a:xfrm>
        </p:grpSpPr>
        <p:sp>
          <p:nvSpPr>
            <p:cNvPr id="3268" name="Google Shape;3268;p50"/>
            <p:cNvSpPr/>
            <p:nvPr/>
          </p:nvSpPr>
          <p:spPr>
            <a:xfrm>
              <a:off x="1489050" y="3628438"/>
              <a:ext cx="123238" cy="215338"/>
            </a:xfrm>
            <a:custGeom>
              <a:rect b="b" l="l" r="r" t="t"/>
              <a:pathLst>
                <a:path extrusionOk="0" h="215338" w="123238">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9" name="Google Shape;3269;p50"/>
            <p:cNvSpPr/>
            <p:nvPr/>
          </p:nvSpPr>
          <p:spPr>
            <a:xfrm>
              <a:off x="1483921" y="4056331"/>
              <a:ext cx="132837" cy="31212"/>
            </a:xfrm>
            <a:custGeom>
              <a:rect b="b" l="l" r="r" t="t"/>
              <a:pathLst>
                <a:path extrusionOk="0" h="31212" w="132837">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0" name="Google Shape;3270;p50"/>
            <p:cNvSpPr/>
            <p:nvPr/>
          </p:nvSpPr>
          <p:spPr>
            <a:xfrm>
              <a:off x="1016171" y="3396908"/>
              <a:ext cx="1068265" cy="947664"/>
            </a:xfrm>
            <a:custGeom>
              <a:rect b="b" l="l" r="r" t="t"/>
              <a:pathLst>
                <a:path extrusionOk="0" h="947664" w="1068265">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50"/>
            <p:cNvSpPr/>
            <p:nvPr/>
          </p:nvSpPr>
          <p:spPr>
            <a:xfrm>
              <a:off x="1267484" y="3463729"/>
              <a:ext cx="750130" cy="557285"/>
            </a:xfrm>
            <a:custGeom>
              <a:rect b="b" l="l" r="r" t="t"/>
              <a:pathLst>
                <a:path extrusionOk="0" h="557285" w="75013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50"/>
            <p:cNvSpPr/>
            <p:nvPr/>
          </p:nvSpPr>
          <p:spPr>
            <a:xfrm>
              <a:off x="1082992" y="3463729"/>
              <a:ext cx="750203" cy="557212"/>
            </a:xfrm>
            <a:custGeom>
              <a:rect b="b" l="l" r="r" t="t"/>
              <a:pathLst>
                <a:path extrusionOk="0" h="557212" w="750203">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50"/>
            <p:cNvSpPr/>
            <p:nvPr/>
          </p:nvSpPr>
          <p:spPr>
            <a:xfrm>
              <a:off x="1354015" y="3545644"/>
              <a:ext cx="392722" cy="392723"/>
            </a:xfrm>
            <a:custGeom>
              <a:rect b="b" l="l" r="r" t="t"/>
              <a:pathLst>
                <a:path extrusionOk="0" h="392723" w="392722">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4" name="Google Shape;3274;p50"/>
          <p:cNvGrpSpPr/>
          <p:nvPr/>
        </p:nvGrpSpPr>
        <p:grpSpPr>
          <a:xfrm>
            <a:off x="3347860" y="2874575"/>
            <a:ext cx="266717" cy="266813"/>
            <a:chOff x="3284165" y="2788585"/>
            <a:chExt cx="396370" cy="396513"/>
          </a:xfrm>
        </p:grpSpPr>
        <p:sp>
          <p:nvSpPr>
            <p:cNvPr id="3275" name="Google Shape;3275;p50"/>
            <p:cNvSpPr/>
            <p:nvPr/>
          </p:nvSpPr>
          <p:spPr>
            <a:xfrm>
              <a:off x="3353338" y="2882372"/>
              <a:ext cx="254087" cy="205593"/>
            </a:xfrm>
            <a:custGeom>
              <a:rect b="b" l="l" r="r" t="t"/>
              <a:pathLst>
                <a:path extrusionOk="0" h="679645" w="839958">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6" name="Google Shape;3276;p50"/>
            <p:cNvSpPr/>
            <p:nvPr/>
          </p:nvSpPr>
          <p:spPr>
            <a:xfrm>
              <a:off x="3490694" y="2995242"/>
              <a:ext cx="189840" cy="187768"/>
            </a:xfrm>
            <a:custGeom>
              <a:rect b="b" l="l" r="r" t="t"/>
              <a:pathLst>
                <a:path extrusionOk="0" h="620720" w="627571">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7" name="Google Shape;3277;p50"/>
            <p:cNvSpPr/>
            <p:nvPr/>
          </p:nvSpPr>
          <p:spPr>
            <a:xfrm>
              <a:off x="3284165" y="2788585"/>
              <a:ext cx="395907" cy="396513"/>
            </a:xfrm>
            <a:custGeom>
              <a:rect b="b" l="l" r="r" t="t"/>
              <a:pathLst>
                <a:path extrusionOk="0" h="1310786" w="1308782">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8" name="Google Shape;3278;p50"/>
          <p:cNvGrpSpPr/>
          <p:nvPr/>
        </p:nvGrpSpPr>
        <p:grpSpPr>
          <a:xfrm>
            <a:off x="1594386" y="3318902"/>
            <a:ext cx="278791" cy="255039"/>
            <a:chOff x="4536977" y="3394050"/>
            <a:chExt cx="1426771" cy="1305217"/>
          </a:xfrm>
        </p:grpSpPr>
        <p:sp>
          <p:nvSpPr>
            <p:cNvPr id="3279" name="Google Shape;3279;p50"/>
            <p:cNvSpPr/>
            <p:nvPr/>
          </p:nvSpPr>
          <p:spPr>
            <a:xfrm>
              <a:off x="5029604" y="3664047"/>
              <a:ext cx="616727" cy="652169"/>
            </a:xfrm>
            <a:custGeom>
              <a:rect b="b" l="l" r="r" t="t"/>
              <a:pathLst>
                <a:path extrusionOk="0" h="652169" w="616727">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50"/>
            <p:cNvSpPr/>
            <p:nvPr/>
          </p:nvSpPr>
          <p:spPr>
            <a:xfrm>
              <a:off x="5234060" y="3886273"/>
              <a:ext cx="207938" cy="207938"/>
            </a:xfrm>
            <a:custGeom>
              <a:rect b="b" l="l" r="r" t="t"/>
              <a:pathLst>
                <a:path extrusionOk="0" h="207938" w="207938">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50"/>
            <p:cNvSpPr/>
            <p:nvPr/>
          </p:nvSpPr>
          <p:spPr>
            <a:xfrm>
              <a:off x="4536977" y="3394050"/>
              <a:ext cx="1426771" cy="1305217"/>
            </a:xfrm>
            <a:custGeom>
              <a:rect b="b" l="l" r="r" t="t"/>
              <a:pathLst>
                <a:path extrusionOk="0" h="1305217" w="1426771">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2" name="Google Shape;3282;p50"/>
            <p:cNvSpPr/>
            <p:nvPr/>
          </p:nvSpPr>
          <p:spPr>
            <a:xfrm>
              <a:off x="4634645" y="3491571"/>
              <a:ext cx="1231728" cy="997194"/>
            </a:xfrm>
            <a:custGeom>
              <a:rect b="b" l="l" r="r" t="t"/>
              <a:pathLst>
                <a:path extrusionOk="0" h="997194" w="1231728">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3" name="Google Shape;3283;p50"/>
          <p:cNvGrpSpPr/>
          <p:nvPr/>
        </p:nvGrpSpPr>
        <p:grpSpPr>
          <a:xfrm>
            <a:off x="2030767" y="3307546"/>
            <a:ext cx="279423" cy="277752"/>
            <a:chOff x="6320057" y="3387896"/>
            <a:chExt cx="1421276" cy="1412777"/>
          </a:xfrm>
        </p:grpSpPr>
        <p:sp>
          <p:nvSpPr>
            <p:cNvPr id="3284" name="Google Shape;3284;p50"/>
            <p:cNvSpPr/>
            <p:nvPr/>
          </p:nvSpPr>
          <p:spPr>
            <a:xfrm>
              <a:off x="6459928" y="4260605"/>
              <a:ext cx="331397" cy="41909"/>
            </a:xfrm>
            <a:custGeom>
              <a:rect b="b" l="l" r="r" t="t"/>
              <a:pathLst>
                <a:path extrusionOk="0" h="41909" w="331397">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5" name="Google Shape;3285;p50"/>
            <p:cNvSpPr/>
            <p:nvPr/>
          </p:nvSpPr>
          <p:spPr>
            <a:xfrm>
              <a:off x="6320057" y="3387896"/>
              <a:ext cx="1421276" cy="1412777"/>
            </a:xfrm>
            <a:custGeom>
              <a:rect b="b" l="l" r="r" t="t"/>
              <a:pathLst>
                <a:path extrusionOk="0" h="1412777" w="1421276">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50"/>
            <p:cNvSpPr/>
            <p:nvPr/>
          </p:nvSpPr>
          <p:spPr>
            <a:xfrm>
              <a:off x="7214015" y="4297606"/>
              <a:ext cx="7326" cy="7326"/>
            </a:xfrm>
            <a:custGeom>
              <a:rect b="b" l="l" r="r" t="t"/>
              <a:pathLst>
                <a:path extrusionOk="0" h="7326" w="7326">
                  <a:moveTo>
                    <a:pt x="0" y="0"/>
                  </a:moveTo>
                  <a:lnTo>
                    <a:pt x="0"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0"/>
            <p:cNvSpPr/>
            <p:nvPr/>
          </p:nvSpPr>
          <p:spPr>
            <a:xfrm>
              <a:off x="6462419" y="3847294"/>
              <a:ext cx="521676" cy="41616"/>
            </a:xfrm>
            <a:custGeom>
              <a:rect b="b" l="l" r="r" t="t"/>
              <a:pathLst>
                <a:path extrusionOk="0" h="41616" w="521676">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50"/>
            <p:cNvSpPr/>
            <p:nvPr/>
          </p:nvSpPr>
          <p:spPr>
            <a:xfrm>
              <a:off x="7025786" y="3847294"/>
              <a:ext cx="237685" cy="41616"/>
            </a:xfrm>
            <a:custGeom>
              <a:rect b="b" l="l" r="r" t="t"/>
              <a:pathLst>
                <a:path extrusionOk="0" h="41616" w="237685">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50"/>
            <p:cNvSpPr/>
            <p:nvPr/>
          </p:nvSpPr>
          <p:spPr>
            <a:xfrm>
              <a:off x="6462492" y="4052667"/>
              <a:ext cx="176652" cy="41616"/>
            </a:xfrm>
            <a:custGeom>
              <a:rect b="b" l="l" r="r" t="t"/>
              <a:pathLst>
                <a:path extrusionOk="0" h="41616" w="176652">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0" name="Google Shape;3290;p50"/>
          <p:cNvGrpSpPr/>
          <p:nvPr/>
        </p:nvGrpSpPr>
        <p:grpSpPr>
          <a:xfrm>
            <a:off x="2464381" y="3364145"/>
            <a:ext cx="284819" cy="164552"/>
            <a:chOff x="2379529" y="3339364"/>
            <a:chExt cx="432067" cy="249624"/>
          </a:xfrm>
        </p:grpSpPr>
        <p:sp>
          <p:nvSpPr>
            <p:cNvPr id="3291" name="Google Shape;3291;p50"/>
            <p:cNvSpPr/>
            <p:nvPr/>
          </p:nvSpPr>
          <p:spPr>
            <a:xfrm>
              <a:off x="2379529" y="3373211"/>
              <a:ext cx="344428" cy="215777"/>
            </a:xfrm>
            <a:custGeom>
              <a:rect b="b" l="l" r="r" t="t"/>
              <a:pathLst>
                <a:path extrusionOk="0" h="822007" w="1312105">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2" name="Google Shape;3292;p50"/>
            <p:cNvSpPr/>
            <p:nvPr/>
          </p:nvSpPr>
          <p:spPr>
            <a:xfrm>
              <a:off x="2406584" y="3400266"/>
              <a:ext cx="290267" cy="161616"/>
            </a:xfrm>
            <a:custGeom>
              <a:rect b="b" l="l" r="r" t="t"/>
              <a:pathLst>
                <a:path extrusionOk="0" h="615681" w="1105778">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50"/>
            <p:cNvSpPr/>
            <p:nvPr/>
          </p:nvSpPr>
          <p:spPr>
            <a:xfrm>
              <a:off x="2629808" y="3339364"/>
              <a:ext cx="181788" cy="181936"/>
            </a:xfrm>
            <a:custGeom>
              <a:rect b="b" l="l" r="r" t="t"/>
              <a:pathLst>
                <a:path extrusionOk="0" h="693090" w="692525">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0"/>
            <p:cNvSpPr/>
            <p:nvPr/>
          </p:nvSpPr>
          <p:spPr>
            <a:xfrm>
              <a:off x="2447149" y="3440848"/>
              <a:ext cx="46506" cy="80356"/>
            </a:xfrm>
            <a:custGeom>
              <a:rect b="b" l="l" r="r" t="t"/>
              <a:pathLst>
                <a:path extrusionOk="0" h="306119" w="177164">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50"/>
            <p:cNvSpPr/>
            <p:nvPr/>
          </p:nvSpPr>
          <p:spPr>
            <a:xfrm>
              <a:off x="2568938" y="3501722"/>
              <a:ext cx="46506" cy="12655"/>
            </a:xfrm>
            <a:custGeom>
              <a:rect b="b" l="l" r="r" t="t"/>
              <a:pathLst>
                <a:path extrusionOk="0" h="48211" w="177164">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6" name="Google Shape;3296;p50"/>
            <p:cNvSpPr/>
            <p:nvPr/>
          </p:nvSpPr>
          <p:spPr>
            <a:xfrm>
              <a:off x="2514807" y="3474667"/>
              <a:ext cx="100686" cy="12655"/>
            </a:xfrm>
            <a:custGeom>
              <a:rect b="b" l="l" r="r" t="t"/>
              <a:pathLst>
                <a:path extrusionOk="0" h="48211" w="383564">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50"/>
            <p:cNvSpPr/>
            <p:nvPr/>
          </p:nvSpPr>
          <p:spPr>
            <a:xfrm>
              <a:off x="2514807" y="3447612"/>
              <a:ext cx="100686" cy="12655"/>
            </a:xfrm>
            <a:custGeom>
              <a:rect b="b" l="l" r="r" t="t"/>
              <a:pathLst>
                <a:path extrusionOk="0" h="48210" w="383564">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8" name="Google Shape;3298;p50"/>
          <p:cNvGrpSpPr/>
          <p:nvPr/>
        </p:nvGrpSpPr>
        <p:grpSpPr>
          <a:xfrm>
            <a:off x="2944212" y="3298194"/>
            <a:ext cx="197860" cy="296456"/>
            <a:chOff x="8112509" y="3255456"/>
            <a:chExt cx="935507" cy="1401682"/>
          </a:xfrm>
        </p:grpSpPr>
        <p:sp>
          <p:nvSpPr>
            <p:cNvPr id="3299" name="Google Shape;3299;p50"/>
            <p:cNvSpPr/>
            <p:nvPr/>
          </p:nvSpPr>
          <p:spPr>
            <a:xfrm>
              <a:off x="8327879" y="3255456"/>
              <a:ext cx="720137" cy="943970"/>
            </a:xfrm>
            <a:custGeom>
              <a:rect b="b" l="l" r="r" t="t"/>
              <a:pathLst>
                <a:path extrusionOk="0" h="943970" w="720137">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0"/>
            <p:cNvSpPr/>
            <p:nvPr/>
          </p:nvSpPr>
          <p:spPr>
            <a:xfrm>
              <a:off x="8112509" y="3367139"/>
              <a:ext cx="222158" cy="832360"/>
            </a:xfrm>
            <a:custGeom>
              <a:rect b="b" l="l" r="r" t="t"/>
              <a:pathLst>
                <a:path extrusionOk="0" h="832360" w="222158">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50"/>
            <p:cNvSpPr/>
            <p:nvPr/>
          </p:nvSpPr>
          <p:spPr>
            <a:xfrm>
              <a:off x="8293050" y="4227195"/>
              <a:ext cx="574577" cy="429943"/>
            </a:xfrm>
            <a:custGeom>
              <a:rect b="b" l="l" r="r" t="t"/>
              <a:pathLst>
                <a:path extrusionOk="0" h="429943" w="574577">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50"/>
            <p:cNvSpPr/>
            <p:nvPr/>
          </p:nvSpPr>
          <p:spPr>
            <a:xfrm>
              <a:off x="8441201" y="3524689"/>
              <a:ext cx="278203" cy="683968"/>
            </a:xfrm>
            <a:custGeom>
              <a:rect b="b" l="l" r="r" t="t"/>
              <a:pathLst>
                <a:path extrusionOk="0" h="683968" w="278203">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0"/>
            <p:cNvSpPr/>
            <p:nvPr/>
          </p:nvSpPr>
          <p:spPr>
            <a:xfrm>
              <a:off x="8677251" y="4327037"/>
              <a:ext cx="118890" cy="49187"/>
            </a:xfrm>
            <a:custGeom>
              <a:rect b="b" l="l" r="r" t="t"/>
              <a:pathLst>
                <a:path extrusionOk="0" h="49187" w="11889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0"/>
            <p:cNvSpPr/>
            <p:nvPr/>
          </p:nvSpPr>
          <p:spPr>
            <a:xfrm>
              <a:off x="8359116" y="4295897"/>
              <a:ext cx="289241" cy="65892"/>
            </a:xfrm>
            <a:custGeom>
              <a:rect b="b" l="l" r="r" t="t"/>
              <a:pathLst>
                <a:path extrusionOk="0" h="65892" w="289241">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50"/>
            <p:cNvSpPr/>
            <p:nvPr/>
          </p:nvSpPr>
          <p:spPr>
            <a:xfrm>
              <a:off x="8359116" y="4387703"/>
              <a:ext cx="437025" cy="80326"/>
            </a:xfrm>
            <a:custGeom>
              <a:rect b="b" l="l" r="r" t="t"/>
              <a:pathLst>
                <a:path extrusionOk="0" h="80326" w="437025">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06" name="Google Shape;3306;p50"/>
          <p:cNvSpPr/>
          <p:nvPr/>
        </p:nvSpPr>
        <p:spPr>
          <a:xfrm>
            <a:off x="3339113" y="3308749"/>
            <a:ext cx="284211" cy="275346"/>
          </a:xfrm>
          <a:custGeom>
            <a:rect b="b" l="l" r="r" t="t"/>
            <a:pathLst>
              <a:path extrusionOk="0" h="1101383" w="1136845">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07" name="Google Shape;3307;p50"/>
          <p:cNvGrpSpPr/>
          <p:nvPr/>
        </p:nvGrpSpPr>
        <p:grpSpPr>
          <a:xfrm>
            <a:off x="1605716" y="3743931"/>
            <a:ext cx="256132" cy="273838"/>
            <a:chOff x="1539473" y="3700802"/>
            <a:chExt cx="343755" cy="367518"/>
          </a:xfrm>
        </p:grpSpPr>
        <p:sp>
          <p:nvSpPr>
            <p:cNvPr id="3308" name="Google Shape;3308;p50"/>
            <p:cNvSpPr/>
            <p:nvPr/>
          </p:nvSpPr>
          <p:spPr>
            <a:xfrm>
              <a:off x="1616886" y="3831862"/>
              <a:ext cx="189147" cy="189147"/>
            </a:xfrm>
            <a:custGeom>
              <a:rect b="b" l="l" r="r" t="t"/>
              <a:pathLst>
                <a:path extrusionOk="0" h="663672" w="663673">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9" name="Google Shape;3309;p50"/>
            <p:cNvSpPr/>
            <p:nvPr/>
          </p:nvSpPr>
          <p:spPr>
            <a:xfrm>
              <a:off x="1688378" y="3879524"/>
              <a:ext cx="46441" cy="94636"/>
            </a:xfrm>
            <a:custGeom>
              <a:rect b="b" l="l" r="r" t="t"/>
              <a:pathLst>
                <a:path extrusionOk="0" h="332056" w="16295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50"/>
            <p:cNvSpPr/>
            <p:nvPr/>
          </p:nvSpPr>
          <p:spPr>
            <a:xfrm>
              <a:off x="1640717" y="3855693"/>
              <a:ext cx="141578" cy="141578"/>
            </a:xfrm>
            <a:custGeom>
              <a:rect b="b" l="l" r="r" t="t"/>
              <a:pathLst>
                <a:path extrusionOk="0" h="496765" w="496765">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50"/>
            <p:cNvSpPr/>
            <p:nvPr/>
          </p:nvSpPr>
          <p:spPr>
            <a:xfrm>
              <a:off x="1539473" y="3700802"/>
              <a:ext cx="343755" cy="367518"/>
            </a:xfrm>
            <a:custGeom>
              <a:rect b="b" l="l" r="r" t="t"/>
              <a:pathLst>
                <a:path extrusionOk="0" h="1289538" w="1206157">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2" name="Google Shape;3312;p50"/>
          <p:cNvGrpSpPr/>
          <p:nvPr/>
        </p:nvGrpSpPr>
        <p:grpSpPr>
          <a:xfrm>
            <a:off x="2461177" y="3785390"/>
            <a:ext cx="291227" cy="190920"/>
            <a:chOff x="7718473" y="1874886"/>
            <a:chExt cx="1706074" cy="1118454"/>
          </a:xfrm>
        </p:grpSpPr>
        <p:sp>
          <p:nvSpPr>
            <p:cNvPr id="3313" name="Google Shape;3313;p50"/>
            <p:cNvSpPr/>
            <p:nvPr/>
          </p:nvSpPr>
          <p:spPr>
            <a:xfrm>
              <a:off x="7718473" y="1874886"/>
              <a:ext cx="1706074" cy="1118454"/>
            </a:xfrm>
            <a:custGeom>
              <a:rect b="b" l="l" r="r" t="t"/>
              <a:pathLst>
                <a:path extrusionOk="0" h="1118454" w="1706074">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4" name="Google Shape;3314;p50"/>
            <p:cNvSpPr/>
            <p:nvPr/>
          </p:nvSpPr>
          <p:spPr>
            <a:xfrm>
              <a:off x="8359506" y="2409019"/>
              <a:ext cx="210282" cy="156869"/>
            </a:xfrm>
            <a:custGeom>
              <a:rect b="b" l="l" r="r" t="t"/>
              <a:pathLst>
                <a:path extrusionOk="0" h="156869" w="210282">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50"/>
            <p:cNvSpPr/>
            <p:nvPr/>
          </p:nvSpPr>
          <p:spPr>
            <a:xfrm>
              <a:off x="8359579" y="2649488"/>
              <a:ext cx="183539" cy="49969"/>
            </a:xfrm>
            <a:custGeom>
              <a:rect b="b" l="l" r="r" t="t"/>
              <a:pathLst>
                <a:path extrusionOk="0" h="49969" w="183539">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50"/>
            <p:cNvSpPr/>
            <p:nvPr/>
          </p:nvSpPr>
          <p:spPr>
            <a:xfrm>
              <a:off x="8359506" y="2783058"/>
              <a:ext cx="423935" cy="49969"/>
            </a:xfrm>
            <a:custGeom>
              <a:rect b="b" l="l" r="r" t="t"/>
              <a:pathLst>
                <a:path extrusionOk="0" h="49969" w="423935">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50"/>
            <p:cNvSpPr/>
            <p:nvPr/>
          </p:nvSpPr>
          <p:spPr>
            <a:xfrm>
              <a:off x="8599902"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50"/>
            <p:cNvSpPr/>
            <p:nvPr/>
          </p:nvSpPr>
          <p:spPr>
            <a:xfrm>
              <a:off x="8840299" y="2649488"/>
              <a:ext cx="183538" cy="49969"/>
            </a:xfrm>
            <a:custGeom>
              <a:rect b="b" l="l" r="r" t="t"/>
              <a:pathLst>
                <a:path extrusionOk="0" h="49969" w="183538">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9" name="Google Shape;3319;p50"/>
            <p:cNvSpPr/>
            <p:nvPr/>
          </p:nvSpPr>
          <p:spPr>
            <a:xfrm>
              <a:off x="9080695"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0" name="Google Shape;3320;p50"/>
            <p:cNvSpPr/>
            <p:nvPr/>
          </p:nvSpPr>
          <p:spPr>
            <a:xfrm>
              <a:off x="9080695" y="278305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50"/>
            <p:cNvSpPr/>
            <p:nvPr/>
          </p:nvSpPr>
          <p:spPr>
            <a:xfrm>
              <a:off x="9080768" y="2275522"/>
              <a:ext cx="183539" cy="290365"/>
            </a:xfrm>
            <a:custGeom>
              <a:rect b="b" l="l" r="r" t="t"/>
              <a:pathLst>
                <a:path extrusionOk="0" h="290365" w="183539">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22" name="Google Shape;3322;p50"/>
          <p:cNvGrpSpPr/>
          <p:nvPr/>
        </p:nvGrpSpPr>
        <p:grpSpPr>
          <a:xfrm>
            <a:off x="727723" y="4179693"/>
            <a:ext cx="261336" cy="281295"/>
            <a:chOff x="736356" y="4623361"/>
            <a:chExt cx="1297598" cy="1397390"/>
          </a:xfrm>
        </p:grpSpPr>
        <p:sp>
          <p:nvSpPr>
            <p:cNvPr id="3323" name="Google Shape;3323;p50"/>
            <p:cNvSpPr/>
            <p:nvPr/>
          </p:nvSpPr>
          <p:spPr>
            <a:xfrm>
              <a:off x="736356" y="4623361"/>
              <a:ext cx="1297598" cy="1397390"/>
            </a:xfrm>
            <a:custGeom>
              <a:rect b="b" l="l" r="r" t="t"/>
              <a:pathLst>
                <a:path extrusionOk="0" h="1397390" w="1297598">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4" name="Google Shape;3324;p50"/>
            <p:cNvSpPr/>
            <p:nvPr/>
          </p:nvSpPr>
          <p:spPr>
            <a:xfrm>
              <a:off x="1098892"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5" name="Google Shape;3325;p50"/>
            <p:cNvSpPr/>
            <p:nvPr/>
          </p:nvSpPr>
          <p:spPr>
            <a:xfrm>
              <a:off x="1305877"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6" name="Google Shape;3326;p50"/>
            <p:cNvSpPr/>
            <p:nvPr/>
          </p:nvSpPr>
          <p:spPr>
            <a:xfrm>
              <a:off x="891833"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7" name="Google Shape;3327;p50"/>
            <p:cNvSpPr/>
            <p:nvPr/>
          </p:nvSpPr>
          <p:spPr>
            <a:xfrm>
              <a:off x="1512936"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8" name="Google Shape;3328;p50"/>
            <p:cNvSpPr/>
            <p:nvPr/>
          </p:nvSpPr>
          <p:spPr>
            <a:xfrm>
              <a:off x="1719995"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9" name="Google Shape;3329;p50"/>
            <p:cNvSpPr/>
            <p:nvPr/>
          </p:nvSpPr>
          <p:spPr>
            <a:xfrm>
              <a:off x="1098892"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0" name="Google Shape;3330;p50"/>
            <p:cNvSpPr/>
            <p:nvPr/>
          </p:nvSpPr>
          <p:spPr>
            <a:xfrm>
              <a:off x="1305877"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1" name="Google Shape;3331;p50"/>
            <p:cNvSpPr/>
            <p:nvPr/>
          </p:nvSpPr>
          <p:spPr>
            <a:xfrm>
              <a:off x="891833"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50"/>
            <p:cNvSpPr/>
            <p:nvPr/>
          </p:nvSpPr>
          <p:spPr>
            <a:xfrm>
              <a:off x="1512936"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3" name="Google Shape;3333;p50"/>
            <p:cNvSpPr/>
            <p:nvPr/>
          </p:nvSpPr>
          <p:spPr>
            <a:xfrm>
              <a:off x="1719995"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4" name="Google Shape;3334;p50"/>
            <p:cNvSpPr/>
            <p:nvPr/>
          </p:nvSpPr>
          <p:spPr>
            <a:xfrm>
              <a:off x="1098892"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5" name="Google Shape;3335;p50"/>
            <p:cNvSpPr/>
            <p:nvPr/>
          </p:nvSpPr>
          <p:spPr>
            <a:xfrm>
              <a:off x="1305877"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50"/>
            <p:cNvSpPr/>
            <p:nvPr/>
          </p:nvSpPr>
          <p:spPr>
            <a:xfrm>
              <a:off x="891833"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7" name="Google Shape;3337;p50"/>
            <p:cNvSpPr/>
            <p:nvPr/>
          </p:nvSpPr>
          <p:spPr>
            <a:xfrm>
              <a:off x="1512936"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8" name="Google Shape;3338;p50"/>
            <p:cNvSpPr/>
            <p:nvPr/>
          </p:nvSpPr>
          <p:spPr>
            <a:xfrm>
              <a:off x="1719995"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9" name="Google Shape;3339;p50"/>
            <p:cNvSpPr/>
            <p:nvPr/>
          </p:nvSpPr>
          <p:spPr>
            <a:xfrm>
              <a:off x="1098892"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0" name="Google Shape;3340;p50"/>
            <p:cNvSpPr/>
            <p:nvPr/>
          </p:nvSpPr>
          <p:spPr>
            <a:xfrm>
              <a:off x="1305877"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1" name="Google Shape;3341;p50"/>
            <p:cNvSpPr/>
            <p:nvPr/>
          </p:nvSpPr>
          <p:spPr>
            <a:xfrm>
              <a:off x="891833"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2" name="Google Shape;3342;p50"/>
            <p:cNvSpPr/>
            <p:nvPr/>
          </p:nvSpPr>
          <p:spPr>
            <a:xfrm>
              <a:off x="1512936"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50"/>
            <p:cNvSpPr/>
            <p:nvPr/>
          </p:nvSpPr>
          <p:spPr>
            <a:xfrm>
              <a:off x="1719995"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4" name="Google Shape;3344;p50"/>
          <p:cNvGrpSpPr/>
          <p:nvPr/>
        </p:nvGrpSpPr>
        <p:grpSpPr>
          <a:xfrm>
            <a:off x="3343375" y="3743174"/>
            <a:ext cx="275689" cy="275353"/>
            <a:chOff x="2487490" y="5007025"/>
            <a:chExt cx="1286461" cy="1284895"/>
          </a:xfrm>
        </p:grpSpPr>
        <p:sp>
          <p:nvSpPr>
            <p:cNvPr id="3345" name="Google Shape;3345;p50"/>
            <p:cNvSpPr/>
            <p:nvPr/>
          </p:nvSpPr>
          <p:spPr>
            <a:xfrm>
              <a:off x="2487490" y="5007025"/>
              <a:ext cx="615754" cy="1205912"/>
            </a:xfrm>
            <a:custGeom>
              <a:rect b="b" l="l" r="r" t="t"/>
              <a:pathLst>
                <a:path extrusionOk="0" h="1205912" w="615754">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6" name="Google Shape;3346;p50"/>
            <p:cNvSpPr/>
            <p:nvPr/>
          </p:nvSpPr>
          <p:spPr>
            <a:xfrm>
              <a:off x="2892086" y="5222247"/>
              <a:ext cx="881865" cy="1069673"/>
            </a:xfrm>
            <a:custGeom>
              <a:rect b="b" l="l" r="r" t="t"/>
              <a:pathLst>
                <a:path extrusionOk="0" h="1069673" w="881865">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50"/>
            <p:cNvSpPr/>
            <p:nvPr/>
          </p:nvSpPr>
          <p:spPr>
            <a:xfrm>
              <a:off x="3158270" y="5007098"/>
              <a:ext cx="398893" cy="351080"/>
            </a:xfrm>
            <a:custGeom>
              <a:rect b="b" l="l" r="r" t="t"/>
              <a:pathLst>
                <a:path extrusionOk="0" h="351080" w="398893">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8" name="Google Shape;3348;p50"/>
            <p:cNvSpPr/>
            <p:nvPr/>
          </p:nvSpPr>
          <p:spPr>
            <a:xfrm>
              <a:off x="2810901" y="5328724"/>
              <a:ext cx="639713" cy="639713"/>
            </a:xfrm>
            <a:custGeom>
              <a:rect b="b" l="l" r="r" t="t"/>
              <a:pathLst>
                <a:path extrusionOk="0" h="639713" w="639713">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9" name="Google Shape;3349;p50"/>
            <p:cNvSpPr/>
            <p:nvPr/>
          </p:nvSpPr>
          <p:spPr>
            <a:xfrm>
              <a:off x="3025468" y="5420238"/>
              <a:ext cx="214199" cy="456686"/>
            </a:xfrm>
            <a:custGeom>
              <a:rect b="b" l="l" r="r" t="t"/>
              <a:pathLst>
                <a:path extrusionOk="0" h="456686" w="214199">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0" name="Google Shape;3350;p50"/>
          <p:cNvGrpSpPr/>
          <p:nvPr/>
        </p:nvGrpSpPr>
        <p:grpSpPr>
          <a:xfrm>
            <a:off x="1156066" y="4182940"/>
            <a:ext cx="274800" cy="274800"/>
            <a:chOff x="4351020" y="4981355"/>
            <a:chExt cx="1875765" cy="1875765"/>
          </a:xfrm>
        </p:grpSpPr>
        <p:sp>
          <p:nvSpPr>
            <p:cNvPr id="3351" name="Google Shape;3351;p50"/>
            <p:cNvSpPr/>
            <p:nvPr/>
          </p:nvSpPr>
          <p:spPr>
            <a:xfrm>
              <a:off x="4351020" y="4981355"/>
              <a:ext cx="1875765" cy="1875765"/>
            </a:xfrm>
            <a:custGeom>
              <a:rect b="b" l="l" r="r" t="t"/>
              <a:pathLst>
                <a:path extrusionOk="0" h="1875765" w="1875765">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50"/>
            <p:cNvSpPr/>
            <p:nvPr/>
          </p:nvSpPr>
          <p:spPr>
            <a:xfrm>
              <a:off x="4570827" y="5201236"/>
              <a:ext cx="1436076" cy="1436076"/>
            </a:xfrm>
            <a:custGeom>
              <a:rect b="b" l="l" r="r" t="t"/>
              <a:pathLst>
                <a:path extrusionOk="0" h="1436076" w="1436076">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3" name="Google Shape;3353;p50"/>
            <p:cNvSpPr/>
            <p:nvPr/>
          </p:nvSpPr>
          <p:spPr>
            <a:xfrm>
              <a:off x="4683319" y="5313507"/>
              <a:ext cx="1211239" cy="1211263"/>
            </a:xfrm>
            <a:custGeom>
              <a:rect b="b" l="l" r="r" t="t"/>
              <a:pathLst>
                <a:path extrusionOk="0" h="1211263" w="1211239">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4" name="Google Shape;3354;p50"/>
            <p:cNvSpPr/>
            <p:nvPr/>
          </p:nvSpPr>
          <p:spPr>
            <a:xfrm>
              <a:off x="5096534" y="5534611"/>
              <a:ext cx="384663" cy="384663"/>
            </a:xfrm>
            <a:custGeom>
              <a:rect b="b" l="l" r="r" t="t"/>
              <a:pathLst>
                <a:path extrusionOk="0" h="384663" w="384663">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50"/>
            <p:cNvSpPr/>
            <p:nvPr/>
          </p:nvSpPr>
          <p:spPr>
            <a:xfrm>
              <a:off x="4960400" y="5974226"/>
              <a:ext cx="657005" cy="329711"/>
            </a:xfrm>
            <a:custGeom>
              <a:rect b="b" l="l" r="r" t="t"/>
              <a:pathLst>
                <a:path extrusionOk="0" h="329711" w="657005">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6" name="Google Shape;3356;p50"/>
          <p:cNvGrpSpPr/>
          <p:nvPr/>
        </p:nvGrpSpPr>
        <p:grpSpPr>
          <a:xfrm>
            <a:off x="3775207" y="2438968"/>
            <a:ext cx="287731" cy="265567"/>
            <a:chOff x="3657600" y="1176337"/>
            <a:chExt cx="4876799" cy="4501133"/>
          </a:xfrm>
        </p:grpSpPr>
        <p:sp>
          <p:nvSpPr>
            <p:cNvPr id="3357" name="Google Shape;3357;p50"/>
            <p:cNvSpPr/>
            <p:nvPr/>
          </p:nvSpPr>
          <p:spPr>
            <a:xfrm>
              <a:off x="3657600" y="1176337"/>
              <a:ext cx="3558921" cy="4501133"/>
            </a:xfrm>
            <a:custGeom>
              <a:rect b="b" l="l" r="r" t="t"/>
              <a:pathLst>
                <a:path extrusionOk="0" h="4501133" w="3558921">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8" name="Google Shape;3358;p50"/>
            <p:cNvSpPr/>
            <p:nvPr/>
          </p:nvSpPr>
          <p:spPr>
            <a:xfrm>
              <a:off x="5364099" y="2507170"/>
              <a:ext cx="3170300" cy="3170110"/>
            </a:xfrm>
            <a:custGeom>
              <a:rect b="b" l="l" r="r" t="t"/>
              <a:pathLst>
                <a:path extrusionOk="0" h="3170110" w="317030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9" name="Google Shape;3359;p50"/>
            <p:cNvSpPr/>
            <p:nvPr/>
          </p:nvSpPr>
          <p:spPr>
            <a:xfrm>
              <a:off x="5807418" y="2950082"/>
              <a:ext cx="2283521" cy="2283904"/>
            </a:xfrm>
            <a:custGeom>
              <a:rect b="b" l="l" r="r" t="t"/>
              <a:pathLst>
                <a:path extrusionOk="0" h="2283904" w="2283521">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0" name="Google Shape;3360;p50"/>
            <p:cNvSpPr/>
            <p:nvPr/>
          </p:nvSpPr>
          <p:spPr>
            <a:xfrm>
              <a:off x="6546723" y="3359848"/>
              <a:ext cx="805243" cy="1464754"/>
            </a:xfrm>
            <a:custGeom>
              <a:rect b="b" l="l" r="r" t="t"/>
              <a:pathLst>
                <a:path extrusionOk="0" h="1464754" w="805243">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1" name="Google Shape;3361;p50"/>
          <p:cNvGrpSpPr/>
          <p:nvPr/>
        </p:nvGrpSpPr>
        <p:grpSpPr>
          <a:xfrm>
            <a:off x="2905732" y="3743336"/>
            <a:ext cx="274821" cy="275029"/>
            <a:chOff x="10026527" y="4488766"/>
            <a:chExt cx="1432853" cy="1434684"/>
          </a:xfrm>
        </p:grpSpPr>
        <p:sp>
          <p:nvSpPr>
            <p:cNvPr id="3362" name="Google Shape;3362;p50"/>
            <p:cNvSpPr/>
            <p:nvPr/>
          </p:nvSpPr>
          <p:spPr>
            <a:xfrm>
              <a:off x="10026527" y="4488766"/>
              <a:ext cx="1432853" cy="1430361"/>
            </a:xfrm>
            <a:custGeom>
              <a:rect b="b" l="l" r="r" t="t"/>
              <a:pathLst>
                <a:path extrusionOk="0" h="1430361" w="1432853">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3" name="Google Shape;3363;p50"/>
            <p:cNvSpPr/>
            <p:nvPr/>
          </p:nvSpPr>
          <p:spPr>
            <a:xfrm>
              <a:off x="10922259" y="5322130"/>
              <a:ext cx="336098" cy="601320"/>
            </a:xfrm>
            <a:custGeom>
              <a:rect b="b" l="l" r="r" t="t"/>
              <a:pathLst>
                <a:path extrusionOk="0" h="601320" w="336098">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64" name="Google Shape;3364;p50"/>
          <p:cNvSpPr/>
          <p:nvPr/>
        </p:nvSpPr>
        <p:spPr>
          <a:xfrm>
            <a:off x="5526517" y="4195825"/>
            <a:ext cx="262364" cy="262197"/>
          </a:xfrm>
          <a:custGeom>
            <a:rect b="b" l="l" r="r" t="t"/>
            <a:pathLst>
              <a:path extrusionOk="0" h="1263601" w="1264407">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65" name="Google Shape;3365;p50"/>
          <p:cNvGrpSpPr/>
          <p:nvPr/>
        </p:nvGrpSpPr>
        <p:grpSpPr>
          <a:xfrm>
            <a:off x="5096326" y="1568318"/>
            <a:ext cx="268191" cy="268139"/>
            <a:chOff x="2687993" y="2748610"/>
            <a:chExt cx="541034" cy="540929"/>
          </a:xfrm>
        </p:grpSpPr>
        <p:sp>
          <p:nvSpPr>
            <p:cNvPr id="3366" name="Google Shape;3366;p50"/>
            <p:cNvSpPr/>
            <p:nvPr/>
          </p:nvSpPr>
          <p:spPr>
            <a:xfrm>
              <a:off x="2687993" y="2918029"/>
              <a:ext cx="303764" cy="371510"/>
            </a:xfrm>
            <a:custGeom>
              <a:rect b="b" l="l" r="r" t="t"/>
              <a:pathLst>
                <a:path extrusionOk="0" h="371510" w="303764">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50"/>
            <p:cNvSpPr/>
            <p:nvPr/>
          </p:nvSpPr>
          <p:spPr>
            <a:xfrm>
              <a:off x="3009921" y="2748610"/>
              <a:ext cx="219106" cy="219106"/>
            </a:xfrm>
            <a:custGeom>
              <a:rect b="b" l="l" r="r" t="t"/>
              <a:pathLst>
                <a:path extrusionOk="0" h="219106" w="219106">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8" name="Google Shape;3368;p50"/>
            <p:cNvSpPr/>
            <p:nvPr/>
          </p:nvSpPr>
          <p:spPr>
            <a:xfrm>
              <a:off x="2925159" y="2858737"/>
              <a:ext cx="66702" cy="66702"/>
            </a:xfrm>
            <a:custGeom>
              <a:rect b="b" l="l" r="r" t="t"/>
              <a:pathLst>
                <a:path extrusionOk="0" h="66702" w="66702">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9" name="Google Shape;3369;p50"/>
            <p:cNvSpPr/>
            <p:nvPr/>
          </p:nvSpPr>
          <p:spPr>
            <a:xfrm>
              <a:off x="3083148" y="2794478"/>
              <a:ext cx="72651" cy="102360"/>
            </a:xfrm>
            <a:custGeom>
              <a:rect b="b" l="l" r="r" t="t"/>
              <a:pathLst>
                <a:path extrusionOk="0" h="102360" w="72651">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0" name="Google Shape;3370;p50"/>
            <p:cNvSpPr/>
            <p:nvPr/>
          </p:nvSpPr>
          <p:spPr>
            <a:xfrm>
              <a:off x="3111541" y="2909312"/>
              <a:ext cx="15918" cy="15866"/>
            </a:xfrm>
            <a:custGeom>
              <a:rect b="b" l="l" r="r" t="t"/>
              <a:pathLst>
                <a:path extrusionOk="0" h="15866" w="15918">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1" name="Google Shape;3371;p50"/>
          <p:cNvGrpSpPr/>
          <p:nvPr/>
        </p:nvGrpSpPr>
        <p:grpSpPr>
          <a:xfrm>
            <a:off x="7705120" y="1558265"/>
            <a:ext cx="288185" cy="288243"/>
            <a:chOff x="3403510" y="2794487"/>
            <a:chExt cx="513424" cy="513528"/>
          </a:xfrm>
        </p:grpSpPr>
        <p:sp>
          <p:nvSpPr>
            <p:cNvPr id="3372" name="Google Shape;3372;p50"/>
            <p:cNvSpPr/>
            <p:nvPr/>
          </p:nvSpPr>
          <p:spPr>
            <a:xfrm>
              <a:off x="3403510" y="3095381"/>
              <a:ext cx="513424" cy="212634"/>
            </a:xfrm>
            <a:custGeom>
              <a:rect b="b" l="l" r="r" t="t"/>
              <a:pathLst>
                <a:path extrusionOk="0" h="212634" w="513424">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3" name="Google Shape;3373;p50"/>
            <p:cNvSpPr/>
            <p:nvPr/>
          </p:nvSpPr>
          <p:spPr>
            <a:xfrm>
              <a:off x="3562490" y="2794487"/>
              <a:ext cx="195620" cy="285861"/>
            </a:xfrm>
            <a:custGeom>
              <a:rect b="b" l="l" r="r" t="t"/>
              <a:pathLst>
                <a:path extrusionOk="0" h="285861" w="19562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4" name="Google Shape;3374;p50"/>
            <p:cNvSpPr/>
            <p:nvPr/>
          </p:nvSpPr>
          <p:spPr>
            <a:xfrm>
              <a:off x="3592554" y="2854718"/>
              <a:ext cx="135441" cy="195567"/>
            </a:xfrm>
            <a:custGeom>
              <a:rect b="b" l="l" r="r" t="t"/>
              <a:pathLst>
                <a:path extrusionOk="0" h="195567" w="135441">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75" name="Google Shape;3375;p50"/>
          <p:cNvSpPr/>
          <p:nvPr/>
        </p:nvSpPr>
        <p:spPr>
          <a:xfrm>
            <a:off x="5962258" y="1995911"/>
            <a:ext cx="281054" cy="281190"/>
          </a:xfrm>
          <a:custGeom>
            <a:rect b="b" l="l" r="r" t="t"/>
            <a:pathLst>
              <a:path extrusionOk="0" h="538163" w="537902">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76" name="Google Shape;3376;p50"/>
          <p:cNvGrpSpPr/>
          <p:nvPr/>
        </p:nvGrpSpPr>
        <p:grpSpPr>
          <a:xfrm>
            <a:off x="7294131" y="2432215"/>
            <a:ext cx="238333" cy="284061"/>
            <a:chOff x="4857038" y="2742938"/>
            <a:chExt cx="521630" cy="621713"/>
          </a:xfrm>
        </p:grpSpPr>
        <p:sp>
          <p:nvSpPr>
            <p:cNvPr id="3377" name="Google Shape;3377;p50"/>
            <p:cNvSpPr/>
            <p:nvPr/>
          </p:nvSpPr>
          <p:spPr>
            <a:xfrm>
              <a:off x="4857038" y="2787799"/>
              <a:ext cx="446571" cy="576852"/>
            </a:xfrm>
            <a:custGeom>
              <a:rect b="b" l="l" r="r" t="t"/>
              <a:pathLst>
                <a:path extrusionOk="0" h="576852" w="446571">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8" name="Google Shape;3378;p50"/>
            <p:cNvSpPr/>
            <p:nvPr/>
          </p:nvSpPr>
          <p:spPr>
            <a:xfrm>
              <a:off x="4914868" y="2742938"/>
              <a:ext cx="463800" cy="463301"/>
            </a:xfrm>
            <a:custGeom>
              <a:rect b="b" l="l" r="r" t="t"/>
              <a:pathLst>
                <a:path extrusionOk="0" h="463301" w="46380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9" name="Google Shape;3379;p50"/>
          <p:cNvGrpSpPr/>
          <p:nvPr/>
        </p:nvGrpSpPr>
        <p:grpSpPr>
          <a:xfrm>
            <a:off x="5964331" y="2873105"/>
            <a:ext cx="276909" cy="277036"/>
            <a:chOff x="5526728" y="2799133"/>
            <a:chExt cx="568018" cy="568278"/>
          </a:xfrm>
        </p:grpSpPr>
        <p:sp>
          <p:nvSpPr>
            <p:cNvPr id="3380" name="Google Shape;3380;p50"/>
            <p:cNvSpPr/>
            <p:nvPr/>
          </p:nvSpPr>
          <p:spPr>
            <a:xfrm>
              <a:off x="5526728" y="2799133"/>
              <a:ext cx="568018" cy="568278"/>
            </a:xfrm>
            <a:custGeom>
              <a:rect b="b" l="l" r="r" t="t"/>
              <a:pathLst>
                <a:path extrusionOk="0" h="568278" w="568018">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1" name="Google Shape;3381;p50"/>
            <p:cNvSpPr/>
            <p:nvPr/>
          </p:nvSpPr>
          <p:spPr>
            <a:xfrm>
              <a:off x="5693903" y="3185310"/>
              <a:ext cx="233512" cy="16597"/>
            </a:xfrm>
            <a:custGeom>
              <a:rect b="b" l="l" r="r" t="t"/>
              <a:pathLst>
                <a:path extrusionOk="0" h="16597" w="233512">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2" name="Google Shape;3382;p50"/>
            <p:cNvSpPr/>
            <p:nvPr/>
          </p:nvSpPr>
          <p:spPr>
            <a:xfrm>
              <a:off x="5809041" y="3225237"/>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3" name="Google Shape;3383;p50"/>
            <p:cNvSpPr/>
            <p:nvPr/>
          </p:nvSpPr>
          <p:spPr>
            <a:xfrm>
              <a:off x="5809041" y="326516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4" name="Google Shape;3384;p50"/>
            <p:cNvSpPr/>
            <p:nvPr/>
          </p:nvSpPr>
          <p:spPr>
            <a:xfrm>
              <a:off x="5809041" y="330514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5" name="Google Shape;3385;p50"/>
            <p:cNvSpPr/>
            <p:nvPr/>
          </p:nvSpPr>
          <p:spPr>
            <a:xfrm>
              <a:off x="5693903" y="3225237"/>
              <a:ext cx="96557" cy="96557"/>
            </a:xfrm>
            <a:custGeom>
              <a:rect b="b" l="l" r="r" t="t"/>
              <a:pathLst>
                <a:path extrusionOk="0" h="96557" w="96557">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50"/>
            <p:cNvSpPr/>
            <p:nvPr/>
          </p:nvSpPr>
          <p:spPr>
            <a:xfrm>
              <a:off x="5962437" y="2993500"/>
              <a:ext cx="88206" cy="47704"/>
            </a:xfrm>
            <a:custGeom>
              <a:rect b="b" l="l" r="r" t="t"/>
              <a:pathLst>
                <a:path extrusionOk="0" h="47704" w="88206">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7" name="Google Shape;3387;p50"/>
          <p:cNvGrpSpPr/>
          <p:nvPr/>
        </p:nvGrpSpPr>
        <p:grpSpPr>
          <a:xfrm>
            <a:off x="6855872" y="2863593"/>
            <a:ext cx="234728" cy="296061"/>
            <a:chOff x="6850872" y="2849995"/>
            <a:chExt cx="252694" cy="318722"/>
          </a:xfrm>
        </p:grpSpPr>
        <p:sp>
          <p:nvSpPr>
            <p:cNvPr id="3388" name="Google Shape;3388;p50"/>
            <p:cNvSpPr/>
            <p:nvPr/>
          </p:nvSpPr>
          <p:spPr>
            <a:xfrm>
              <a:off x="6850872" y="2849995"/>
              <a:ext cx="252694" cy="318722"/>
            </a:xfrm>
            <a:custGeom>
              <a:rect b="b" l="l" r="r" t="t"/>
              <a:pathLst>
                <a:path extrusionOk="0" h="561624" w="445276">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9" name="Google Shape;3389;p50"/>
            <p:cNvSpPr/>
            <p:nvPr/>
          </p:nvSpPr>
          <p:spPr>
            <a:xfrm>
              <a:off x="6880925" y="2906946"/>
              <a:ext cx="192590" cy="165633"/>
            </a:xfrm>
            <a:custGeom>
              <a:rect b="b" l="l" r="r" t="t"/>
              <a:pathLst>
                <a:path extrusionOk="0" h="291864" w="339365">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0" name="Google Shape;3390;p50"/>
            <p:cNvSpPr/>
            <p:nvPr/>
          </p:nvSpPr>
          <p:spPr>
            <a:xfrm>
              <a:off x="6881007" y="2878891"/>
              <a:ext cx="192365" cy="90132"/>
            </a:xfrm>
            <a:custGeom>
              <a:rect b="b" l="l" r="r" t="t"/>
              <a:pathLst>
                <a:path extrusionOk="0" h="158823" w="33897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91" name="Google Shape;3391;p50"/>
          <p:cNvGrpSpPr/>
          <p:nvPr/>
        </p:nvGrpSpPr>
        <p:grpSpPr>
          <a:xfrm>
            <a:off x="8199781" y="2875182"/>
            <a:ext cx="174314" cy="272883"/>
            <a:chOff x="6912301" y="2781961"/>
            <a:chExt cx="331269" cy="518591"/>
          </a:xfrm>
        </p:grpSpPr>
        <p:sp>
          <p:nvSpPr>
            <p:cNvPr id="3392" name="Google Shape;3392;p50"/>
            <p:cNvSpPr/>
            <p:nvPr/>
          </p:nvSpPr>
          <p:spPr>
            <a:xfrm>
              <a:off x="6912301" y="2781961"/>
              <a:ext cx="331269" cy="518591"/>
            </a:xfrm>
            <a:custGeom>
              <a:rect b="b" l="l" r="r" t="t"/>
              <a:pathLst>
                <a:path extrusionOk="0" h="518591" w="331269">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3" name="Google Shape;3393;p50"/>
            <p:cNvSpPr/>
            <p:nvPr/>
          </p:nvSpPr>
          <p:spPr>
            <a:xfrm>
              <a:off x="6966227" y="2861050"/>
              <a:ext cx="223522" cy="181667"/>
            </a:xfrm>
            <a:custGeom>
              <a:rect b="b" l="l" r="r" t="t"/>
              <a:pathLst>
                <a:path extrusionOk="0" h="181667" w="223522">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4" name="Google Shape;3394;p50"/>
            <p:cNvSpPr/>
            <p:nvPr/>
          </p:nvSpPr>
          <p:spPr>
            <a:xfrm>
              <a:off x="7070342" y="3055662"/>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5" name="Google Shape;3395;p50"/>
            <p:cNvSpPr/>
            <p:nvPr/>
          </p:nvSpPr>
          <p:spPr>
            <a:xfrm>
              <a:off x="7070342" y="3086038"/>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96" name="Google Shape;3396;p50"/>
          <p:cNvGrpSpPr/>
          <p:nvPr/>
        </p:nvGrpSpPr>
        <p:grpSpPr>
          <a:xfrm>
            <a:off x="5098074" y="3315240"/>
            <a:ext cx="264694" cy="264765"/>
            <a:chOff x="5098074" y="3315240"/>
            <a:chExt cx="264694" cy="264765"/>
          </a:xfrm>
        </p:grpSpPr>
        <p:sp>
          <p:nvSpPr>
            <p:cNvPr id="3397" name="Google Shape;3397;p50"/>
            <p:cNvSpPr/>
            <p:nvPr/>
          </p:nvSpPr>
          <p:spPr>
            <a:xfrm>
              <a:off x="5196839" y="3414059"/>
              <a:ext cx="67163" cy="67128"/>
            </a:xfrm>
            <a:custGeom>
              <a:rect b="b" l="l" r="r" t="t"/>
              <a:pathLst>
                <a:path extrusionOk="0" h="97640" w="97692">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8" name="Google Shape;3398;p50"/>
            <p:cNvSpPr/>
            <p:nvPr/>
          </p:nvSpPr>
          <p:spPr>
            <a:xfrm>
              <a:off x="5098074" y="3315240"/>
              <a:ext cx="264694" cy="264765"/>
            </a:xfrm>
            <a:custGeom>
              <a:rect b="b" l="l" r="r" t="t"/>
              <a:pathLst>
                <a:path extrusionOk="0" h="437628" w="437511">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99" name="Google Shape;3399;p50"/>
          <p:cNvGrpSpPr/>
          <p:nvPr/>
        </p:nvGrpSpPr>
        <p:grpSpPr>
          <a:xfrm>
            <a:off x="7711857" y="3308935"/>
            <a:ext cx="274711" cy="277374"/>
            <a:chOff x="8304711" y="2747775"/>
            <a:chExt cx="569114" cy="574750"/>
          </a:xfrm>
        </p:grpSpPr>
        <p:sp>
          <p:nvSpPr>
            <p:cNvPr id="3400" name="Google Shape;3400;p50"/>
            <p:cNvSpPr/>
            <p:nvPr/>
          </p:nvSpPr>
          <p:spPr>
            <a:xfrm>
              <a:off x="8398815" y="2806805"/>
              <a:ext cx="243638" cy="130221"/>
            </a:xfrm>
            <a:custGeom>
              <a:rect b="b" l="l" r="r" t="t"/>
              <a:pathLst>
                <a:path extrusionOk="0" h="130221" w="243638">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1" name="Google Shape;3401;p50"/>
            <p:cNvSpPr/>
            <p:nvPr/>
          </p:nvSpPr>
          <p:spPr>
            <a:xfrm>
              <a:off x="8398815" y="3119807"/>
              <a:ext cx="84866" cy="16806"/>
            </a:xfrm>
            <a:custGeom>
              <a:rect b="b" l="l" r="r" t="t"/>
              <a:pathLst>
                <a:path extrusionOk="0" h="16806" w="84866">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2" name="Google Shape;3402;p50"/>
            <p:cNvSpPr/>
            <p:nvPr/>
          </p:nvSpPr>
          <p:spPr>
            <a:xfrm>
              <a:off x="8398815" y="3156134"/>
              <a:ext cx="84866" cy="16806"/>
            </a:xfrm>
            <a:custGeom>
              <a:rect b="b" l="l" r="r" t="t"/>
              <a:pathLst>
                <a:path extrusionOk="0" h="16806" w="84866">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3" name="Google Shape;3403;p50"/>
            <p:cNvSpPr/>
            <p:nvPr/>
          </p:nvSpPr>
          <p:spPr>
            <a:xfrm>
              <a:off x="8304711" y="2747775"/>
              <a:ext cx="569114" cy="574750"/>
            </a:xfrm>
            <a:custGeom>
              <a:rect b="b" l="l" r="r" t="t"/>
              <a:pathLst>
                <a:path extrusionOk="0" h="574750" w="569114">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4" name="Google Shape;3404;p50"/>
            <p:cNvSpPr/>
            <p:nvPr/>
          </p:nvSpPr>
          <p:spPr>
            <a:xfrm>
              <a:off x="8719751" y="2954198"/>
              <a:ext cx="53132" cy="53132"/>
            </a:xfrm>
            <a:custGeom>
              <a:rect b="b" l="l" r="r" t="t"/>
              <a:pathLst>
                <a:path extrusionOk="0" h="53132" w="53132">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5" name="Google Shape;3405;p50"/>
            <p:cNvSpPr/>
            <p:nvPr/>
          </p:nvSpPr>
          <p:spPr>
            <a:xfrm>
              <a:off x="8719751" y="3026799"/>
              <a:ext cx="53132" cy="109814"/>
            </a:xfrm>
            <a:custGeom>
              <a:rect b="b" l="l" r="r" t="t"/>
              <a:pathLst>
                <a:path extrusionOk="0" h="109814" w="53132">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06" name="Google Shape;3406;p50"/>
          <p:cNvGrpSpPr/>
          <p:nvPr/>
        </p:nvGrpSpPr>
        <p:grpSpPr>
          <a:xfrm>
            <a:off x="8143600" y="3308980"/>
            <a:ext cx="286675" cy="277286"/>
            <a:chOff x="9009632" y="2690492"/>
            <a:chExt cx="655108" cy="633651"/>
          </a:xfrm>
        </p:grpSpPr>
        <p:sp>
          <p:nvSpPr>
            <p:cNvPr id="3407" name="Google Shape;3407;p50"/>
            <p:cNvSpPr/>
            <p:nvPr/>
          </p:nvSpPr>
          <p:spPr>
            <a:xfrm>
              <a:off x="9009632" y="2690492"/>
              <a:ext cx="655108" cy="633651"/>
            </a:xfrm>
            <a:custGeom>
              <a:rect b="b" l="l" r="r" t="t"/>
              <a:pathLst>
                <a:path extrusionOk="0" h="633651" w="655108">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8" name="Google Shape;3408;p50"/>
            <p:cNvSpPr/>
            <p:nvPr/>
          </p:nvSpPr>
          <p:spPr>
            <a:xfrm>
              <a:off x="9450664" y="2789894"/>
              <a:ext cx="63362" cy="63258"/>
            </a:xfrm>
            <a:custGeom>
              <a:rect b="b" l="l" r="r" t="t"/>
              <a:pathLst>
                <a:path extrusionOk="0" h="63258" w="63362">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9" name="Google Shape;3409;p50"/>
            <p:cNvSpPr/>
            <p:nvPr/>
          </p:nvSpPr>
          <p:spPr>
            <a:xfrm>
              <a:off x="9226755" y="2822594"/>
              <a:ext cx="37523" cy="76070"/>
            </a:xfrm>
            <a:custGeom>
              <a:rect b="b" l="l" r="r" t="t"/>
              <a:pathLst>
                <a:path extrusionOk="0" h="76070" w="37523">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0" name="Google Shape;3410;p50"/>
            <p:cNvSpPr/>
            <p:nvPr/>
          </p:nvSpPr>
          <p:spPr>
            <a:xfrm>
              <a:off x="9195491" y="3136614"/>
              <a:ext cx="283200" cy="109605"/>
            </a:xfrm>
            <a:custGeom>
              <a:rect b="b" l="l" r="r" t="t"/>
              <a:pathLst>
                <a:path extrusionOk="0" h="109605" w="28320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1" name="Google Shape;3411;p50"/>
            <p:cNvSpPr/>
            <p:nvPr/>
          </p:nvSpPr>
          <p:spPr>
            <a:xfrm>
              <a:off x="9247841" y="3181865"/>
              <a:ext cx="178552" cy="19207"/>
            </a:xfrm>
            <a:custGeom>
              <a:rect b="b" l="l" r="r" t="t"/>
              <a:pathLst>
                <a:path extrusionOk="0" h="19207" w="178552">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12" name="Google Shape;3412;p50"/>
          <p:cNvSpPr/>
          <p:nvPr/>
        </p:nvSpPr>
        <p:spPr>
          <a:xfrm>
            <a:off x="6431795" y="3737388"/>
            <a:ext cx="213443" cy="284690"/>
          </a:xfrm>
          <a:custGeom>
            <a:rect b="b" l="l" r="r" t="t"/>
            <a:pathLst>
              <a:path extrusionOk="0" h="563742" w="42266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3" name="Google Shape;3413;p50"/>
          <p:cNvSpPr/>
          <p:nvPr/>
        </p:nvSpPr>
        <p:spPr>
          <a:xfrm>
            <a:off x="7731935" y="3747984"/>
            <a:ext cx="234556" cy="263497"/>
          </a:xfrm>
          <a:custGeom>
            <a:rect b="b" l="l" r="r" t="t"/>
            <a:pathLst>
              <a:path extrusionOk="0" h="526994" w="469112">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14" name="Google Shape;3414;p50"/>
          <p:cNvGrpSpPr/>
          <p:nvPr/>
        </p:nvGrpSpPr>
        <p:grpSpPr>
          <a:xfrm>
            <a:off x="5517646" y="3739505"/>
            <a:ext cx="280106" cy="280455"/>
            <a:chOff x="7073928" y="2905757"/>
            <a:chExt cx="371395" cy="371809"/>
          </a:xfrm>
        </p:grpSpPr>
        <p:sp>
          <p:nvSpPr>
            <p:cNvPr id="3415" name="Google Shape;3415;p5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50"/>
          <p:cNvGrpSpPr/>
          <p:nvPr/>
        </p:nvGrpSpPr>
        <p:grpSpPr>
          <a:xfrm>
            <a:off x="5529650" y="1568459"/>
            <a:ext cx="265591" cy="268224"/>
            <a:chOff x="5529650" y="1568459"/>
            <a:chExt cx="265591" cy="268224"/>
          </a:xfrm>
        </p:grpSpPr>
        <p:sp>
          <p:nvSpPr>
            <p:cNvPr id="3419" name="Google Shape;3419;p50"/>
            <p:cNvSpPr/>
            <p:nvPr/>
          </p:nvSpPr>
          <p:spPr>
            <a:xfrm>
              <a:off x="5694634" y="1670772"/>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0" name="Google Shape;3420;p50"/>
            <p:cNvSpPr/>
            <p:nvPr/>
          </p:nvSpPr>
          <p:spPr>
            <a:xfrm>
              <a:off x="5694634" y="1694530"/>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1" name="Google Shape;3421;p50"/>
            <p:cNvSpPr/>
            <p:nvPr/>
          </p:nvSpPr>
          <p:spPr>
            <a:xfrm>
              <a:off x="5694634" y="1718288"/>
              <a:ext cx="75606" cy="7857"/>
            </a:xfrm>
            <a:custGeom>
              <a:rect b="b" l="l" r="r" t="t"/>
              <a:pathLst>
                <a:path extrusionOk="0" h="142855" w="1374657">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2" name="Google Shape;3422;p50"/>
            <p:cNvSpPr/>
            <p:nvPr/>
          </p:nvSpPr>
          <p:spPr>
            <a:xfrm>
              <a:off x="5694634" y="1742046"/>
              <a:ext cx="41731" cy="7857"/>
            </a:xfrm>
            <a:custGeom>
              <a:rect b="b" l="l" r="r" t="t"/>
              <a:pathLst>
                <a:path extrusionOk="0" h="142856" w="758751">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3" name="Google Shape;3423;p50"/>
            <p:cNvSpPr/>
            <p:nvPr/>
          </p:nvSpPr>
          <p:spPr>
            <a:xfrm>
              <a:off x="5529650" y="1568459"/>
              <a:ext cx="265591" cy="268224"/>
            </a:xfrm>
            <a:custGeom>
              <a:rect b="b" l="l" r="r" t="t"/>
              <a:pathLst>
                <a:path extrusionOk="0" h="4876800" w="4828936">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4" name="Google Shape;3424;p50"/>
            <p:cNvSpPr/>
            <p:nvPr/>
          </p:nvSpPr>
          <p:spPr>
            <a:xfrm>
              <a:off x="5607385" y="1594030"/>
              <a:ext cx="94846" cy="31958"/>
            </a:xfrm>
            <a:custGeom>
              <a:rect b="b" l="l" r="r" t="t"/>
              <a:pathLst>
                <a:path extrusionOk="0" h="581053" w="1724472">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5" name="Google Shape;3425;p50"/>
            <p:cNvSpPr/>
            <p:nvPr/>
          </p:nvSpPr>
          <p:spPr>
            <a:xfrm>
              <a:off x="5545984" y="1656255"/>
              <a:ext cx="120435" cy="121061"/>
            </a:xfrm>
            <a:custGeom>
              <a:rect b="b" l="l" r="r" t="t"/>
              <a:pathLst>
                <a:path extrusionOk="0" h="2201102" w="2189723">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26" name="Google Shape;3426;p50"/>
          <p:cNvGrpSpPr/>
          <p:nvPr/>
        </p:nvGrpSpPr>
        <p:grpSpPr>
          <a:xfrm>
            <a:off x="5956215" y="2427247"/>
            <a:ext cx="290222" cy="290195"/>
            <a:chOff x="7976174" y="2925108"/>
            <a:chExt cx="334666" cy="334634"/>
          </a:xfrm>
        </p:grpSpPr>
        <p:sp>
          <p:nvSpPr>
            <p:cNvPr id="3427" name="Google Shape;3427;p5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439" name="Shape 3439"/>
        <p:cNvGrpSpPr/>
        <p:nvPr/>
      </p:nvGrpSpPr>
      <p:grpSpPr>
        <a:xfrm>
          <a:off x="0" y="0"/>
          <a:ext cx="0" cy="0"/>
          <a:chOff x="0" y="0"/>
          <a:chExt cx="0" cy="0"/>
        </a:xfrm>
      </p:grpSpPr>
      <p:sp>
        <p:nvSpPr>
          <p:cNvPr id="3440" name="Google Shape;3440;p51"/>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Help &amp; support icons</a:t>
            </a:r>
            <a:endParaRPr/>
          </a:p>
        </p:txBody>
      </p:sp>
      <p:sp>
        <p:nvSpPr>
          <p:cNvPr id="3441" name="Google Shape;3441;p51"/>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3442" name="Google Shape;3442;p51"/>
          <p:cNvGrpSpPr/>
          <p:nvPr/>
        </p:nvGrpSpPr>
        <p:grpSpPr>
          <a:xfrm>
            <a:off x="2032994" y="3736106"/>
            <a:ext cx="276008" cy="292594"/>
            <a:chOff x="2704005" y="4258781"/>
            <a:chExt cx="342144" cy="362704"/>
          </a:xfrm>
        </p:grpSpPr>
        <p:sp>
          <p:nvSpPr>
            <p:cNvPr id="3443" name="Google Shape;3443;p5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44" name="Google Shape;3444;p5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45" name="Google Shape;3445;p5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46" name="Google Shape;3446;p5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47" name="Google Shape;3447;p5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48" name="Google Shape;3448;p5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49" name="Google Shape;3449;p5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50" name="Google Shape;3450;p51"/>
          <p:cNvGrpSpPr/>
          <p:nvPr/>
        </p:nvGrpSpPr>
        <p:grpSpPr>
          <a:xfrm>
            <a:off x="2908816" y="3740961"/>
            <a:ext cx="270478" cy="282883"/>
            <a:chOff x="2157462" y="4258496"/>
            <a:chExt cx="347435" cy="363370"/>
          </a:xfrm>
        </p:grpSpPr>
        <p:sp>
          <p:nvSpPr>
            <p:cNvPr id="3451" name="Google Shape;3451;p5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52" name="Google Shape;3452;p5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53" name="Google Shape;3453;p5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54" name="Google Shape;3454;p51"/>
          <p:cNvGrpSpPr/>
          <p:nvPr/>
        </p:nvGrpSpPr>
        <p:grpSpPr>
          <a:xfrm>
            <a:off x="727111" y="3737300"/>
            <a:ext cx="274588" cy="290206"/>
            <a:chOff x="4010963" y="3763781"/>
            <a:chExt cx="343665" cy="363211"/>
          </a:xfrm>
        </p:grpSpPr>
        <p:sp>
          <p:nvSpPr>
            <p:cNvPr id="3455" name="Google Shape;3455;p5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56" name="Google Shape;3456;p5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57" name="Google Shape;3457;p5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58" name="Google Shape;3458;p5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59" name="Google Shape;3459;p5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60" name="Google Shape;3460;p51"/>
          <p:cNvGrpSpPr/>
          <p:nvPr/>
        </p:nvGrpSpPr>
        <p:grpSpPr>
          <a:xfrm>
            <a:off x="6427185" y="2429261"/>
            <a:ext cx="225036" cy="286647"/>
            <a:chOff x="5790556" y="4261252"/>
            <a:chExt cx="279513" cy="356083"/>
          </a:xfrm>
        </p:grpSpPr>
        <p:sp>
          <p:nvSpPr>
            <p:cNvPr id="3461" name="Google Shape;3461;p5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51"/>
          <p:cNvGrpSpPr/>
          <p:nvPr/>
        </p:nvGrpSpPr>
        <p:grpSpPr>
          <a:xfrm>
            <a:off x="5117488" y="4172761"/>
            <a:ext cx="225037" cy="287737"/>
            <a:chOff x="5341333" y="4261252"/>
            <a:chExt cx="278752" cy="356463"/>
          </a:xfrm>
        </p:grpSpPr>
        <p:sp>
          <p:nvSpPr>
            <p:cNvPr id="3469" name="Google Shape;3469;p5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6" name="Google Shape;3476;p51"/>
          <p:cNvGrpSpPr/>
          <p:nvPr/>
        </p:nvGrpSpPr>
        <p:grpSpPr>
          <a:xfrm>
            <a:off x="6433937" y="2870149"/>
            <a:ext cx="211532" cy="281090"/>
            <a:chOff x="7149944" y="4266131"/>
            <a:chExt cx="260283" cy="345914"/>
          </a:xfrm>
        </p:grpSpPr>
        <p:sp>
          <p:nvSpPr>
            <p:cNvPr id="3477" name="Google Shape;3477;p5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51"/>
          <p:cNvGrpSpPr/>
          <p:nvPr/>
        </p:nvGrpSpPr>
        <p:grpSpPr>
          <a:xfrm>
            <a:off x="8177801" y="2869663"/>
            <a:ext cx="211491" cy="282063"/>
            <a:chOff x="6695051" y="4259351"/>
            <a:chExt cx="270104" cy="360233"/>
          </a:xfrm>
        </p:grpSpPr>
        <p:sp>
          <p:nvSpPr>
            <p:cNvPr id="3484" name="Google Shape;3484;p5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51"/>
          <p:cNvGrpSpPr/>
          <p:nvPr/>
        </p:nvGrpSpPr>
        <p:grpSpPr>
          <a:xfrm>
            <a:off x="5115891" y="3734774"/>
            <a:ext cx="228231" cy="291398"/>
            <a:chOff x="5353403" y="3785609"/>
            <a:chExt cx="277992" cy="354974"/>
          </a:xfrm>
        </p:grpSpPr>
        <p:sp>
          <p:nvSpPr>
            <p:cNvPr id="3489" name="Google Shape;3489;p5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5" name="Google Shape;3495;p51"/>
          <p:cNvGrpSpPr/>
          <p:nvPr/>
        </p:nvGrpSpPr>
        <p:grpSpPr>
          <a:xfrm>
            <a:off x="6419784" y="3297715"/>
            <a:ext cx="239838" cy="305022"/>
            <a:chOff x="4896229" y="3785989"/>
            <a:chExt cx="278784" cy="354594"/>
          </a:xfrm>
        </p:grpSpPr>
        <p:sp>
          <p:nvSpPr>
            <p:cNvPr id="3496" name="Google Shape;3496;p5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51"/>
          <p:cNvGrpSpPr/>
          <p:nvPr/>
        </p:nvGrpSpPr>
        <p:grpSpPr>
          <a:xfrm>
            <a:off x="5985226" y="3303879"/>
            <a:ext cx="228246" cy="292694"/>
            <a:chOff x="7592387" y="3787858"/>
            <a:chExt cx="273874" cy="351204"/>
          </a:xfrm>
        </p:grpSpPr>
        <p:sp>
          <p:nvSpPr>
            <p:cNvPr id="3503" name="Google Shape;3503;p5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51"/>
          <p:cNvGrpSpPr/>
          <p:nvPr/>
        </p:nvGrpSpPr>
        <p:grpSpPr>
          <a:xfrm>
            <a:off x="7744621" y="3740002"/>
            <a:ext cx="211496" cy="280944"/>
            <a:chOff x="8054060" y="3787098"/>
            <a:chExt cx="266334" cy="353834"/>
          </a:xfrm>
        </p:grpSpPr>
        <p:sp>
          <p:nvSpPr>
            <p:cNvPr id="3508" name="Google Shape;3508;p5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2" name="Google Shape;3512;p51"/>
          <p:cNvGrpSpPr/>
          <p:nvPr/>
        </p:nvGrpSpPr>
        <p:grpSpPr>
          <a:xfrm>
            <a:off x="7300901" y="1554054"/>
            <a:ext cx="219162" cy="293563"/>
            <a:chOff x="6702211" y="3782599"/>
            <a:chExt cx="270104" cy="361754"/>
          </a:xfrm>
        </p:grpSpPr>
        <p:sp>
          <p:nvSpPr>
            <p:cNvPr id="3513" name="Google Shape;3513;p5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8" name="Google Shape;3518;p51"/>
          <p:cNvGrpSpPr/>
          <p:nvPr/>
        </p:nvGrpSpPr>
        <p:grpSpPr>
          <a:xfrm>
            <a:off x="3775103" y="3349135"/>
            <a:ext cx="281618" cy="193988"/>
            <a:chOff x="3516850" y="3406526"/>
            <a:chExt cx="369674" cy="254644"/>
          </a:xfrm>
        </p:grpSpPr>
        <p:sp>
          <p:nvSpPr>
            <p:cNvPr id="3519" name="Google Shape;3519;p51"/>
            <p:cNvSpPr/>
            <p:nvPr/>
          </p:nvSpPr>
          <p:spPr>
            <a:xfrm>
              <a:off x="3570421" y="3564577"/>
              <a:ext cx="32" cy="3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20" name="Google Shape;3520;p5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21" name="Google Shape;3521;p5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22" name="Google Shape;3522;p5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23" name="Google Shape;3523;p51"/>
          <p:cNvGrpSpPr/>
          <p:nvPr/>
        </p:nvGrpSpPr>
        <p:grpSpPr>
          <a:xfrm>
            <a:off x="1603227" y="3301314"/>
            <a:ext cx="255374" cy="289630"/>
            <a:chOff x="1310655" y="3360527"/>
            <a:chExt cx="306314" cy="347403"/>
          </a:xfrm>
        </p:grpSpPr>
        <p:sp>
          <p:nvSpPr>
            <p:cNvPr id="3524" name="Google Shape;3524;p5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25" name="Google Shape;3525;p5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26" name="Google Shape;3526;p5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27" name="Google Shape;3527;p5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28" name="Google Shape;3528;p5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29" name="Google Shape;3529;p51"/>
          <p:cNvGrpSpPr/>
          <p:nvPr/>
        </p:nvGrpSpPr>
        <p:grpSpPr>
          <a:xfrm>
            <a:off x="1584818" y="1558884"/>
            <a:ext cx="292192" cy="281496"/>
            <a:chOff x="3967213" y="3356947"/>
            <a:chExt cx="368185" cy="354753"/>
          </a:xfrm>
        </p:grpSpPr>
        <p:sp>
          <p:nvSpPr>
            <p:cNvPr id="3530" name="Google Shape;3530;p5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1" name="Google Shape;3531;p5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2" name="Google Shape;3532;p5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3" name="Google Shape;3533;p5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34" name="Google Shape;3534;p5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35" name="Google Shape;3535;p51"/>
          <p:cNvGrpSpPr/>
          <p:nvPr/>
        </p:nvGrpSpPr>
        <p:grpSpPr>
          <a:xfrm>
            <a:off x="7304738" y="2870446"/>
            <a:ext cx="211488" cy="280497"/>
            <a:chOff x="5349253" y="3346936"/>
            <a:chExt cx="265922" cy="352693"/>
          </a:xfrm>
        </p:grpSpPr>
        <p:sp>
          <p:nvSpPr>
            <p:cNvPr id="3536" name="Google Shape;3536;p5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2" name="Google Shape;3542;p51"/>
          <p:cNvGrpSpPr/>
          <p:nvPr/>
        </p:nvGrpSpPr>
        <p:grpSpPr>
          <a:xfrm>
            <a:off x="3808192" y="3737112"/>
            <a:ext cx="215440" cy="290581"/>
            <a:chOff x="3121167" y="2884883"/>
            <a:chExt cx="258414" cy="348543"/>
          </a:xfrm>
        </p:grpSpPr>
        <p:sp>
          <p:nvSpPr>
            <p:cNvPr id="3543" name="Google Shape;3543;p5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4" name="Google Shape;3544;p5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5" name="Google Shape;3545;p5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6" name="Google Shape;3546;p5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7" name="Google Shape;3547;p5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8" name="Google Shape;3548;p5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49" name="Google Shape;3549;p5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0" name="Google Shape;3550;p5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51" name="Google Shape;3551;p51"/>
          <p:cNvGrpSpPr/>
          <p:nvPr/>
        </p:nvGrpSpPr>
        <p:grpSpPr>
          <a:xfrm>
            <a:off x="5555625" y="1997938"/>
            <a:ext cx="211511" cy="282230"/>
            <a:chOff x="7162775" y="2881113"/>
            <a:chExt cx="259523" cy="346294"/>
          </a:xfrm>
        </p:grpSpPr>
        <p:sp>
          <p:nvSpPr>
            <p:cNvPr id="3552" name="Google Shape;3552;p5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8" name="Google Shape;3558;p51"/>
          <p:cNvGrpSpPr/>
          <p:nvPr/>
        </p:nvGrpSpPr>
        <p:grpSpPr>
          <a:xfrm>
            <a:off x="7742650" y="2429446"/>
            <a:ext cx="215436" cy="286278"/>
            <a:chOff x="8055961" y="2881842"/>
            <a:chExt cx="260283" cy="345914"/>
          </a:xfrm>
        </p:grpSpPr>
        <p:sp>
          <p:nvSpPr>
            <p:cNvPr id="3559" name="Google Shape;3559;p5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51"/>
          <p:cNvGrpSpPr/>
          <p:nvPr/>
        </p:nvGrpSpPr>
        <p:grpSpPr>
          <a:xfrm>
            <a:off x="5551788" y="2864579"/>
            <a:ext cx="219186" cy="292230"/>
            <a:chOff x="7609368" y="2893912"/>
            <a:chExt cx="264813" cy="353105"/>
          </a:xfrm>
        </p:grpSpPr>
        <p:sp>
          <p:nvSpPr>
            <p:cNvPr id="3564" name="Google Shape;3564;p5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0" name="Google Shape;3570;p51"/>
          <p:cNvGrpSpPr/>
          <p:nvPr/>
        </p:nvGrpSpPr>
        <p:grpSpPr>
          <a:xfrm>
            <a:off x="3768470" y="1558557"/>
            <a:ext cx="294882" cy="282152"/>
            <a:chOff x="2189142" y="2421310"/>
            <a:chExt cx="365904" cy="350064"/>
          </a:xfrm>
        </p:grpSpPr>
        <p:sp>
          <p:nvSpPr>
            <p:cNvPr id="3571" name="Google Shape;3571;p5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2" name="Google Shape;3572;p5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3" name="Google Shape;3573;p5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4" name="Google Shape;3574;p5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5" name="Google Shape;3575;p5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6" name="Google Shape;3576;p5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7" name="Google Shape;3577;p5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8" name="Google Shape;3578;p5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9" name="Google Shape;3579;p5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80" name="Google Shape;3580;p51"/>
          <p:cNvGrpSpPr/>
          <p:nvPr/>
        </p:nvGrpSpPr>
        <p:grpSpPr>
          <a:xfrm>
            <a:off x="3335551" y="3357566"/>
            <a:ext cx="292152" cy="177125"/>
            <a:chOff x="3961923" y="2486317"/>
            <a:chExt cx="364415" cy="220936"/>
          </a:xfrm>
        </p:grpSpPr>
        <p:sp>
          <p:nvSpPr>
            <p:cNvPr id="3581" name="Google Shape;3581;p5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82" name="Google Shape;3582;p5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83" name="Google Shape;3583;p5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84" name="Google Shape;3584;p5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3585" name="Google Shape;3585;p51"/>
          <p:cNvSpPr/>
          <p:nvPr/>
        </p:nvSpPr>
        <p:spPr>
          <a:xfrm>
            <a:off x="1162377" y="2002897"/>
            <a:ext cx="270459" cy="271027"/>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3586" name="Google Shape;3586;p51"/>
          <p:cNvGrpSpPr/>
          <p:nvPr/>
        </p:nvGrpSpPr>
        <p:grpSpPr>
          <a:xfrm>
            <a:off x="7294926" y="1991619"/>
            <a:ext cx="231112" cy="294869"/>
            <a:chOff x="7145794" y="2415639"/>
            <a:chExt cx="278784" cy="355735"/>
          </a:xfrm>
        </p:grpSpPr>
        <p:sp>
          <p:nvSpPr>
            <p:cNvPr id="3587" name="Google Shape;3587;p5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51"/>
          <p:cNvGrpSpPr/>
          <p:nvPr/>
        </p:nvGrpSpPr>
        <p:grpSpPr>
          <a:xfrm>
            <a:off x="7304729" y="2431451"/>
            <a:ext cx="211506" cy="282268"/>
            <a:chOff x="5812066" y="2416019"/>
            <a:chExt cx="264813" cy="353454"/>
          </a:xfrm>
        </p:grpSpPr>
        <p:sp>
          <p:nvSpPr>
            <p:cNvPr id="3598" name="Google Shape;3598;p5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51"/>
          <p:cNvGrpSpPr/>
          <p:nvPr/>
        </p:nvGrpSpPr>
        <p:grpSpPr>
          <a:xfrm>
            <a:off x="6868966" y="3733985"/>
            <a:ext cx="219188" cy="292978"/>
            <a:chOff x="8054820" y="2416399"/>
            <a:chExt cx="264433" cy="353454"/>
          </a:xfrm>
        </p:grpSpPr>
        <p:sp>
          <p:nvSpPr>
            <p:cNvPr id="3606" name="Google Shape;3606;p5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51"/>
          <p:cNvGrpSpPr/>
          <p:nvPr/>
        </p:nvGrpSpPr>
        <p:grpSpPr>
          <a:xfrm>
            <a:off x="5993604" y="2431685"/>
            <a:ext cx="211491" cy="281799"/>
            <a:chOff x="5356413" y="2413390"/>
            <a:chExt cx="271212" cy="361374"/>
          </a:xfrm>
        </p:grpSpPr>
        <p:sp>
          <p:nvSpPr>
            <p:cNvPr id="3613" name="Google Shape;3613;p5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51"/>
          <p:cNvGrpSpPr/>
          <p:nvPr/>
        </p:nvGrpSpPr>
        <p:grpSpPr>
          <a:xfrm>
            <a:off x="5114445" y="2862948"/>
            <a:ext cx="231122" cy="295493"/>
            <a:chOff x="8047661" y="1969046"/>
            <a:chExt cx="279132" cy="356875"/>
          </a:xfrm>
        </p:grpSpPr>
        <p:sp>
          <p:nvSpPr>
            <p:cNvPr id="3619" name="Google Shape;3619;p5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51"/>
          <p:cNvGrpSpPr/>
          <p:nvPr/>
        </p:nvGrpSpPr>
        <p:grpSpPr>
          <a:xfrm>
            <a:off x="6424153" y="1552797"/>
            <a:ext cx="231099" cy="296076"/>
            <a:chOff x="7596157" y="1968159"/>
            <a:chExt cx="279544" cy="358142"/>
          </a:xfrm>
        </p:grpSpPr>
        <p:sp>
          <p:nvSpPr>
            <p:cNvPr id="3624" name="Google Shape;3624;p5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51"/>
          <p:cNvGrpSpPr/>
          <p:nvPr/>
        </p:nvGrpSpPr>
        <p:grpSpPr>
          <a:xfrm>
            <a:off x="6430118" y="1998665"/>
            <a:ext cx="219170" cy="280775"/>
            <a:chOff x="6697681" y="1968317"/>
            <a:chExt cx="280305" cy="359093"/>
          </a:xfrm>
        </p:grpSpPr>
        <p:sp>
          <p:nvSpPr>
            <p:cNvPr id="3631" name="Google Shape;3631;p5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51"/>
          <p:cNvGrpSpPr/>
          <p:nvPr/>
        </p:nvGrpSpPr>
        <p:grpSpPr>
          <a:xfrm>
            <a:off x="2457821" y="2436766"/>
            <a:ext cx="292184" cy="273470"/>
            <a:chOff x="3530425" y="1508747"/>
            <a:chExt cx="368175" cy="344594"/>
          </a:xfrm>
        </p:grpSpPr>
        <p:sp>
          <p:nvSpPr>
            <p:cNvPr id="3639" name="Google Shape;3639;p5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0" name="Google Shape;3640;p5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1" name="Google Shape;3641;p5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42" name="Google Shape;3642;p5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43" name="Google Shape;3643;p51"/>
          <p:cNvGrpSpPr/>
          <p:nvPr/>
        </p:nvGrpSpPr>
        <p:grpSpPr>
          <a:xfrm>
            <a:off x="7732688" y="1552476"/>
            <a:ext cx="235361" cy="296718"/>
            <a:chOff x="7144274" y="1500214"/>
            <a:chExt cx="282174" cy="355735"/>
          </a:xfrm>
        </p:grpSpPr>
        <p:sp>
          <p:nvSpPr>
            <p:cNvPr id="3644" name="Google Shape;3644;p5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0" name="Google Shape;3650;p51"/>
          <p:cNvGrpSpPr/>
          <p:nvPr/>
        </p:nvGrpSpPr>
        <p:grpSpPr>
          <a:xfrm>
            <a:off x="7736248" y="1999343"/>
            <a:ext cx="228240" cy="279420"/>
            <a:chOff x="6685262" y="1500214"/>
            <a:chExt cx="289682" cy="354594"/>
          </a:xfrm>
        </p:grpSpPr>
        <p:sp>
          <p:nvSpPr>
            <p:cNvPr id="3651" name="Google Shape;3651;p5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51"/>
          <p:cNvGrpSpPr/>
          <p:nvPr/>
        </p:nvGrpSpPr>
        <p:grpSpPr>
          <a:xfrm>
            <a:off x="5551788" y="1555287"/>
            <a:ext cx="219185" cy="291098"/>
            <a:chOff x="4903389" y="1500214"/>
            <a:chExt cx="267854" cy="355735"/>
          </a:xfrm>
        </p:grpSpPr>
        <p:sp>
          <p:nvSpPr>
            <p:cNvPr id="3656" name="Google Shape;3656;p5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51"/>
          <p:cNvGrpSpPr/>
          <p:nvPr/>
        </p:nvGrpSpPr>
        <p:grpSpPr>
          <a:xfrm>
            <a:off x="8175830" y="1557028"/>
            <a:ext cx="215434" cy="287614"/>
            <a:chOff x="7613518" y="1501354"/>
            <a:chExt cx="264433" cy="353074"/>
          </a:xfrm>
        </p:grpSpPr>
        <p:sp>
          <p:nvSpPr>
            <p:cNvPr id="3662" name="Google Shape;3662;p5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8" name="Google Shape;3668;p51"/>
          <p:cNvGrpSpPr/>
          <p:nvPr/>
        </p:nvGrpSpPr>
        <p:grpSpPr>
          <a:xfrm>
            <a:off x="3772591" y="2868190"/>
            <a:ext cx="286642" cy="288164"/>
            <a:chOff x="7098912" y="1969392"/>
            <a:chExt cx="359651" cy="361560"/>
          </a:xfrm>
        </p:grpSpPr>
        <p:sp>
          <p:nvSpPr>
            <p:cNvPr id="3669" name="Google Shape;3669;p5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0" name="Google Shape;3670;p5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1" name="Google Shape;3671;p5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2" name="Google Shape;3672;p5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3" name="Google Shape;3673;p5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4" name="Google Shape;3674;p5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5" name="Google Shape;3675;p5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6" name="Google Shape;3676;p5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7" name="Google Shape;3677;p5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8" name="Google Shape;3678;p5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9" name="Google Shape;3679;p5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0" name="Google Shape;3680;p5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1" name="Google Shape;3681;p5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82" name="Google Shape;3682;p51"/>
          <p:cNvGrpSpPr/>
          <p:nvPr/>
        </p:nvGrpSpPr>
        <p:grpSpPr>
          <a:xfrm>
            <a:off x="3341054" y="3741986"/>
            <a:ext cx="281146" cy="280834"/>
            <a:chOff x="5823294" y="2309751"/>
            <a:chExt cx="315327" cy="314978"/>
          </a:xfrm>
        </p:grpSpPr>
        <p:sp>
          <p:nvSpPr>
            <p:cNvPr id="3683" name="Google Shape;3683;p5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4" name="Google Shape;3684;p5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5" name="Google Shape;3685;p5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6" name="Google Shape;3686;p5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7" name="Google Shape;3687;p5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8" name="Google Shape;3688;p5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89" name="Google Shape;3689;p5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0" name="Google Shape;3690;p5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1" name="Google Shape;3691;p5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2" name="Google Shape;3692;p5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3" name="Google Shape;3693;p5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4" name="Google Shape;3694;p5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5" name="Google Shape;3695;p5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6" name="Google Shape;3696;p5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7" name="Google Shape;3697;p5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8" name="Google Shape;3698;p5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99" name="Google Shape;3699;p5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700" name="Google Shape;3700;p51"/>
          <p:cNvGrpSpPr/>
          <p:nvPr/>
        </p:nvGrpSpPr>
        <p:grpSpPr>
          <a:xfrm>
            <a:off x="745252" y="1560046"/>
            <a:ext cx="238306" cy="279173"/>
            <a:chOff x="1522427" y="5398425"/>
            <a:chExt cx="238306" cy="279173"/>
          </a:xfrm>
        </p:grpSpPr>
        <p:sp>
          <p:nvSpPr>
            <p:cNvPr id="3701" name="Google Shape;3701;p51"/>
            <p:cNvSpPr/>
            <p:nvPr/>
          </p:nvSpPr>
          <p:spPr>
            <a:xfrm>
              <a:off x="1584535" y="5475473"/>
              <a:ext cx="125005" cy="125034"/>
            </a:xfrm>
            <a:custGeom>
              <a:rect b="b" l="l" r="r" t="t"/>
              <a:pathLst>
                <a:path extrusionOk="0" h="188021" w="187978">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2" name="Google Shape;3702;p51"/>
            <p:cNvSpPr/>
            <p:nvPr/>
          </p:nvSpPr>
          <p:spPr>
            <a:xfrm>
              <a:off x="1522427" y="5398425"/>
              <a:ext cx="238306" cy="279173"/>
            </a:xfrm>
            <a:custGeom>
              <a:rect b="b" l="l" r="r" t="t"/>
              <a:pathLst>
                <a:path extrusionOk="0" h="419809" w="358355">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3" name="Google Shape;3703;p51"/>
          <p:cNvGrpSpPr/>
          <p:nvPr/>
        </p:nvGrpSpPr>
        <p:grpSpPr>
          <a:xfrm>
            <a:off x="1188023" y="1555023"/>
            <a:ext cx="219166" cy="289218"/>
            <a:chOff x="1851309" y="5389266"/>
            <a:chExt cx="219166" cy="289218"/>
          </a:xfrm>
        </p:grpSpPr>
        <p:sp>
          <p:nvSpPr>
            <p:cNvPr id="3704" name="Google Shape;3704;p51"/>
            <p:cNvSpPr/>
            <p:nvPr/>
          </p:nvSpPr>
          <p:spPr>
            <a:xfrm>
              <a:off x="1930388" y="5477011"/>
              <a:ext cx="140087" cy="61136"/>
            </a:xfrm>
            <a:custGeom>
              <a:rect b="b" l="l" r="r" t="t"/>
              <a:pathLst>
                <a:path extrusionOk="0" h="91934" w="210657">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5" name="Google Shape;3705;p51"/>
            <p:cNvSpPr/>
            <p:nvPr/>
          </p:nvSpPr>
          <p:spPr>
            <a:xfrm>
              <a:off x="1930388" y="5529645"/>
              <a:ext cx="140044" cy="61108"/>
            </a:xfrm>
            <a:custGeom>
              <a:rect b="b" l="l" r="r" t="t"/>
              <a:pathLst>
                <a:path extrusionOk="0" h="91891" w="210593">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6" name="Google Shape;3706;p51"/>
            <p:cNvSpPr/>
            <p:nvPr/>
          </p:nvSpPr>
          <p:spPr>
            <a:xfrm>
              <a:off x="1851309" y="5389266"/>
              <a:ext cx="105029" cy="289218"/>
            </a:xfrm>
            <a:custGeom>
              <a:rect b="b" l="l" r="r" t="t"/>
              <a:pathLst>
                <a:path extrusionOk="0" h="434915" w="157939">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07" name="Google Shape;3707;p51"/>
          <p:cNvGrpSpPr/>
          <p:nvPr/>
        </p:nvGrpSpPr>
        <p:grpSpPr>
          <a:xfrm>
            <a:off x="2071878" y="1561658"/>
            <a:ext cx="198240" cy="275949"/>
            <a:chOff x="2161014" y="5391671"/>
            <a:chExt cx="198240" cy="275949"/>
          </a:xfrm>
        </p:grpSpPr>
        <p:sp>
          <p:nvSpPr>
            <p:cNvPr id="3708" name="Google Shape;3708;p51"/>
            <p:cNvSpPr/>
            <p:nvPr/>
          </p:nvSpPr>
          <p:spPr>
            <a:xfrm>
              <a:off x="2236229" y="5409043"/>
              <a:ext cx="8070" cy="8070"/>
            </a:xfrm>
            <a:custGeom>
              <a:rect b="b" l="l" r="r" t="t"/>
              <a:pathLst>
                <a:path extrusionOk="0" h="12135" w="12135">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09" name="Google Shape;3709;p51"/>
            <p:cNvSpPr/>
            <p:nvPr/>
          </p:nvSpPr>
          <p:spPr>
            <a:xfrm>
              <a:off x="2161043" y="5505153"/>
              <a:ext cx="158517" cy="162467"/>
            </a:xfrm>
            <a:custGeom>
              <a:rect b="b" l="l" r="r" t="t"/>
              <a:pathLst>
                <a:path extrusionOk="0" h="244311" w="238372">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0" name="Google Shape;3710;p51"/>
            <p:cNvSpPr/>
            <p:nvPr/>
          </p:nvSpPr>
          <p:spPr>
            <a:xfrm>
              <a:off x="2221862" y="5639701"/>
              <a:ext cx="36803" cy="8070"/>
            </a:xfrm>
            <a:custGeom>
              <a:rect b="b" l="l" r="r" t="t"/>
              <a:pathLst>
                <a:path extrusionOk="0" h="12135" w="55343">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1" name="Google Shape;3711;p51"/>
            <p:cNvSpPr/>
            <p:nvPr/>
          </p:nvSpPr>
          <p:spPr>
            <a:xfrm>
              <a:off x="2198365"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2" name="Google Shape;3712;p51"/>
            <p:cNvSpPr/>
            <p:nvPr/>
          </p:nvSpPr>
          <p:spPr>
            <a:xfrm>
              <a:off x="2244358"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3" name="Google Shape;3713;p51"/>
            <p:cNvSpPr/>
            <p:nvPr/>
          </p:nvSpPr>
          <p:spPr>
            <a:xfrm>
              <a:off x="2161014" y="5391671"/>
              <a:ext cx="198240" cy="185047"/>
            </a:xfrm>
            <a:custGeom>
              <a:rect b="b" l="l" r="r" t="t"/>
              <a:pathLst>
                <a:path extrusionOk="0" h="278266" w="298105">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4" name="Google Shape;3714;p51"/>
            <p:cNvSpPr/>
            <p:nvPr/>
          </p:nvSpPr>
          <p:spPr>
            <a:xfrm>
              <a:off x="2288777" y="5442387"/>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5" name="Google Shape;3715;p51"/>
            <p:cNvSpPr/>
            <p:nvPr/>
          </p:nvSpPr>
          <p:spPr>
            <a:xfrm>
              <a:off x="2288777" y="5461076"/>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6" name="Google Shape;3716;p51"/>
          <p:cNvGrpSpPr/>
          <p:nvPr/>
        </p:nvGrpSpPr>
        <p:grpSpPr>
          <a:xfrm>
            <a:off x="2478421" y="1574169"/>
            <a:ext cx="250984" cy="250926"/>
            <a:chOff x="2449855" y="5408528"/>
            <a:chExt cx="250984" cy="250926"/>
          </a:xfrm>
        </p:grpSpPr>
        <p:sp>
          <p:nvSpPr>
            <p:cNvPr id="3717" name="Google Shape;3717;p51"/>
            <p:cNvSpPr/>
            <p:nvPr/>
          </p:nvSpPr>
          <p:spPr>
            <a:xfrm>
              <a:off x="2449855" y="5408528"/>
              <a:ext cx="250984" cy="250926"/>
            </a:xfrm>
            <a:custGeom>
              <a:rect b="b" l="l" r="r" t="t"/>
              <a:pathLst>
                <a:path extrusionOk="0" h="377333" w="377419">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18" name="Google Shape;3718;p51"/>
            <p:cNvSpPr/>
            <p:nvPr/>
          </p:nvSpPr>
          <p:spPr>
            <a:xfrm>
              <a:off x="2573810" y="5419948"/>
              <a:ext cx="116600" cy="116591"/>
            </a:xfrm>
            <a:custGeom>
              <a:rect b="b" l="l" r="r" t="t"/>
              <a:pathLst>
                <a:path extrusionOk="0" h="175325" w="175338">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19" name="Google Shape;3719;p51"/>
          <p:cNvGrpSpPr/>
          <p:nvPr/>
        </p:nvGrpSpPr>
        <p:grpSpPr>
          <a:xfrm>
            <a:off x="2924129" y="1554768"/>
            <a:ext cx="239852" cy="289730"/>
            <a:chOff x="2861565" y="5403662"/>
            <a:chExt cx="259215" cy="313086"/>
          </a:xfrm>
        </p:grpSpPr>
        <p:sp>
          <p:nvSpPr>
            <p:cNvPr id="3720" name="Google Shape;3720;p51"/>
            <p:cNvSpPr/>
            <p:nvPr/>
          </p:nvSpPr>
          <p:spPr>
            <a:xfrm>
              <a:off x="2861565" y="5403662"/>
              <a:ext cx="215039" cy="313086"/>
            </a:xfrm>
            <a:custGeom>
              <a:rect b="b" l="l" r="r" t="t"/>
              <a:pathLst>
                <a:path extrusionOk="0" h="470806" w="323367">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1" name="Google Shape;3721;p51"/>
            <p:cNvSpPr/>
            <p:nvPr/>
          </p:nvSpPr>
          <p:spPr>
            <a:xfrm>
              <a:off x="3067434" y="5462479"/>
              <a:ext cx="38635" cy="38635"/>
            </a:xfrm>
            <a:custGeom>
              <a:rect b="b" l="l" r="r" t="t"/>
              <a:pathLst>
                <a:path extrusionOk="0" h="58097" w="58097">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2" name="Google Shape;3722;p51"/>
            <p:cNvSpPr/>
            <p:nvPr/>
          </p:nvSpPr>
          <p:spPr>
            <a:xfrm>
              <a:off x="3087039" y="5447796"/>
              <a:ext cx="33741" cy="33741"/>
            </a:xfrm>
            <a:custGeom>
              <a:rect b="b" l="l" r="r" t="t"/>
              <a:pathLst>
                <a:path extrusionOk="0" h="50738" w="50738">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23" name="Google Shape;3723;p51"/>
          <p:cNvGrpSpPr/>
          <p:nvPr/>
        </p:nvGrpSpPr>
        <p:grpSpPr>
          <a:xfrm>
            <a:off x="3338485" y="1554774"/>
            <a:ext cx="286284" cy="289717"/>
            <a:chOff x="3234378" y="5390470"/>
            <a:chExt cx="286284" cy="289717"/>
          </a:xfrm>
        </p:grpSpPr>
        <p:sp>
          <p:nvSpPr>
            <p:cNvPr id="3724" name="Google Shape;3724;p51"/>
            <p:cNvSpPr/>
            <p:nvPr/>
          </p:nvSpPr>
          <p:spPr>
            <a:xfrm>
              <a:off x="3252865" y="5390470"/>
              <a:ext cx="96948" cy="127894"/>
            </a:xfrm>
            <a:custGeom>
              <a:rect b="b" l="l" r="r" t="t"/>
              <a:pathLst>
                <a:path extrusionOk="0" h="192322" w="145786">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5" name="Google Shape;3725;p51"/>
            <p:cNvSpPr/>
            <p:nvPr/>
          </p:nvSpPr>
          <p:spPr>
            <a:xfrm>
              <a:off x="3408193" y="5550603"/>
              <a:ext cx="25184" cy="25184"/>
            </a:xfrm>
            <a:custGeom>
              <a:rect b="b" l="l" r="r" t="t"/>
              <a:pathLst>
                <a:path extrusionOk="0" h="37871" w="37871">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6" name="Google Shape;3726;p51"/>
            <p:cNvSpPr/>
            <p:nvPr/>
          </p:nvSpPr>
          <p:spPr>
            <a:xfrm>
              <a:off x="3438817" y="5558932"/>
              <a:ext cx="65564" cy="8528"/>
            </a:xfrm>
            <a:custGeom>
              <a:rect b="b" l="l" r="r" t="t"/>
              <a:pathLst>
                <a:path extrusionOk="0" h="12824" w="98593">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7" name="Google Shape;3727;p51"/>
            <p:cNvSpPr/>
            <p:nvPr/>
          </p:nvSpPr>
          <p:spPr>
            <a:xfrm>
              <a:off x="3393425" y="5485605"/>
              <a:ext cx="127237" cy="106260"/>
            </a:xfrm>
            <a:custGeom>
              <a:rect b="b" l="l" r="r" t="t"/>
              <a:pathLst>
                <a:path extrusionOk="0" h="159790" w="191334">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8" name="Google Shape;3728;p51"/>
            <p:cNvSpPr/>
            <p:nvPr/>
          </p:nvSpPr>
          <p:spPr>
            <a:xfrm>
              <a:off x="3408193" y="5501718"/>
              <a:ext cx="25184" cy="25184"/>
            </a:xfrm>
            <a:custGeom>
              <a:rect b="b" l="l" r="r" t="t"/>
              <a:pathLst>
                <a:path extrusionOk="0" h="37871" w="37871">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29" name="Google Shape;3729;p51"/>
            <p:cNvSpPr/>
            <p:nvPr/>
          </p:nvSpPr>
          <p:spPr>
            <a:xfrm>
              <a:off x="3438817" y="5510047"/>
              <a:ext cx="65564" cy="8528"/>
            </a:xfrm>
            <a:custGeom>
              <a:rect b="b" l="l" r="r" t="t"/>
              <a:pathLst>
                <a:path extrusionOk="0" h="12824" w="98593">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0" name="Google Shape;3730;p51"/>
            <p:cNvSpPr/>
            <p:nvPr/>
          </p:nvSpPr>
          <p:spPr>
            <a:xfrm>
              <a:off x="3340458" y="5426358"/>
              <a:ext cx="96071" cy="50255"/>
            </a:xfrm>
            <a:custGeom>
              <a:rect b="b" l="l" r="r" t="t"/>
              <a:pathLst>
                <a:path extrusionOk="0" h="75571" w="144468">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1" name="Google Shape;3731;p51"/>
            <p:cNvSpPr/>
            <p:nvPr/>
          </p:nvSpPr>
          <p:spPr>
            <a:xfrm>
              <a:off x="3382942" y="5597649"/>
              <a:ext cx="95400" cy="64885"/>
            </a:xfrm>
            <a:custGeom>
              <a:rect b="b" l="l" r="r" t="t"/>
              <a:pathLst>
                <a:path extrusionOk="0" h="97571" w="143459">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2" name="Google Shape;3732;p51"/>
            <p:cNvSpPr/>
            <p:nvPr/>
          </p:nvSpPr>
          <p:spPr>
            <a:xfrm>
              <a:off x="3234378" y="5546682"/>
              <a:ext cx="126220" cy="133505"/>
            </a:xfrm>
            <a:custGeom>
              <a:rect b="b" l="l" r="r" t="t"/>
              <a:pathLst>
                <a:path extrusionOk="0" h="200759" w="189804">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3" name="Google Shape;3733;p51"/>
          <p:cNvGrpSpPr/>
          <p:nvPr/>
        </p:nvGrpSpPr>
        <p:grpSpPr>
          <a:xfrm>
            <a:off x="727123" y="2017469"/>
            <a:ext cx="274565" cy="241883"/>
            <a:chOff x="3651126" y="5425758"/>
            <a:chExt cx="274565" cy="241883"/>
          </a:xfrm>
        </p:grpSpPr>
        <p:sp>
          <p:nvSpPr>
            <p:cNvPr id="3734" name="Google Shape;3734;p51"/>
            <p:cNvSpPr/>
            <p:nvPr/>
          </p:nvSpPr>
          <p:spPr>
            <a:xfrm>
              <a:off x="3651126" y="5425758"/>
              <a:ext cx="274565" cy="241883"/>
            </a:xfrm>
            <a:custGeom>
              <a:rect b="b" l="l" r="r" t="t"/>
              <a:pathLst>
                <a:path extrusionOk="0" h="363734" w="41288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5" name="Google Shape;3735;p51"/>
            <p:cNvSpPr/>
            <p:nvPr/>
          </p:nvSpPr>
          <p:spPr>
            <a:xfrm>
              <a:off x="3757666" y="5450904"/>
              <a:ext cx="61614" cy="50208"/>
            </a:xfrm>
            <a:custGeom>
              <a:rect b="b" l="l" r="r" t="t"/>
              <a:pathLst>
                <a:path extrusionOk="0" h="75501" w="92652">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6" name="Google Shape;3736;p51"/>
          <p:cNvGrpSpPr/>
          <p:nvPr/>
        </p:nvGrpSpPr>
        <p:grpSpPr>
          <a:xfrm>
            <a:off x="2042281" y="2009666"/>
            <a:ext cx="257433" cy="257490"/>
            <a:chOff x="5071278" y="1253207"/>
            <a:chExt cx="387059" cy="387145"/>
          </a:xfrm>
        </p:grpSpPr>
        <p:sp>
          <p:nvSpPr>
            <p:cNvPr id="3737" name="Google Shape;3737;p51"/>
            <p:cNvSpPr/>
            <p:nvPr/>
          </p:nvSpPr>
          <p:spPr>
            <a:xfrm>
              <a:off x="5071278" y="1253207"/>
              <a:ext cx="387059" cy="387145"/>
            </a:xfrm>
            <a:custGeom>
              <a:rect b="b" l="l" r="r" t="t"/>
              <a:pathLst>
                <a:path extrusionOk="0" h="387145" w="387059">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8" name="Google Shape;3738;p51"/>
            <p:cNvSpPr/>
            <p:nvPr/>
          </p:nvSpPr>
          <p:spPr>
            <a:xfrm>
              <a:off x="5150764" y="1332866"/>
              <a:ext cx="227786" cy="227915"/>
            </a:xfrm>
            <a:custGeom>
              <a:rect b="b" l="l" r="r" t="t"/>
              <a:pathLst>
                <a:path extrusionOk="0" h="227915" w="227786">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9" name="Google Shape;3739;p51"/>
            <p:cNvSpPr/>
            <p:nvPr/>
          </p:nvSpPr>
          <p:spPr>
            <a:xfrm>
              <a:off x="5206581" y="1388640"/>
              <a:ext cx="116497" cy="116496"/>
            </a:xfrm>
            <a:custGeom>
              <a:rect b="b" l="l" r="r" t="t"/>
              <a:pathLst>
                <a:path extrusionOk="0" h="116496" w="116497">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0" name="Google Shape;3740;p51"/>
            <p:cNvSpPr/>
            <p:nvPr/>
          </p:nvSpPr>
          <p:spPr>
            <a:xfrm>
              <a:off x="5232661" y="1414762"/>
              <a:ext cx="64208" cy="64208"/>
            </a:xfrm>
            <a:custGeom>
              <a:rect b="b" l="l" r="r" t="t"/>
              <a:pathLst>
                <a:path extrusionOk="0" h="64208" w="64208">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41" name="Google Shape;3741;p51"/>
          <p:cNvGrpSpPr/>
          <p:nvPr/>
        </p:nvGrpSpPr>
        <p:grpSpPr>
          <a:xfrm>
            <a:off x="2504893" y="2005907"/>
            <a:ext cx="198040" cy="265007"/>
            <a:chOff x="4707347" y="5429479"/>
            <a:chExt cx="198040" cy="265007"/>
          </a:xfrm>
        </p:grpSpPr>
        <p:sp>
          <p:nvSpPr>
            <p:cNvPr id="3742" name="Google Shape;3742;p51"/>
            <p:cNvSpPr/>
            <p:nvPr/>
          </p:nvSpPr>
          <p:spPr>
            <a:xfrm>
              <a:off x="4707376" y="5429479"/>
              <a:ext cx="101910" cy="164012"/>
            </a:xfrm>
            <a:custGeom>
              <a:rect b="b" l="l" r="r" t="t"/>
              <a:pathLst>
                <a:path extrusionOk="0" h="246635" w="153248">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3" name="Google Shape;3743;p51"/>
            <p:cNvSpPr/>
            <p:nvPr/>
          </p:nvSpPr>
          <p:spPr>
            <a:xfrm>
              <a:off x="4707347" y="5429479"/>
              <a:ext cx="198040" cy="265007"/>
            </a:xfrm>
            <a:custGeom>
              <a:rect b="b" l="l" r="r" t="t"/>
              <a:pathLst>
                <a:path extrusionOk="0" h="398507" w="297804">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4" name="Google Shape;3744;p51"/>
            <p:cNvSpPr/>
            <p:nvPr/>
          </p:nvSpPr>
          <p:spPr>
            <a:xfrm>
              <a:off x="4826438" y="5651722"/>
              <a:ext cx="47850" cy="9930"/>
            </a:xfrm>
            <a:custGeom>
              <a:rect b="b" l="l" r="r" t="t"/>
              <a:pathLst>
                <a:path extrusionOk="0" h="14933" w="71955">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5" name="Google Shape;3745;p51"/>
            <p:cNvSpPr/>
            <p:nvPr/>
          </p:nvSpPr>
          <p:spPr>
            <a:xfrm>
              <a:off x="4741435" y="5651722"/>
              <a:ext cx="47849" cy="9930"/>
            </a:xfrm>
            <a:custGeom>
              <a:rect b="b" l="l" r="r" t="t"/>
              <a:pathLst>
                <a:path extrusionOk="0" h="14933" w="71954">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6" name="Google Shape;3746;p51"/>
            <p:cNvSpPr/>
            <p:nvPr/>
          </p:nvSpPr>
          <p:spPr>
            <a:xfrm>
              <a:off x="4835225" y="5482828"/>
              <a:ext cx="38606" cy="7841"/>
            </a:xfrm>
            <a:custGeom>
              <a:rect b="b" l="l" r="r" t="t"/>
              <a:pathLst>
                <a:path extrusionOk="0" h="11791" w="58054">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7" name="Google Shape;3747;p51"/>
            <p:cNvSpPr/>
            <p:nvPr/>
          </p:nvSpPr>
          <p:spPr>
            <a:xfrm>
              <a:off x="4739059" y="5505754"/>
              <a:ext cx="134707" cy="7841"/>
            </a:xfrm>
            <a:custGeom>
              <a:rect b="b" l="l" r="r" t="t"/>
              <a:pathLst>
                <a:path extrusionOk="0" h="11791" w="202567">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8" name="Google Shape;3748;p51"/>
            <p:cNvSpPr/>
            <p:nvPr/>
          </p:nvSpPr>
          <p:spPr>
            <a:xfrm>
              <a:off x="4739059" y="5527334"/>
              <a:ext cx="134707" cy="7841"/>
            </a:xfrm>
            <a:custGeom>
              <a:rect b="b" l="l" r="r" t="t"/>
              <a:pathLst>
                <a:path extrusionOk="0" h="11791" w="202567">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9" name="Google Shape;3749;p51"/>
            <p:cNvSpPr/>
            <p:nvPr/>
          </p:nvSpPr>
          <p:spPr>
            <a:xfrm>
              <a:off x="4739059" y="554888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0" name="Google Shape;3750;p51"/>
            <p:cNvSpPr/>
            <p:nvPr/>
          </p:nvSpPr>
          <p:spPr>
            <a:xfrm>
              <a:off x="4739059" y="557046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1" name="Google Shape;3751;p51"/>
            <p:cNvSpPr/>
            <p:nvPr/>
          </p:nvSpPr>
          <p:spPr>
            <a:xfrm>
              <a:off x="4739059" y="5592018"/>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2" name="Google Shape;3752;p51"/>
            <p:cNvSpPr/>
            <p:nvPr/>
          </p:nvSpPr>
          <p:spPr>
            <a:xfrm>
              <a:off x="4739059" y="5612024"/>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3" name="Google Shape;3753;p51"/>
            <p:cNvSpPr/>
            <p:nvPr/>
          </p:nvSpPr>
          <p:spPr>
            <a:xfrm>
              <a:off x="4797646" y="5549401"/>
              <a:ext cx="76125" cy="76125"/>
            </a:xfrm>
            <a:custGeom>
              <a:rect b="b" l="l" r="r" t="t"/>
              <a:pathLst>
                <a:path extrusionOk="0" h="114474" w="114473">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4" name="Google Shape;3754;p51"/>
          <p:cNvGrpSpPr/>
          <p:nvPr/>
        </p:nvGrpSpPr>
        <p:grpSpPr>
          <a:xfrm>
            <a:off x="2910611" y="1990922"/>
            <a:ext cx="266888" cy="294979"/>
            <a:chOff x="4994277" y="5388350"/>
            <a:chExt cx="281765" cy="311455"/>
          </a:xfrm>
        </p:grpSpPr>
        <p:sp>
          <p:nvSpPr>
            <p:cNvPr id="3755" name="Google Shape;3755;p51"/>
            <p:cNvSpPr/>
            <p:nvPr/>
          </p:nvSpPr>
          <p:spPr>
            <a:xfrm>
              <a:off x="5091839" y="5581543"/>
              <a:ext cx="86599" cy="86599"/>
            </a:xfrm>
            <a:custGeom>
              <a:rect b="b" l="l" r="r" t="t"/>
              <a:pathLst>
                <a:path extrusionOk="0" h="130224" w="130224">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6" name="Google Shape;3756;p51"/>
            <p:cNvSpPr/>
            <p:nvPr/>
          </p:nvSpPr>
          <p:spPr>
            <a:xfrm>
              <a:off x="4994277" y="5388350"/>
              <a:ext cx="281765" cy="311455"/>
            </a:xfrm>
            <a:custGeom>
              <a:rect b="b" l="l" r="r" t="t"/>
              <a:pathLst>
                <a:path extrusionOk="0" h="468353" w="423707">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7" name="Google Shape;3757;p51"/>
          <p:cNvGrpSpPr/>
          <p:nvPr/>
        </p:nvGrpSpPr>
        <p:grpSpPr>
          <a:xfrm>
            <a:off x="3343632" y="2000395"/>
            <a:ext cx="275990" cy="276032"/>
            <a:chOff x="5336961" y="5410610"/>
            <a:chExt cx="275990" cy="276032"/>
          </a:xfrm>
        </p:grpSpPr>
        <p:sp>
          <p:nvSpPr>
            <p:cNvPr id="3758" name="Google Shape;3758;p51"/>
            <p:cNvSpPr/>
            <p:nvPr/>
          </p:nvSpPr>
          <p:spPr>
            <a:xfrm>
              <a:off x="5336961" y="5410610"/>
              <a:ext cx="275990" cy="276032"/>
            </a:xfrm>
            <a:custGeom>
              <a:rect b="b" l="l" r="r" t="t"/>
              <a:pathLst>
                <a:path extrusionOk="0" h="415086" w="415022">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9" name="Google Shape;3759;p51"/>
            <p:cNvSpPr/>
            <p:nvPr/>
          </p:nvSpPr>
          <p:spPr>
            <a:xfrm>
              <a:off x="5426130" y="5435456"/>
              <a:ext cx="162610" cy="162042"/>
            </a:xfrm>
            <a:custGeom>
              <a:rect b="b" l="l" r="r" t="t"/>
              <a:pathLst>
                <a:path extrusionOk="0" h="243672" w="244527">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0" name="Google Shape;3760;p51"/>
            <p:cNvSpPr/>
            <p:nvPr/>
          </p:nvSpPr>
          <p:spPr>
            <a:xfrm>
              <a:off x="5468460" y="5455667"/>
              <a:ext cx="77888" cy="92523"/>
            </a:xfrm>
            <a:custGeom>
              <a:rect b="b" l="l" r="r" t="t"/>
              <a:pathLst>
                <a:path extrusionOk="0" h="139132" w="117125">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1" name="Google Shape;3761;p51"/>
            <p:cNvSpPr/>
            <p:nvPr/>
          </p:nvSpPr>
          <p:spPr>
            <a:xfrm>
              <a:off x="5493789" y="5549401"/>
              <a:ext cx="27244" cy="27330"/>
            </a:xfrm>
            <a:custGeom>
              <a:rect b="b" l="l" r="r" t="t"/>
              <a:pathLst>
                <a:path extrusionOk="0" h="41098" w="40969">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2" name="Google Shape;3762;p51"/>
          <p:cNvGrpSpPr/>
          <p:nvPr/>
        </p:nvGrpSpPr>
        <p:grpSpPr>
          <a:xfrm>
            <a:off x="3782471" y="2004874"/>
            <a:ext cx="266881" cy="267073"/>
            <a:chOff x="1530727" y="5816836"/>
            <a:chExt cx="266881" cy="267073"/>
          </a:xfrm>
        </p:grpSpPr>
        <p:sp>
          <p:nvSpPr>
            <p:cNvPr id="3763" name="Google Shape;3763;p51"/>
            <p:cNvSpPr/>
            <p:nvPr/>
          </p:nvSpPr>
          <p:spPr>
            <a:xfrm>
              <a:off x="1530727" y="5884754"/>
              <a:ext cx="266781" cy="199156"/>
            </a:xfrm>
            <a:custGeom>
              <a:rect b="b" l="l" r="r" t="t"/>
              <a:pathLst>
                <a:path extrusionOk="0" h="299482" w="401175">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4" name="Google Shape;3764;p51"/>
            <p:cNvSpPr/>
            <p:nvPr/>
          </p:nvSpPr>
          <p:spPr>
            <a:xfrm>
              <a:off x="1710724" y="5971162"/>
              <a:ext cx="29591" cy="29591"/>
            </a:xfrm>
            <a:custGeom>
              <a:rect b="b" l="l" r="r" t="t"/>
              <a:pathLst>
                <a:path extrusionOk="0" h="44498" w="44498">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5" name="Google Shape;3765;p51"/>
            <p:cNvSpPr/>
            <p:nvPr/>
          </p:nvSpPr>
          <p:spPr>
            <a:xfrm>
              <a:off x="1743981" y="5843998"/>
              <a:ext cx="18601" cy="26472"/>
            </a:xfrm>
            <a:custGeom>
              <a:rect b="b" l="l" r="r" t="t"/>
              <a:pathLst>
                <a:path extrusionOk="0" h="39807" w="27972">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6" name="Google Shape;3766;p51"/>
            <p:cNvSpPr/>
            <p:nvPr/>
          </p:nvSpPr>
          <p:spPr>
            <a:xfrm>
              <a:off x="1698188" y="5816836"/>
              <a:ext cx="99420" cy="99420"/>
            </a:xfrm>
            <a:custGeom>
              <a:rect b="b" l="l" r="r" t="t"/>
              <a:pathLst>
                <a:path extrusionOk="0" h="149504" w="149504">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7" name="Google Shape;3767;p51"/>
            <p:cNvSpPr/>
            <p:nvPr/>
          </p:nvSpPr>
          <p:spPr>
            <a:xfrm>
              <a:off x="1713301" y="5830546"/>
              <a:ext cx="70628" cy="72004"/>
            </a:xfrm>
            <a:custGeom>
              <a:rect b="b" l="l" r="r" t="t"/>
              <a:pathLst>
                <a:path extrusionOk="0" h="108276" w="106208">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8" name="Google Shape;3768;p51"/>
          <p:cNvGrpSpPr/>
          <p:nvPr/>
        </p:nvGrpSpPr>
        <p:grpSpPr>
          <a:xfrm>
            <a:off x="731013" y="2440115"/>
            <a:ext cx="266881" cy="266846"/>
            <a:chOff x="1929987" y="5862716"/>
            <a:chExt cx="216870" cy="216842"/>
          </a:xfrm>
        </p:grpSpPr>
        <p:sp>
          <p:nvSpPr>
            <p:cNvPr id="3769" name="Google Shape;3769;p51"/>
            <p:cNvSpPr/>
            <p:nvPr/>
          </p:nvSpPr>
          <p:spPr>
            <a:xfrm>
              <a:off x="1929987" y="5862716"/>
              <a:ext cx="216870" cy="216842"/>
            </a:xfrm>
            <a:custGeom>
              <a:rect b="b" l="l" r="r" t="t"/>
              <a:pathLst>
                <a:path extrusionOk="0" h="326078" w="326121">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0" name="Google Shape;3770;p51"/>
            <p:cNvSpPr/>
            <p:nvPr/>
          </p:nvSpPr>
          <p:spPr>
            <a:xfrm>
              <a:off x="1990451" y="5915942"/>
              <a:ext cx="98801" cy="116544"/>
            </a:xfrm>
            <a:custGeom>
              <a:rect b="b" l="l" r="r" t="t"/>
              <a:pathLst>
                <a:path extrusionOk="0" h="175254" w="148573">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1" name="Google Shape;3771;p51"/>
          <p:cNvGrpSpPr/>
          <p:nvPr/>
        </p:nvGrpSpPr>
        <p:grpSpPr>
          <a:xfrm>
            <a:off x="1152778" y="2449407"/>
            <a:ext cx="289658" cy="248187"/>
            <a:chOff x="2203916" y="5852813"/>
            <a:chExt cx="310725" cy="266266"/>
          </a:xfrm>
        </p:grpSpPr>
        <p:sp>
          <p:nvSpPr>
            <p:cNvPr id="3772" name="Google Shape;3772;p51"/>
            <p:cNvSpPr/>
            <p:nvPr/>
          </p:nvSpPr>
          <p:spPr>
            <a:xfrm>
              <a:off x="2203916" y="5852813"/>
              <a:ext cx="132732" cy="266266"/>
            </a:xfrm>
            <a:custGeom>
              <a:rect b="b" l="l" r="r" t="t"/>
              <a:pathLst>
                <a:path extrusionOk="0" h="400400" w="199597">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3" name="Google Shape;3773;p51"/>
            <p:cNvSpPr/>
            <p:nvPr/>
          </p:nvSpPr>
          <p:spPr>
            <a:xfrm>
              <a:off x="2225411" y="6067300"/>
              <a:ext cx="31137" cy="31137"/>
            </a:xfrm>
            <a:custGeom>
              <a:rect b="b" l="l" r="r" t="t"/>
              <a:pathLst>
                <a:path extrusionOk="0" h="46822" w="46822">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4" name="Google Shape;3774;p51"/>
            <p:cNvSpPr/>
            <p:nvPr/>
          </p:nvSpPr>
          <p:spPr>
            <a:xfrm>
              <a:off x="2285600" y="6067300"/>
              <a:ext cx="31137" cy="31137"/>
            </a:xfrm>
            <a:custGeom>
              <a:rect b="b" l="l" r="r" t="t"/>
              <a:pathLst>
                <a:path extrusionOk="0" h="46822" w="46822">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5" name="Google Shape;3775;p51"/>
            <p:cNvSpPr/>
            <p:nvPr/>
          </p:nvSpPr>
          <p:spPr>
            <a:xfrm>
              <a:off x="2226041" y="5931006"/>
              <a:ext cx="88431" cy="88431"/>
            </a:xfrm>
            <a:custGeom>
              <a:rect b="b" l="l" r="r" t="t"/>
              <a:pathLst>
                <a:path extrusionOk="0" h="132979" w="132979">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6" name="Google Shape;3776;p51"/>
            <p:cNvSpPr/>
            <p:nvPr/>
          </p:nvSpPr>
          <p:spPr>
            <a:xfrm>
              <a:off x="2256150" y="5949552"/>
              <a:ext cx="28361" cy="34914"/>
            </a:xfrm>
            <a:custGeom>
              <a:rect b="b" l="l" r="r" t="t"/>
              <a:pathLst>
                <a:path extrusionOk="0" h="52503" w="42648">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7" name="Google Shape;3777;p51"/>
            <p:cNvSpPr/>
            <p:nvPr/>
          </p:nvSpPr>
          <p:spPr>
            <a:xfrm>
              <a:off x="2381966" y="5852813"/>
              <a:ext cx="132675" cy="266266"/>
            </a:xfrm>
            <a:custGeom>
              <a:rect b="b" l="l" r="r" t="t"/>
              <a:pathLst>
                <a:path extrusionOk="0" h="400400" w="199511">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8" name="Google Shape;3778;p51"/>
            <p:cNvSpPr/>
            <p:nvPr/>
          </p:nvSpPr>
          <p:spPr>
            <a:xfrm>
              <a:off x="2403432"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9" name="Google Shape;3779;p51"/>
            <p:cNvSpPr/>
            <p:nvPr/>
          </p:nvSpPr>
          <p:spPr>
            <a:xfrm>
              <a:off x="2463650"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0" name="Google Shape;3780;p51"/>
            <p:cNvSpPr/>
            <p:nvPr/>
          </p:nvSpPr>
          <p:spPr>
            <a:xfrm>
              <a:off x="2404091" y="5931035"/>
              <a:ext cx="88431" cy="88431"/>
            </a:xfrm>
            <a:custGeom>
              <a:rect b="b" l="l" r="r" t="t"/>
              <a:pathLst>
                <a:path extrusionOk="0" h="132979" w="132979">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1" name="Google Shape;3781;p51"/>
            <p:cNvSpPr/>
            <p:nvPr/>
          </p:nvSpPr>
          <p:spPr>
            <a:xfrm>
              <a:off x="2434171" y="5949552"/>
              <a:ext cx="28390" cy="34914"/>
            </a:xfrm>
            <a:custGeom>
              <a:rect b="b" l="l" r="r" t="t"/>
              <a:pathLst>
                <a:path extrusionOk="0" h="52503" w="42691">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2" name="Google Shape;3782;p51"/>
            <p:cNvSpPr/>
            <p:nvPr/>
          </p:nvSpPr>
          <p:spPr>
            <a:xfrm>
              <a:off x="2343701" y="5931851"/>
              <a:ext cx="30445" cy="30464"/>
            </a:xfrm>
            <a:custGeom>
              <a:rect b="b" l="l" r="r" t="t"/>
              <a:pathLst>
                <a:path extrusionOk="0" h="45811" w="45782">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3" name="Google Shape;3783;p51"/>
            <p:cNvSpPr/>
            <p:nvPr/>
          </p:nvSpPr>
          <p:spPr>
            <a:xfrm>
              <a:off x="2343765" y="6009614"/>
              <a:ext cx="30385" cy="30464"/>
            </a:xfrm>
            <a:custGeom>
              <a:rect b="b" l="l" r="r" t="t"/>
              <a:pathLst>
                <a:path extrusionOk="0" h="45811" w="45692">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4" name="Google Shape;3784;p51"/>
          <p:cNvGrpSpPr/>
          <p:nvPr/>
        </p:nvGrpSpPr>
        <p:grpSpPr>
          <a:xfrm>
            <a:off x="1631791" y="2427991"/>
            <a:ext cx="198247" cy="291019"/>
            <a:chOff x="2608071" y="5829001"/>
            <a:chExt cx="219933" cy="322816"/>
          </a:xfrm>
        </p:grpSpPr>
        <p:sp>
          <p:nvSpPr>
            <p:cNvPr id="3785" name="Google Shape;3785;p51"/>
            <p:cNvSpPr/>
            <p:nvPr/>
          </p:nvSpPr>
          <p:spPr>
            <a:xfrm>
              <a:off x="2608071" y="5829001"/>
              <a:ext cx="219933" cy="322816"/>
            </a:xfrm>
            <a:custGeom>
              <a:rect b="b" l="l" r="r" t="t"/>
              <a:pathLst>
                <a:path extrusionOk="0" h="485438" w="330726">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6" name="Google Shape;3786;p51"/>
            <p:cNvSpPr/>
            <p:nvPr/>
          </p:nvSpPr>
          <p:spPr>
            <a:xfrm>
              <a:off x="2637693" y="5849436"/>
              <a:ext cx="160721" cy="160721"/>
            </a:xfrm>
            <a:custGeom>
              <a:rect b="b" l="l" r="r" t="t"/>
              <a:pathLst>
                <a:path extrusionOk="0" h="241686" w="241686">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7" name="Google Shape;3787;p51"/>
            <p:cNvSpPr/>
            <p:nvPr/>
          </p:nvSpPr>
          <p:spPr>
            <a:xfrm>
              <a:off x="2703149" y="5869070"/>
              <a:ext cx="29820" cy="29820"/>
            </a:xfrm>
            <a:custGeom>
              <a:rect b="b" l="l" r="r" t="t"/>
              <a:pathLst>
                <a:path extrusionOk="0" h="44842" w="44842">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8" name="Google Shape;3788;p51"/>
            <p:cNvSpPr/>
            <p:nvPr/>
          </p:nvSpPr>
          <p:spPr>
            <a:xfrm>
              <a:off x="2703149" y="5909826"/>
              <a:ext cx="29820" cy="80761"/>
            </a:xfrm>
            <a:custGeom>
              <a:rect b="b" l="l" r="r" t="t"/>
              <a:pathLst>
                <a:path extrusionOk="0" h="121445" w="44842">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9" name="Google Shape;3789;p51"/>
          <p:cNvGrpSpPr/>
          <p:nvPr/>
        </p:nvGrpSpPr>
        <p:grpSpPr>
          <a:xfrm>
            <a:off x="2033613" y="2436199"/>
            <a:ext cx="274592" cy="274655"/>
            <a:chOff x="2928280" y="5825680"/>
            <a:chExt cx="254135" cy="254193"/>
          </a:xfrm>
        </p:grpSpPr>
        <p:sp>
          <p:nvSpPr>
            <p:cNvPr id="3790" name="Google Shape;3790;p51"/>
            <p:cNvSpPr/>
            <p:nvPr/>
          </p:nvSpPr>
          <p:spPr>
            <a:xfrm>
              <a:off x="3008046" y="5869615"/>
              <a:ext cx="94624" cy="127809"/>
            </a:xfrm>
            <a:custGeom>
              <a:rect b="b" l="l" r="r" t="t"/>
              <a:pathLst>
                <a:path extrusionOk="0" h="192194" w="142292">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1" name="Google Shape;3791;p51"/>
            <p:cNvSpPr/>
            <p:nvPr/>
          </p:nvSpPr>
          <p:spPr>
            <a:xfrm>
              <a:off x="3039758" y="6004735"/>
              <a:ext cx="31194" cy="31194"/>
            </a:xfrm>
            <a:custGeom>
              <a:rect b="b" l="l" r="r" t="t"/>
              <a:pathLst>
                <a:path extrusionOk="0" h="46908" w="46908">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2" name="Google Shape;3792;p51"/>
            <p:cNvSpPr/>
            <p:nvPr/>
          </p:nvSpPr>
          <p:spPr>
            <a:xfrm>
              <a:off x="2928280" y="5866596"/>
              <a:ext cx="195796" cy="213277"/>
            </a:xfrm>
            <a:custGeom>
              <a:rect b="b" l="l" r="r" t="t"/>
              <a:pathLst>
                <a:path extrusionOk="0" h="320717" w="29443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3" name="Google Shape;3793;p51"/>
            <p:cNvSpPr/>
            <p:nvPr/>
          </p:nvSpPr>
          <p:spPr>
            <a:xfrm>
              <a:off x="2972374" y="5825680"/>
              <a:ext cx="210041" cy="225485"/>
            </a:xfrm>
            <a:custGeom>
              <a:rect b="b" l="l" r="r" t="t"/>
              <a:pathLst>
                <a:path extrusionOk="0" h="339075" w="315851">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4" name="Google Shape;3794;p51"/>
            <p:cNvSpPr/>
            <p:nvPr/>
          </p:nvSpPr>
          <p:spPr>
            <a:xfrm>
              <a:off x="2947370" y="5844799"/>
              <a:ext cx="215955" cy="215955"/>
            </a:xfrm>
            <a:custGeom>
              <a:rect b="b" l="l" r="r" t="t"/>
              <a:pathLst>
                <a:path extrusionOk="0" h="324744" w="324744">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95" name="Google Shape;3795;p51"/>
          <p:cNvGrpSpPr/>
          <p:nvPr/>
        </p:nvGrpSpPr>
        <p:grpSpPr>
          <a:xfrm>
            <a:off x="2904065" y="2433485"/>
            <a:ext cx="279979" cy="280032"/>
            <a:chOff x="3248947" y="5809338"/>
            <a:chExt cx="279979" cy="280032"/>
          </a:xfrm>
        </p:grpSpPr>
        <p:sp>
          <p:nvSpPr>
            <p:cNvPr id="3796" name="Google Shape;3796;p51"/>
            <p:cNvSpPr/>
            <p:nvPr/>
          </p:nvSpPr>
          <p:spPr>
            <a:xfrm>
              <a:off x="3278999" y="5839333"/>
              <a:ext cx="219659" cy="219961"/>
            </a:xfrm>
            <a:custGeom>
              <a:rect b="b" l="l" r="r" t="t"/>
              <a:pathLst>
                <a:path extrusionOk="0" h="330769" w="330314">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7" name="Google Shape;3797;p51"/>
            <p:cNvSpPr/>
            <p:nvPr/>
          </p:nvSpPr>
          <p:spPr>
            <a:xfrm>
              <a:off x="3311570" y="5809338"/>
              <a:ext cx="217357" cy="280032"/>
            </a:xfrm>
            <a:custGeom>
              <a:rect b="b" l="l" r="r" t="t"/>
              <a:pathLst>
                <a:path extrusionOk="0" h="421100" w="326852">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8" name="Google Shape;3798;p51"/>
            <p:cNvSpPr/>
            <p:nvPr/>
          </p:nvSpPr>
          <p:spPr>
            <a:xfrm>
              <a:off x="3248947" y="5840445"/>
              <a:ext cx="89272" cy="237337"/>
            </a:xfrm>
            <a:custGeom>
              <a:rect b="b" l="l" r="r" t="t"/>
              <a:pathLst>
                <a:path extrusionOk="0" h="356898" w="134243">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9" name="Google Shape;3799;p51"/>
            <p:cNvSpPr/>
            <p:nvPr/>
          </p:nvSpPr>
          <p:spPr>
            <a:xfrm>
              <a:off x="3409481" y="5922277"/>
              <a:ext cx="40180" cy="54461"/>
            </a:xfrm>
            <a:custGeom>
              <a:rect b="b" l="l" r="r" t="t"/>
              <a:pathLst>
                <a:path extrusionOk="0" h="81896" w="60421">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0" name="Google Shape;3800;p51"/>
            <p:cNvSpPr/>
            <p:nvPr/>
          </p:nvSpPr>
          <p:spPr>
            <a:xfrm>
              <a:off x="3357299" y="5922836"/>
              <a:ext cx="36895" cy="53958"/>
            </a:xfrm>
            <a:custGeom>
              <a:rect b="b" l="l" r="r" t="t"/>
              <a:pathLst>
                <a:path extrusionOk="0" h="81140" w="55481">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1" name="Google Shape;3801;p51"/>
            <p:cNvSpPr/>
            <p:nvPr/>
          </p:nvSpPr>
          <p:spPr>
            <a:xfrm>
              <a:off x="3328236" y="5921933"/>
              <a:ext cx="33330" cy="54804"/>
            </a:xfrm>
            <a:custGeom>
              <a:rect b="b" l="l" r="r" t="t"/>
              <a:pathLst>
                <a:path extrusionOk="0" h="82412" w="50121">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2" name="Google Shape;3802;p51"/>
            <p:cNvSpPr/>
            <p:nvPr/>
          </p:nvSpPr>
          <p:spPr>
            <a:xfrm>
              <a:off x="3353213" y="5864186"/>
              <a:ext cx="71501" cy="36106"/>
            </a:xfrm>
            <a:custGeom>
              <a:rect b="b" l="l" r="r" t="t"/>
              <a:pathLst>
                <a:path extrusionOk="0" h="54295" w="107521">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3" name="Google Shape;3803;p51"/>
            <p:cNvSpPr/>
            <p:nvPr/>
          </p:nvSpPr>
          <p:spPr>
            <a:xfrm>
              <a:off x="3353228" y="5998359"/>
              <a:ext cx="71501" cy="36109"/>
            </a:xfrm>
            <a:custGeom>
              <a:rect b="b" l="l" r="r" t="t"/>
              <a:pathLst>
                <a:path extrusionOk="0" h="54299" w="107521">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4" name="Google Shape;3804;p51"/>
          <p:cNvGrpSpPr/>
          <p:nvPr/>
        </p:nvGrpSpPr>
        <p:grpSpPr>
          <a:xfrm>
            <a:off x="3356741" y="2444893"/>
            <a:ext cx="249772" cy="257216"/>
            <a:chOff x="3609597" y="5806751"/>
            <a:chExt cx="249772" cy="257216"/>
          </a:xfrm>
        </p:grpSpPr>
        <p:sp>
          <p:nvSpPr>
            <p:cNvPr id="3805" name="Google Shape;3805;p51"/>
            <p:cNvSpPr/>
            <p:nvPr/>
          </p:nvSpPr>
          <p:spPr>
            <a:xfrm>
              <a:off x="3784413" y="5950440"/>
              <a:ext cx="51684" cy="51684"/>
            </a:xfrm>
            <a:custGeom>
              <a:rect b="b" l="l" r="r" t="t"/>
              <a:pathLst>
                <a:path extrusionOk="0" h="77721" w="77721">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6" name="Google Shape;3806;p51"/>
            <p:cNvSpPr/>
            <p:nvPr/>
          </p:nvSpPr>
          <p:spPr>
            <a:xfrm>
              <a:off x="3761145" y="5927157"/>
              <a:ext cx="98224" cy="136810"/>
            </a:xfrm>
            <a:custGeom>
              <a:rect b="b" l="l" r="r" t="t"/>
              <a:pathLst>
                <a:path extrusionOk="0" h="205730" w="147706">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7" name="Google Shape;3807;p51"/>
            <p:cNvSpPr/>
            <p:nvPr/>
          </p:nvSpPr>
          <p:spPr>
            <a:xfrm>
              <a:off x="3628229" y="5825652"/>
              <a:ext cx="42898" cy="42898"/>
            </a:xfrm>
            <a:custGeom>
              <a:rect b="b" l="l" r="r" t="t"/>
              <a:pathLst>
                <a:path extrusionOk="0" h="64509" w="64509">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8" name="Google Shape;3808;p51"/>
            <p:cNvSpPr/>
            <p:nvPr/>
          </p:nvSpPr>
          <p:spPr>
            <a:xfrm>
              <a:off x="3609597" y="5806951"/>
              <a:ext cx="80165" cy="111108"/>
            </a:xfrm>
            <a:custGeom>
              <a:rect b="b" l="l" r="r" t="t"/>
              <a:pathLst>
                <a:path extrusionOk="0" h="167080" w="120549">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9" name="Google Shape;3809;p51"/>
            <p:cNvSpPr/>
            <p:nvPr/>
          </p:nvSpPr>
          <p:spPr>
            <a:xfrm>
              <a:off x="3800139" y="5824622"/>
              <a:ext cx="32755" cy="31623"/>
            </a:xfrm>
            <a:custGeom>
              <a:rect b="b" l="l" r="r" t="t"/>
              <a:pathLst>
                <a:path extrusionOk="0" h="47554" w="49255">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0" name="Google Shape;3810;p51"/>
            <p:cNvSpPr/>
            <p:nvPr/>
          </p:nvSpPr>
          <p:spPr>
            <a:xfrm>
              <a:off x="3784888" y="5806751"/>
              <a:ext cx="65896" cy="64402"/>
            </a:xfrm>
            <a:custGeom>
              <a:rect b="b" l="l" r="r" t="t"/>
              <a:pathLst>
                <a:path extrusionOk="0" h="96845" w="99091">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1" name="Google Shape;3811;p51"/>
            <p:cNvSpPr/>
            <p:nvPr/>
          </p:nvSpPr>
          <p:spPr>
            <a:xfrm>
              <a:off x="3616581" y="5821588"/>
              <a:ext cx="228627" cy="229263"/>
            </a:xfrm>
            <a:custGeom>
              <a:rect b="b" l="l" r="r" t="t"/>
              <a:pathLst>
                <a:path extrusionOk="0" h="344756" w="34380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12" name="Google Shape;3812;p51"/>
          <p:cNvGrpSpPr/>
          <p:nvPr/>
        </p:nvGrpSpPr>
        <p:grpSpPr>
          <a:xfrm>
            <a:off x="3773289" y="2447890"/>
            <a:ext cx="285245" cy="251221"/>
            <a:chOff x="3954649" y="5831663"/>
            <a:chExt cx="300637" cy="264778"/>
          </a:xfrm>
        </p:grpSpPr>
        <p:sp>
          <p:nvSpPr>
            <p:cNvPr id="3813" name="Google Shape;3813;p51"/>
            <p:cNvSpPr/>
            <p:nvPr/>
          </p:nvSpPr>
          <p:spPr>
            <a:xfrm>
              <a:off x="3954649" y="5831663"/>
              <a:ext cx="300637" cy="264778"/>
            </a:xfrm>
            <a:custGeom>
              <a:rect b="b" l="l" r="r" t="t"/>
              <a:pathLst>
                <a:path extrusionOk="0" h="398162" w="452086">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4" name="Google Shape;3814;p51"/>
            <p:cNvSpPr/>
            <p:nvPr/>
          </p:nvSpPr>
          <p:spPr>
            <a:xfrm>
              <a:off x="4013637" y="5855446"/>
              <a:ext cx="54432" cy="8814"/>
            </a:xfrm>
            <a:custGeom>
              <a:rect b="b" l="l" r="r" t="t"/>
              <a:pathLst>
                <a:path extrusionOk="0" h="13254" w="81853">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5" name="Google Shape;3815;p51"/>
            <p:cNvSpPr/>
            <p:nvPr/>
          </p:nvSpPr>
          <p:spPr>
            <a:xfrm>
              <a:off x="4001645" y="587453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6" name="Google Shape;3816;p51"/>
            <p:cNvSpPr/>
            <p:nvPr/>
          </p:nvSpPr>
          <p:spPr>
            <a:xfrm>
              <a:off x="4031325" y="5893627"/>
              <a:ext cx="60327" cy="8814"/>
            </a:xfrm>
            <a:custGeom>
              <a:rect b="b" l="l" r="r" t="t"/>
              <a:pathLst>
                <a:path extrusionOk="0" h="13254" w="90718">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7" name="Google Shape;3817;p51"/>
            <p:cNvSpPr/>
            <p:nvPr/>
          </p:nvSpPr>
          <p:spPr>
            <a:xfrm>
              <a:off x="3989910" y="5893627"/>
              <a:ext cx="29648" cy="8814"/>
            </a:xfrm>
            <a:custGeom>
              <a:rect b="b" l="l" r="r" t="t"/>
              <a:pathLst>
                <a:path extrusionOk="0" h="13254" w="44584">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8" name="Google Shape;3818;p51"/>
            <p:cNvSpPr/>
            <p:nvPr/>
          </p:nvSpPr>
          <p:spPr>
            <a:xfrm>
              <a:off x="3989910" y="5912717"/>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9" name="Google Shape;3819;p51"/>
            <p:cNvSpPr/>
            <p:nvPr/>
          </p:nvSpPr>
          <p:spPr>
            <a:xfrm>
              <a:off x="4001645" y="593180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0" name="Google Shape;3820;p51"/>
            <p:cNvSpPr/>
            <p:nvPr/>
          </p:nvSpPr>
          <p:spPr>
            <a:xfrm>
              <a:off x="3989910" y="5950898"/>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1" name="Google Shape;3821;p51"/>
            <p:cNvSpPr/>
            <p:nvPr/>
          </p:nvSpPr>
          <p:spPr>
            <a:xfrm>
              <a:off x="4129980" y="5855446"/>
              <a:ext cx="90062" cy="8814"/>
            </a:xfrm>
            <a:custGeom>
              <a:rect b="b" l="l" r="r" t="t"/>
              <a:pathLst>
                <a:path extrusionOk="0" h="13254" w="135432">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2" name="Google Shape;3822;p51"/>
            <p:cNvSpPr/>
            <p:nvPr/>
          </p:nvSpPr>
          <p:spPr>
            <a:xfrm>
              <a:off x="4118303" y="5874537"/>
              <a:ext cx="101738" cy="8814"/>
            </a:xfrm>
            <a:custGeom>
              <a:rect b="b" l="l" r="r" t="t"/>
              <a:pathLst>
                <a:path extrusionOk="0" h="13254" w="15299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3" name="Google Shape;3823;p51"/>
            <p:cNvSpPr/>
            <p:nvPr/>
          </p:nvSpPr>
          <p:spPr>
            <a:xfrm>
              <a:off x="4118303" y="5893627"/>
              <a:ext cx="101738" cy="8814"/>
            </a:xfrm>
            <a:custGeom>
              <a:rect b="b" l="l" r="r" t="t"/>
              <a:pathLst>
                <a:path extrusionOk="0" h="13254" w="15299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4" name="Google Shape;3824;p51"/>
            <p:cNvSpPr/>
            <p:nvPr/>
          </p:nvSpPr>
          <p:spPr>
            <a:xfrm>
              <a:off x="3989910" y="5989050"/>
              <a:ext cx="101738" cy="8814"/>
            </a:xfrm>
            <a:custGeom>
              <a:rect b="b" l="l" r="r" t="t"/>
              <a:pathLst>
                <a:path extrusionOk="0" h="13254" w="15299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5" name="Google Shape;3825;p51"/>
            <p:cNvSpPr/>
            <p:nvPr/>
          </p:nvSpPr>
          <p:spPr>
            <a:xfrm>
              <a:off x="3989910" y="6008140"/>
              <a:ext cx="35200" cy="8814"/>
            </a:xfrm>
            <a:custGeom>
              <a:rect b="b" l="l" r="r" t="t"/>
              <a:pathLst>
                <a:path extrusionOk="0" h="13254" w="52933">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6" name="Google Shape;3826;p51"/>
            <p:cNvSpPr/>
            <p:nvPr/>
          </p:nvSpPr>
          <p:spPr>
            <a:xfrm>
              <a:off x="4053763" y="5969960"/>
              <a:ext cx="37890" cy="8814"/>
            </a:xfrm>
            <a:custGeom>
              <a:rect b="b" l="l" r="r" t="t"/>
              <a:pathLst>
                <a:path extrusionOk="0" h="13254" w="56978">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7" name="Google Shape;3827;p51"/>
            <p:cNvSpPr/>
            <p:nvPr/>
          </p:nvSpPr>
          <p:spPr>
            <a:xfrm>
              <a:off x="3989910" y="5969960"/>
              <a:ext cx="52114" cy="8814"/>
            </a:xfrm>
            <a:custGeom>
              <a:rect b="b" l="l" r="r" t="t"/>
              <a:pathLst>
                <a:path extrusionOk="0" h="13254" w="78367">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8" name="Google Shape;3828;p51"/>
          <p:cNvGrpSpPr/>
          <p:nvPr/>
        </p:nvGrpSpPr>
        <p:grpSpPr>
          <a:xfrm>
            <a:off x="746826" y="2884862"/>
            <a:ext cx="235158" cy="254819"/>
            <a:chOff x="4389370" y="5843741"/>
            <a:chExt cx="235158" cy="254819"/>
          </a:xfrm>
        </p:grpSpPr>
        <p:sp>
          <p:nvSpPr>
            <p:cNvPr id="3829" name="Google Shape;3829;p51"/>
            <p:cNvSpPr/>
            <p:nvPr/>
          </p:nvSpPr>
          <p:spPr>
            <a:xfrm>
              <a:off x="4389370" y="5843741"/>
              <a:ext cx="235158" cy="254819"/>
            </a:xfrm>
            <a:custGeom>
              <a:rect b="b" l="l" r="r" t="t"/>
              <a:pathLst>
                <a:path extrusionOk="0" h="383186" w="353621">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0" name="Google Shape;3830;p51"/>
            <p:cNvSpPr/>
            <p:nvPr/>
          </p:nvSpPr>
          <p:spPr>
            <a:xfrm>
              <a:off x="4444048" y="5900555"/>
              <a:ext cx="141189" cy="141201"/>
            </a:xfrm>
            <a:custGeom>
              <a:rect b="b" l="l" r="r" t="t"/>
              <a:pathLst>
                <a:path extrusionOk="0" h="212332" w="212314">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31" name="Google Shape;3831;p51"/>
          <p:cNvSpPr/>
          <p:nvPr/>
        </p:nvSpPr>
        <p:spPr>
          <a:xfrm>
            <a:off x="1592915" y="2876342"/>
            <a:ext cx="275998" cy="271860"/>
          </a:xfrm>
          <a:custGeom>
            <a:rect b="b" l="l" r="r" t="t"/>
            <a:pathLst>
              <a:path extrusionOk="0" h="460779" w="467793">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32" name="Google Shape;3832;p51"/>
          <p:cNvGrpSpPr/>
          <p:nvPr/>
        </p:nvGrpSpPr>
        <p:grpSpPr>
          <a:xfrm>
            <a:off x="2032785" y="2864028"/>
            <a:ext cx="276426" cy="296488"/>
            <a:chOff x="5091839" y="5784638"/>
            <a:chExt cx="276426" cy="296488"/>
          </a:xfrm>
        </p:grpSpPr>
        <p:sp>
          <p:nvSpPr>
            <p:cNvPr id="3833" name="Google Shape;3833;p51"/>
            <p:cNvSpPr/>
            <p:nvPr/>
          </p:nvSpPr>
          <p:spPr>
            <a:xfrm>
              <a:off x="5091839" y="5784638"/>
              <a:ext cx="276426" cy="296488"/>
            </a:xfrm>
            <a:custGeom>
              <a:rect b="b" l="l" r="r" t="t"/>
              <a:pathLst>
                <a:path extrusionOk="0" h="445846" w="415678">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4" name="Google Shape;3834;p51"/>
            <p:cNvSpPr/>
            <p:nvPr/>
          </p:nvSpPr>
          <p:spPr>
            <a:xfrm>
              <a:off x="5114796" y="6014293"/>
              <a:ext cx="51792" cy="49910"/>
            </a:xfrm>
            <a:custGeom>
              <a:rect b="b" l="l" r="r" t="t"/>
              <a:pathLst>
                <a:path extrusionOk="0" h="75053" w="77882">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5" name="Google Shape;3835;p51"/>
            <p:cNvSpPr/>
            <p:nvPr/>
          </p:nvSpPr>
          <p:spPr>
            <a:xfrm>
              <a:off x="5174356"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6" name="Google Shape;3836;p51"/>
            <p:cNvSpPr/>
            <p:nvPr/>
          </p:nvSpPr>
          <p:spPr>
            <a:xfrm>
              <a:off x="5233916" y="6014293"/>
              <a:ext cx="51763" cy="49910"/>
            </a:xfrm>
            <a:custGeom>
              <a:rect b="b" l="l" r="r" t="t"/>
              <a:pathLst>
                <a:path extrusionOk="0" h="75053" w="77839">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7" name="Google Shape;3837;p51"/>
            <p:cNvSpPr/>
            <p:nvPr/>
          </p:nvSpPr>
          <p:spPr>
            <a:xfrm>
              <a:off x="5293475"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8" name="Google Shape;3838;p51"/>
          <p:cNvGrpSpPr/>
          <p:nvPr/>
        </p:nvGrpSpPr>
        <p:grpSpPr>
          <a:xfrm>
            <a:off x="2463099" y="2877574"/>
            <a:ext cx="281626" cy="269395"/>
            <a:chOff x="5430823" y="5858108"/>
            <a:chExt cx="252716" cy="241740"/>
          </a:xfrm>
        </p:grpSpPr>
        <p:sp>
          <p:nvSpPr>
            <p:cNvPr id="3839" name="Google Shape;3839;p51"/>
            <p:cNvSpPr/>
            <p:nvPr/>
          </p:nvSpPr>
          <p:spPr>
            <a:xfrm>
              <a:off x="5430823" y="5858108"/>
              <a:ext cx="252701" cy="241740"/>
            </a:xfrm>
            <a:custGeom>
              <a:rect b="b" l="l" r="r" t="t"/>
              <a:pathLst>
                <a:path extrusionOk="0" h="363519" w="380002">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0" name="Google Shape;3840;p51"/>
            <p:cNvSpPr/>
            <p:nvPr/>
          </p:nvSpPr>
          <p:spPr>
            <a:xfrm>
              <a:off x="5610533" y="5876311"/>
              <a:ext cx="73006" cy="157687"/>
            </a:xfrm>
            <a:custGeom>
              <a:rect b="b" l="l" r="r" t="t"/>
              <a:pathLst>
                <a:path extrusionOk="0" h="237124" w="109783">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1" name="Google Shape;3841;p51"/>
            <p:cNvSpPr/>
            <p:nvPr/>
          </p:nvSpPr>
          <p:spPr>
            <a:xfrm>
              <a:off x="5488551" y="5917554"/>
              <a:ext cx="7383" cy="132132"/>
            </a:xfrm>
            <a:custGeom>
              <a:rect b="b" l="l" r="r" t="t"/>
              <a:pathLst>
                <a:path extrusionOk="0" h="198694" w="11102">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2" name="Google Shape;3842;p51"/>
            <p:cNvSpPr/>
            <p:nvPr/>
          </p:nvSpPr>
          <p:spPr>
            <a:xfrm>
              <a:off x="5549055" y="5902872"/>
              <a:ext cx="115389" cy="34628"/>
            </a:xfrm>
            <a:custGeom>
              <a:rect b="b" l="l" r="r" t="t"/>
              <a:pathLst>
                <a:path extrusionOk="0" h="52072" w="173518">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3" name="Google Shape;3843;p51"/>
            <p:cNvSpPr/>
            <p:nvPr/>
          </p:nvSpPr>
          <p:spPr>
            <a:xfrm>
              <a:off x="5559646"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4" name="Google Shape;3844;p51"/>
            <p:cNvSpPr/>
            <p:nvPr/>
          </p:nvSpPr>
          <p:spPr>
            <a:xfrm>
              <a:off x="5592989"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5" name="Google Shape;3845;p51"/>
            <p:cNvSpPr/>
            <p:nvPr/>
          </p:nvSpPr>
          <p:spPr>
            <a:xfrm>
              <a:off x="5626331"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6" name="Google Shape;3846;p51"/>
            <p:cNvSpPr/>
            <p:nvPr/>
          </p:nvSpPr>
          <p:spPr>
            <a:xfrm>
              <a:off x="5559646"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7" name="Google Shape;3847;p51"/>
            <p:cNvSpPr/>
            <p:nvPr/>
          </p:nvSpPr>
          <p:spPr>
            <a:xfrm>
              <a:off x="5592989"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8" name="Google Shape;3848;p51"/>
            <p:cNvSpPr/>
            <p:nvPr/>
          </p:nvSpPr>
          <p:spPr>
            <a:xfrm>
              <a:off x="5626331"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9" name="Google Shape;3849;p51"/>
            <p:cNvSpPr/>
            <p:nvPr/>
          </p:nvSpPr>
          <p:spPr>
            <a:xfrm>
              <a:off x="5559646"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0" name="Google Shape;3850;p51"/>
            <p:cNvSpPr/>
            <p:nvPr/>
          </p:nvSpPr>
          <p:spPr>
            <a:xfrm>
              <a:off x="5592989"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1" name="Google Shape;3851;p51"/>
            <p:cNvSpPr/>
            <p:nvPr/>
          </p:nvSpPr>
          <p:spPr>
            <a:xfrm>
              <a:off x="5626331"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2" name="Google Shape;3852;p51"/>
            <p:cNvSpPr/>
            <p:nvPr/>
          </p:nvSpPr>
          <p:spPr>
            <a:xfrm>
              <a:off x="5559646"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3" name="Google Shape;3853;p51"/>
            <p:cNvSpPr/>
            <p:nvPr/>
          </p:nvSpPr>
          <p:spPr>
            <a:xfrm>
              <a:off x="5592989"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4" name="Google Shape;3854;p51"/>
            <p:cNvSpPr/>
            <p:nvPr/>
          </p:nvSpPr>
          <p:spPr>
            <a:xfrm>
              <a:off x="5626331"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5" name="Google Shape;3855;p51"/>
          <p:cNvGrpSpPr/>
          <p:nvPr/>
        </p:nvGrpSpPr>
        <p:grpSpPr>
          <a:xfrm>
            <a:off x="3352841" y="2867219"/>
            <a:ext cx="257570" cy="290106"/>
            <a:chOff x="1861640" y="6171910"/>
            <a:chExt cx="257570" cy="290106"/>
          </a:xfrm>
        </p:grpSpPr>
        <p:sp>
          <p:nvSpPr>
            <p:cNvPr id="3856" name="Google Shape;3856;p51"/>
            <p:cNvSpPr/>
            <p:nvPr/>
          </p:nvSpPr>
          <p:spPr>
            <a:xfrm>
              <a:off x="1861640" y="6298532"/>
              <a:ext cx="55975" cy="109205"/>
            </a:xfrm>
            <a:custGeom>
              <a:rect b="b" l="l" r="r" t="t"/>
              <a:pathLst>
                <a:path extrusionOk="0" h="164218" w="84173">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7" name="Google Shape;3857;p51"/>
            <p:cNvSpPr/>
            <p:nvPr/>
          </p:nvSpPr>
          <p:spPr>
            <a:xfrm>
              <a:off x="1991111" y="6255616"/>
              <a:ext cx="40019" cy="51495"/>
            </a:xfrm>
            <a:custGeom>
              <a:rect b="b" l="l" r="r" t="t"/>
              <a:pathLst>
                <a:path extrusionOk="0" h="77436" w="60179">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8" name="Google Shape;3858;p51"/>
            <p:cNvSpPr/>
            <p:nvPr/>
          </p:nvSpPr>
          <p:spPr>
            <a:xfrm>
              <a:off x="1911243" y="6171910"/>
              <a:ext cx="207967" cy="290106"/>
            </a:xfrm>
            <a:custGeom>
              <a:rect b="b" l="l" r="r" t="t"/>
              <a:pathLst>
                <a:path extrusionOk="0" h="436249" w="312733">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59" name="Google Shape;3859;p51"/>
          <p:cNvSpPr/>
          <p:nvPr/>
        </p:nvSpPr>
        <p:spPr>
          <a:xfrm>
            <a:off x="758660" y="3322712"/>
            <a:ext cx="211491" cy="246834"/>
          </a:xfrm>
          <a:custGeom>
            <a:rect b="b" l="l" r="r" t="t"/>
            <a:pathLst>
              <a:path extrusionOk="0" h="371179" w="318031">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60" name="Google Shape;3860;p51"/>
          <p:cNvGrpSpPr/>
          <p:nvPr/>
        </p:nvGrpSpPr>
        <p:grpSpPr>
          <a:xfrm>
            <a:off x="1151525" y="3320555"/>
            <a:ext cx="292164" cy="251147"/>
            <a:chOff x="2475957" y="6208716"/>
            <a:chExt cx="340636" cy="292781"/>
          </a:xfrm>
        </p:grpSpPr>
        <p:sp>
          <p:nvSpPr>
            <p:cNvPr id="3861" name="Google Shape;3861;p51"/>
            <p:cNvSpPr/>
            <p:nvPr/>
          </p:nvSpPr>
          <p:spPr>
            <a:xfrm>
              <a:off x="2475957" y="6208716"/>
              <a:ext cx="230379" cy="292738"/>
            </a:xfrm>
            <a:custGeom>
              <a:rect b="b" l="l" r="r" t="t"/>
              <a:pathLst>
                <a:path extrusionOk="0" h="440208" w="346434">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2" name="Google Shape;3862;p51"/>
            <p:cNvSpPr/>
            <p:nvPr/>
          </p:nvSpPr>
          <p:spPr>
            <a:xfrm>
              <a:off x="2716172" y="6359235"/>
              <a:ext cx="100422" cy="142262"/>
            </a:xfrm>
            <a:custGeom>
              <a:rect b="b" l="l" r="r" t="t"/>
              <a:pathLst>
                <a:path extrusionOk="0" h="213928" w="15101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63" name="Google Shape;3863;p51"/>
          <p:cNvGrpSpPr/>
          <p:nvPr/>
        </p:nvGrpSpPr>
        <p:grpSpPr>
          <a:xfrm>
            <a:off x="2052093" y="3304935"/>
            <a:ext cx="237811" cy="282387"/>
            <a:chOff x="2926591" y="6168218"/>
            <a:chExt cx="257566" cy="305845"/>
          </a:xfrm>
        </p:grpSpPr>
        <p:sp>
          <p:nvSpPr>
            <p:cNvPr id="3864" name="Google Shape;3864;p51"/>
            <p:cNvSpPr/>
            <p:nvPr/>
          </p:nvSpPr>
          <p:spPr>
            <a:xfrm>
              <a:off x="3003266" y="6183731"/>
              <a:ext cx="22780" cy="8986"/>
            </a:xfrm>
            <a:custGeom>
              <a:rect b="b" l="l" r="r" t="t"/>
              <a:pathLst>
                <a:path extrusionOk="0" h="13513" w="34255">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5" name="Google Shape;3865;p51"/>
            <p:cNvSpPr/>
            <p:nvPr/>
          </p:nvSpPr>
          <p:spPr>
            <a:xfrm>
              <a:off x="2926591" y="6168218"/>
              <a:ext cx="257566" cy="305845"/>
            </a:xfrm>
            <a:custGeom>
              <a:rect b="b" l="l" r="r" t="t"/>
              <a:pathLst>
                <a:path extrusionOk="0" h="459918" w="387317">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66" name="Google Shape;3866;p51"/>
          <p:cNvGrpSpPr/>
          <p:nvPr/>
        </p:nvGrpSpPr>
        <p:grpSpPr>
          <a:xfrm>
            <a:off x="2482435" y="3307210"/>
            <a:ext cx="242954" cy="277837"/>
            <a:chOff x="3224448" y="6168676"/>
            <a:chExt cx="274308" cy="313692"/>
          </a:xfrm>
        </p:grpSpPr>
        <p:sp>
          <p:nvSpPr>
            <p:cNvPr id="3867" name="Google Shape;3867;p51"/>
            <p:cNvSpPr/>
            <p:nvPr/>
          </p:nvSpPr>
          <p:spPr>
            <a:xfrm>
              <a:off x="3224448" y="6217847"/>
              <a:ext cx="274308" cy="264520"/>
            </a:xfrm>
            <a:custGeom>
              <a:rect b="b" l="l" r="r" t="t"/>
              <a:pathLst>
                <a:path extrusionOk="0" h="397775" w="412493">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8" name="Google Shape;3868;p51"/>
            <p:cNvSpPr/>
            <p:nvPr/>
          </p:nvSpPr>
          <p:spPr>
            <a:xfrm>
              <a:off x="3405159" y="6268592"/>
              <a:ext cx="63046" cy="9215"/>
            </a:xfrm>
            <a:custGeom>
              <a:rect b="b" l="l" r="r" t="t"/>
              <a:pathLst>
                <a:path extrusionOk="0" h="13857" w="94806">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9" name="Google Shape;3869;p51"/>
            <p:cNvSpPr/>
            <p:nvPr/>
          </p:nvSpPr>
          <p:spPr>
            <a:xfrm>
              <a:off x="3224533" y="6168676"/>
              <a:ext cx="142806" cy="135709"/>
            </a:xfrm>
            <a:custGeom>
              <a:rect b="b" l="l" r="r" t="t"/>
              <a:pathLst>
                <a:path extrusionOk="0" h="204073" w="214746">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70" name="Google Shape;3870;p51"/>
          <p:cNvGrpSpPr/>
          <p:nvPr/>
        </p:nvGrpSpPr>
        <p:grpSpPr>
          <a:xfrm>
            <a:off x="2903479" y="3301812"/>
            <a:ext cx="281150" cy="288633"/>
            <a:chOff x="3602929" y="6140885"/>
            <a:chExt cx="339758" cy="348802"/>
          </a:xfrm>
        </p:grpSpPr>
        <p:sp>
          <p:nvSpPr>
            <p:cNvPr id="3871" name="Google Shape;3871;p51"/>
            <p:cNvSpPr/>
            <p:nvPr/>
          </p:nvSpPr>
          <p:spPr>
            <a:xfrm>
              <a:off x="3602929" y="6140885"/>
              <a:ext cx="339758" cy="348802"/>
            </a:xfrm>
            <a:custGeom>
              <a:rect b="b" l="l" r="r" t="t"/>
              <a:pathLst>
                <a:path extrusionOk="0" h="524514" w="510915">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2" name="Google Shape;3872;p51"/>
            <p:cNvSpPr/>
            <p:nvPr/>
          </p:nvSpPr>
          <p:spPr>
            <a:xfrm>
              <a:off x="3631521" y="6206355"/>
              <a:ext cx="58467" cy="65379"/>
            </a:xfrm>
            <a:custGeom>
              <a:rect b="b" l="l" r="r" t="t"/>
              <a:pathLst>
                <a:path extrusionOk="0" h="98315" w="87921">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3" name="Google Shape;3873;p51"/>
            <p:cNvSpPr/>
            <p:nvPr/>
          </p:nvSpPr>
          <p:spPr>
            <a:xfrm>
              <a:off x="3855622" y="6322056"/>
              <a:ext cx="58467" cy="65364"/>
            </a:xfrm>
            <a:custGeom>
              <a:rect b="b" l="l" r="r" t="t"/>
              <a:pathLst>
                <a:path extrusionOk="0" h="98292" w="87921">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4" name="Google Shape;3874;p51"/>
            <p:cNvSpPr/>
            <p:nvPr/>
          </p:nvSpPr>
          <p:spPr>
            <a:xfrm>
              <a:off x="3786817" y="6171051"/>
              <a:ext cx="78586" cy="101309"/>
            </a:xfrm>
            <a:custGeom>
              <a:rect b="b" l="l" r="r" t="t"/>
              <a:pathLst>
                <a:path extrusionOk="0" h="152345" w="118175">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5" name="Google Shape;3875;p51"/>
            <p:cNvSpPr/>
            <p:nvPr/>
          </p:nvSpPr>
          <p:spPr>
            <a:xfrm>
              <a:off x="3683233" y="6319366"/>
              <a:ext cx="72661" cy="101367"/>
            </a:xfrm>
            <a:custGeom>
              <a:rect b="b" l="l" r="r" t="t"/>
              <a:pathLst>
                <a:path extrusionOk="0" h="152431" w="109265">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76" name="Google Shape;3876;p51"/>
          <p:cNvSpPr/>
          <p:nvPr/>
        </p:nvSpPr>
        <p:spPr>
          <a:xfrm>
            <a:off x="1595675" y="3747177"/>
            <a:ext cx="270487" cy="270419"/>
          </a:xfrm>
          <a:custGeom>
            <a:rect b="b" l="l" r="r" t="t"/>
            <a:pathLst>
              <a:path extrusionOk="0" h="342303" w="342389">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7" name="Google Shape;3877;p51"/>
          <p:cNvSpPr/>
          <p:nvPr/>
        </p:nvSpPr>
        <p:spPr>
          <a:xfrm>
            <a:off x="2465777" y="3744297"/>
            <a:ext cx="276272" cy="276211"/>
          </a:xfrm>
          <a:custGeom>
            <a:rect b="b" l="l" r="r" t="t"/>
            <a:pathLst>
              <a:path extrusionOk="0" h="415355" w="415446">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8" name="Google Shape;3878;p51"/>
          <p:cNvSpPr/>
          <p:nvPr/>
        </p:nvSpPr>
        <p:spPr>
          <a:xfrm>
            <a:off x="1152835" y="3737634"/>
            <a:ext cx="289544" cy="289537"/>
          </a:xfrm>
          <a:custGeom>
            <a:rect b="b" l="l" r="r" t="t"/>
            <a:pathLst>
              <a:path extrusionOk="0" h="457766" w="457777">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79" name="Google Shape;3879;p51"/>
          <p:cNvGrpSpPr/>
          <p:nvPr/>
        </p:nvGrpSpPr>
        <p:grpSpPr>
          <a:xfrm>
            <a:off x="723588" y="4189652"/>
            <a:ext cx="281634" cy="269729"/>
            <a:chOff x="5133424" y="6149671"/>
            <a:chExt cx="281634" cy="269729"/>
          </a:xfrm>
        </p:grpSpPr>
        <p:sp>
          <p:nvSpPr>
            <p:cNvPr id="3880" name="Google Shape;3880;p51"/>
            <p:cNvSpPr/>
            <p:nvPr/>
          </p:nvSpPr>
          <p:spPr>
            <a:xfrm>
              <a:off x="5207009" y="6184417"/>
              <a:ext cx="8242" cy="13336"/>
            </a:xfrm>
            <a:custGeom>
              <a:rect b="b" l="l" r="r" t="t"/>
              <a:pathLst>
                <a:path extrusionOk="0" h="20054" w="12394">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1" name="Google Shape;3881;p51"/>
            <p:cNvSpPr/>
            <p:nvPr/>
          </p:nvSpPr>
          <p:spPr>
            <a:xfrm>
              <a:off x="5133424" y="6149671"/>
              <a:ext cx="281634" cy="269729"/>
            </a:xfrm>
            <a:custGeom>
              <a:rect b="b" l="l" r="r" t="t"/>
              <a:pathLst>
                <a:path extrusionOk="0" h="405608" w="42351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82" name="Google Shape;3882;p51"/>
          <p:cNvGrpSpPr/>
          <p:nvPr/>
        </p:nvGrpSpPr>
        <p:grpSpPr>
          <a:xfrm>
            <a:off x="1150150" y="4177074"/>
            <a:ext cx="294885" cy="294885"/>
            <a:chOff x="1440000" y="6623064"/>
            <a:chExt cx="294885" cy="294885"/>
          </a:xfrm>
        </p:grpSpPr>
        <p:sp>
          <p:nvSpPr>
            <p:cNvPr id="3883" name="Google Shape;3883;p51"/>
            <p:cNvSpPr/>
            <p:nvPr/>
          </p:nvSpPr>
          <p:spPr>
            <a:xfrm>
              <a:off x="1440000" y="6623064"/>
              <a:ext cx="294885" cy="294885"/>
            </a:xfrm>
            <a:custGeom>
              <a:rect b="b" l="l" r="r" t="t"/>
              <a:pathLst>
                <a:path extrusionOk="0" h="443436" w="443436">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4" name="Google Shape;3884;p51"/>
            <p:cNvSpPr/>
            <p:nvPr/>
          </p:nvSpPr>
          <p:spPr>
            <a:xfrm>
              <a:off x="1468061" y="6650741"/>
              <a:ext cx="238771" cy="114044"/>
            </a:xfrm>
            <a:custGeom>
              <a:rect b="b" l="l" r="r" t="t"/>
              <a:pathLst>
                <a:path extrusionOk="0" h="171495" w="359054">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5" name="Google Shape;3885;p51"/>
            <p:cNvSpPr/>
            <p:nvPr/>
          </p:nvSpPr>
          <p:spPr>
            <a:xfrm>
              <a:off x="1468085" y="6776258"/>
              <a:ext cx="238771" cy="114060"/>
            </a:xfrm>
            <a:custGeom>
              <a:rect b="b" l="l" r="r" t="t"/>
              <a:pathLst>
                <a:path extrusionOk="0" h="171519" w="359054">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6" name="Google Shape;3886;p51"/>
            <p:cNvSpPr/>
            <p:nvPr/>
          </p:nvSpPr>
          <p:spPr>
            <a:xfrm>
              <a:off x="1569194" y="6739495"/>
              <a:ext cx="37003" cy="113071"/>
            </a:xfrm>
            <a:custGeom>
              <a:rect b="b" l="l" r="r" t="t"/>
              <a:pathLst>
                <a:path extrusionOk="0" h="170032" w="55644">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7" name="Google Shape;3887;p51"/>
            <p:cNvSpPr/>
            <p:nvPr/>
          </p:nvSpPr>
          <p:spPr>
            <a:xfrm>
              <a:off x="1567620" y="6688464"/>
              <a:ext cx="39665" cy="36345"/>
            </a:xfrm>
            <a:custGeom>
              <a:rect b="b" l="l" r="r" t="t"/>
              <a:pathLst>
                <a:path extrusionOk="0" h="54654" w="59646">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88" name="Google Shape;3888;p51"/>
          <p:cNvGrpSpPr/>
          <p:nvPr/>
        </p:nvGrpSpPr>
        <p:grpSpPr>
          <a:xfrm>
            <a:off x="1198637" y="2870793"/>
            <a:ext cx="197939" cy="282958"/>
            <a:chOff x="3824108" y="185737"/>
            <a:chExt cx="4539896" cy="6489858"/>
          </a:xfrm>
        </p:grpSpPr>
        <p:sp>
          <p:nvSpPr>
            <p:cNvPr id="3889" name="Google Shape;3889;p51"/>
            <p:cNvSpPr/>
            <p:nvPr/>
          </p:nvSpPr>
          <p:spPr>
            <a:xfrm>
              <a:off x="5784102" y="1097184"/>
              <a:ext cx="2579902" cy="3840099"/>
            </a:xfrm>
            <a:custGeom>
              <a:rect b="b" l="l" r="r" t="t"/>
              <a:pathLst>
                <a:path extrusionOk="0" h="3840099" w="2579902">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0" name="Google Shape;3890;p51"/>
            <p:cNvSpPr/>
            <p:nvPr/>
          </p:nvSpPr>
          <p:spPr>
            <a:xfrm>
              <a:off x="3824108" y="185737"/>
              <a:ext cx="4498660" cy="6489858"/>
            </a:xfrm>
            <a:custGeom>
              <a:rect b="b" l="l" r="r" t="t"/>
              <a:pathLst>
                <a:path extrusionOk="0" h="6489858" w="449866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91" name="Google Shape;3891;p51"/>
          <p:cNvGrpSpPr/>
          <p:nvPr/>
        </p:nvGrpSpPr>
        <p:grpSpPr>
          <a:xfrm>
            <a:off x="5090901" y="1554019"/>
            <a:ext cx="278210" cy="293633"/>
            <a:chOff x="48677" y="2535783"/>
            <a:chExt cx="467344" cy="493252"/>
          </a:xfrm>
        </p:grpSpPr>
        <p:sp>
          <p:nvSpPr>
            <p:cNvPr id="3892" name="Google Shape;3892;p51"/>
            <p:cNvSpPr/>
            <p:nvPr/>
          </p:nvSpPr>
          <p:spPr>
            <a:xfrm>
              <a:off x="48677" y="2535783"/>
              <a:ext cx="467344" cy="493252"/>
            </a:xfrm>
            <a:custGeom>
              <a:rect b="b" l="l" r="r" t="t"/>
              <a:pathLst>
                <a:path extrusionOk="0" h="493252" w="467344">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3" name="Google Shape;3893;p51"/>
            <p:cNvSpPr/>
            <p:nvPr/>
          </p:nvSpPr>
          <p:spPr>
            <a:xfrm>
              <a:off x="62699" y="2932216"/>
              <a:ext cx="22700" cy="96618"/>
            </a:xfrm>
            <a:custGeom>
              <a:rect b="b" l="l" r="r" t="t"/>
              <a:pathLst>
                <a:path extrusionOk="0" h="96618" w="2270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4" name="Google Shape;3894;p51"/>
            <p:cNvSpPr/>
            <p:nvPr/>
          </p:nvSpPr>
          <p:spPr>
            <a:xfrm>
              <a:off x="200209" y="2777694"/>
              <a:ext cx="164213" cy="102104"/>
            </a:xfrm>
            <a:custGeom>
              <a:rect b="b" l="l" r="r" t="t"/>
              <a:pathLst>
                <a:path extrusionOk="0" h="102104" w="164213">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5" name="Google Shape;3895;p51"/>
            <p:cNvSpPr/>
            <p:nvPr/>
          </p:nvSpPr>
          <p:spPr>
            <a:xfrm>
              <a:off x="14636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6" name="Google Shape;3896;p51"/>
            <p:cNvSpPr/>
            <p:nvPr/>
          </p:nvSpPr>
          <p:spPr>
            <a:xfrm>
              <a:off x="40397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7" name="Google Shape;3897;p51"/>
            <p:cNvSpPr/>
            <p:nvPr/>
          </p:nvSpPr>
          <p:spPr>
            <a:xfrm>
              <a:off x="22068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8" name="Google Shape;3898;p51"/>
            <p:cNvSpPr/>
            <p:nvPr/>
          </p:nvSpPr>
          <p:spPr>
            <a:xfrm>
              <a:off x="24792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9" name="Google Shape;3899;p51"/>
            <p:cNvSpPr/>
            <p:nvPr/>
          </p:nvSpPr>
          <p:spPr>
            <a:xfrm>
              <a:off x="275171"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0" name="Google Shape;3900;p51"/>
            <p:cNvSpPr/>
            <p:nvPr/>
          </p:nvSpPr>
          <p:spPr>
            <a:xfrm>
              <a:off x="30241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1" name="Google Shape;3901;p51"/>
            <p:cNvSpPr/>
            <p:nvPr/>
          </p:nvSpPr>
          <p:spPr>
            <a:xfrm>
              <a:off x="32965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2" name="Google Shape;3902;p51"/>
            <p:cNvSpPr/>
            <p:nvPr/>
          </p:nvSpPr>
          <p:spPr>
            <a:xfrm>
              <a:off x="232436"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3" name="Google Shape;3903;p51"/>
            <p:cNvSpPr/>
            <p:nvPr/>
          </p:nvSpPr>
          <p:spPr>
            <a:xfrm>
              <a:off x="317839"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04" name="Google Shape;3904;p51"/>
          <p:cNvGrpSpPr/>
          <p:nvPr/>
        </p:nvGrpSpPr>
        <p:grpSpPr>
          <a:xfrm>
            <a:off x="5985227" y="1554019"/>
            <a:ext cx="228244" cy="293633"/>
            <a:chOff x="701850" y="2535716"/>
            <a:chExt cx="383410" cy="493252"/>
          </a:xfrm>
        </p:grpSpPr>
        <p:sp>
          <p:nvSpPr>
            <p:cNvPr id="3905" name="Google Shape;3905;p51"/>
            <p:cNvSpPr/>
            <p:nvPr/>
          </p:nvSpPr>
          <p:spPr>
            <a:xfrm>
              <a:off x="841406"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6" name="Google Shape;3906;p51"/>
            <p:cNvSpPr/>
            <p:nvPr/>
          </p:nvSpPr>
          <p:spPr>
            <a:xfrm>
              <a:off x="824742" y="2700662"/>
              <a:ext cx="47751" cy="18345"/>
            </a:xfrm>
            <a:custGeom>
              <a:rect b="b" l="l" r="r" t="t"/>
              <a:pathLst>
                <a:path extrusionOk="0" h="18345" w="47751">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7" name="Google Shape;3907;p51"/>
            <p:cNvSpPr/>
            <p:nvPr/>
          </p:nvSpPr>
          <p:spPr>
            <a:xfrm>
              <a:off x="914618" y="2701130"/>
              <a:ext cx="47751" cy="18345"/>
            </a:xfrm>
            <a:custGeom>
              <a:rect b="b" l="l" r="r" t="t"/>
              <a:pathLst>
                <a:path extrusionOk="0" h="18345" w="47751">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8" name="Google Shape;3908;p51"/>
            <p:cNvSpPr/>
            <p:nvPr/>
          </p:nvSpPr>
          <p:spPr>
            <a:xfrm>
              <a:off x="930347"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9" name="Google Shape;3909;p51"/>
            <p:cNvSpPr/>
            <p:nvPr/>
          </p:nvSpPr>
          <p:spPr>
            <a:xfrm>
              <a:off x="873706" y="2765109"/>
              <a:ext cx="39720" cy="18468"/>
            </a:xfrm>
            <a:custGeom>
              <a:rect b="b" l="l" r="r" t="t"/>
              <a:pathLst>
                <a:path extrusionOk="0" h="18468" w="3972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0" name="Google Shape;3910;p51"/>
            <p:cNvSpPr/>
            <p:nvPr/>
          </p:nvSpPr>
          <p:spPr>
            <a:xfrm>
              <a:off x="859227" y="2801606"/>
              <a:ext cx="68655" cy="41938"/>
            </a:xfrm>
            <a:custGeom>
              <a:rect b="b" l="l" r="r" t="t"/>
              <a:pathLst>
                <a:path extrusionOk="0" h="41938" w="68655">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1" name="Google Shape;3911;p51"/>
            <p:cNvSpPr/>
            <p:nvPr/>
          </p:nvSpPr>
          <p:spPr>
            <a:xfrm>
              <a:off x="886344" y="2696439"/>
              <a:ext cx="14422" cy="14422"/>
            </a:xfrm>
            <a:custGeom>
              <a:rect b="b" l="l" r="r" t="t"/>
              <a:pathLst>
                <a:path extrusionOk="0" h="14422" w="14422">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51"/>
            <p:cNvSpPr/>
            <p:nvPr/>
          </p:nvSpPr>
          <p:spPr>
            <a:xfrm>
              <a:off x="873056" y="2640884"/>
              <a:ext cx="40998" cy="40998"/>
            </a:xfrm>
            <a:custGeom>
              <a:rect b="b" l="l" r="r" t="t"/>
              <a:pathLst>
                <a:path extrusionOk="0" h="40998" w="40998">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3" name="Google Shape;3913;p51"/>
            <p:cNvSpPr/>
            <p:nvPr/>
          </p:nvSpPr>
          <p:spPr>
            <a:xfrm>
              <a:off x="701850" y="2535716"/>
              <a:ext cx="383410" cy="493252"/>
            </a:xfrm>
            <a:custGeom>
              <a:rect b="b" l="l" r="r" t="t"/>
              <a:pathLst>
                <a:path extrusionOk="0" h="493252" w="38341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4" name="Google Shape;3914;p51"/>
            <p:cNvSpPr/>
            <p:nvPr/>
          </p:nvSpPr>
          <p:spPr>
            <a:xfrm>
              <a:off x="924375" y="2973294"/>
              <a:ext cx="55703" cy="55540"/>
            </a:xfrm>
            <a:custGeom>
              <a:rect b="b" l="l" r="r" t="t"/>
              <a:pathLst>
                <a:path extrusionOk="0" h="55540" w="55703">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5" name="Google Shape;3915;p51"/>
            <p:cNvSpPr/>
            <p:nvPr/>
          </p:nvSpPr>
          <p:spPr>
            <a:xfrm>
              <a:off x="778973" y="2989305"/>
              <a:ext cx="14422" cy="39462"/>
            </a:xfrm>
            <a:custGeom>
              <a:rect b="b" l="l" r="r" t="t"/>
              <a:pathLst>
                <a:path extrusionOk="0" h="39462" w="14422">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16" name="Google Shape;3916;p51"/>
          <p:cNvGrpSpPr/>
          <p:nvPr/>
        </p:nvGrpSpPr>
        <p:grpSpPr>
          <a:xfrm>
            <a:off x="5117502" y="1994950"/>
            <a:ext cx="225009" cy="288205"/>
            <a:chOff x="1194101" y="2504533"/>
            <a:chExt cx="416529" cy="533516"/>
          </a:xfrm>
        </p:grpSpPr>
        <p:sp>
          <p:nvSpPr>
            <p:cNvPr id="3917" name="Google Shape;3917;p51"/>
            <p:cNvSpPr/>
            <p:nvPr/>
          </p:nvSpPr>
          <p:spPr>
            <a:xfrm>
              <a:off x="1344407"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8" name="Google Shape;3918;p51"/>
            <p:cNvSpPr/>
            <p:nvPr/>
          </p:nvSpPr>
          <p:spPr>
            <a:xfrm>
              <a:off x="1444633"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51"/>
            <p:cNvSpPr/>
            <p:nvPr/>
          </p:nvSpPr>
          <p:spPr>
            <a:xfrm>
              <a:off x="1194101" y="2504533"/>
              <a:ext cx="416529" cy="533516"/>
            </a:xfrm>
            <a:custGeom>
              <a:rect b="b" l="l" r="r" t="t"/>
              <a:pathLst>
                <a:path extrusionOk="0" h="533516" w="416529">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51"/>
            <p:cNvSpPr/>
            <p:nvPr/>
          </p:nvSpPr>
          <p:spPr>
            <a:xfrm>
              <a:off x="1335993"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1" name="Google Shape;3921;p51"/>
            <p:cNvSpPr/>
            <p:nvPr/>
          </p:nvSpPr>
          <p:spPr>
            <a:xfrm>
              <a:off x="1436286"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2" name="Google Shape;3922;p51"/>
            <p:cNvSpPr/>
            <p:nvPr/>
          </p:nvSpPr>
          <p:spPr>
            <a:xfrm>
              <a:off x="1369405" y="2755132"/>
              <a:ext cx="65813" cy="24038"/>
            </a:xfrm>
            <a:custGeom>
              <a:rect b="b" l="l" r="r" t="t"/>
              <a:pathLst>
                <a:path extrusionOk="0" h="24038" w="65813">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3" name="Google Shape;3923;p51"/>
          <p:cNvGrpSpPr/>
          <p:nvPr/>
        </p:nvGrpSpPr>
        <p:grpSpPr>
          <a:xfrm>
            <a:off x="6863004" y="1993349"/>
            <a:ext cx="231114" cy="291407"/>
            <a:chOff x="2245112" y="2488241"/>
            <a:chExt cx="448242" cy="565181"/>
          </a:xfrm>
        </p:grpSpPr>
        <p:sp>
          <p:nvSpPr>
            <p:cNvPr id="3924" name="Google Shape;3924;p51"/>
            <p:cNvSpPr/>
            <p:nvPr/>
          </p:nvSpPr>
          <p:spPr>
            <a:xfrm>
              <a:off x="2245112" y="2488241"/>
              <a:ext cx="448242" cy="565181"/>
            </a:xfrm>
            <a:custGeom>
              <a:rect b="b" l="l" r="r" t="t"/>
              <a:pathLst>
                <a:path extrusionOk="0" h="565181" w="448242">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5" name="Google Shape;3925;p51"/>
            <p:cNvSpPr/>
            <p:nvPr/>
          </p:nvSpPr>
          <p:spPr>
            <a:xfrm>
              <a:off x="2446192" y="2753027"/>
              <a:ext cx="47480" cy="20268"/>
            </a:xfrm>
            <a:custGeom>
              <a:rect b="b" l="l" r="r" t="t"/>
              <a:pathLst>
                <a:path extrusionOk="0" h="20268" w="4748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6" name="Google Shape;3926;p51"/>
            <p:cNvSpPr/>
            <p:nvPr/>
          </p:nvSpPr>
          <p:spPr>
            <a:xfrm>
              <a:off x="2425007" y="2792859"/>
              <a:ext cx="89850" cy="49612"/>
            </a:xfrm>
            <a:custGeom>
              <a:rect b="b" l="l" r="r" t="t"/>
              <a:pathLst>
                <a:path extrusionOk="0" h="49612" w="8985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7" name="Google Shape;3927;p51"/>
            <p:cNvSpPr/>
            <p:nvPr/>
          </p:nvSpPr>
          <p:spPr>
            <a:xfrm>
              <a:off x="2511331" y="2698976"/>
              <a:ext cx="16559" cy="37526"/>
            </a:xfrm>
            <a:custGeom>
              <a:rect b="b" l="l" r="r" t="t"/>
              <a:pathLst>
                <a:path extrusionOk="0" h="37526" w="16559">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51"/>
            <p:cNvSpPr/>
            <p:nvPr/>
          </p:nvSpPr>
          <p:spPr>
            <a:xfrm>
              <a:off x="2410905" y="2698976"/>
              <a:ext cx="16559" cy="37526"/>
            </a:xfrm>
            <a:custGeom>
              <a:rect b="b" l="l" r="r" t="t"/>
              <a:pathLst>
                <a:path extrusionOk="0" h="37526" w="16559">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29" name="Google Shape;3929;p51"/>
          <p:cNvGrpSpPr/>
          <p:nvPr/>
        </p:nvGrpSpPr>
        <p:grpSpPr>
          <a:xfrm>
            <a:off x="5092015" y="2432505"/>
            <a:ext cx="275982" cy="280159"/>
            <a:chOff x="3293870" y="2529907"/>
            <a:chExt cx="502882" cy="510400"/>
          </a:xfrm>
        </p:grpSpPr>
        <p:sp>
          <p:nvSpPr>
            <p:cNvPr id="3930" name="Google Shape;3930;p51"/>
            <p:cNvSpPr/>
            <p:nvPr/>
          </p:nvSpPr>
          <p:spPr>
            <a:xfrm>
              <a:off x="3583171" y="2732630"/>
              <a:ext cx="14957" cy="29914"/>
            </a:xfrm>
            <a:custGeom>
              <a:rect b="b" l="l" r="r" t="t"/>
              <a:pathLst>
                <a:path extrusionOk="0" h="29914" w="14957">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51"/>
            <p:cNvSpPr/>
            <p:nvPr/>
          </p:nvSpPr>
          <p:spPr>
            <a:xfrm>
              <a:off x="3524400" y="2788441"/>
              <a:ext cx="42890" cy="18306"/>
            </a:xfrm>
            <a:custGeom>
              <a:rect b="b" l="l" r="r" t="t"/>
              <a:pathLst>
                <a:path extrusionOk="0" h="18306" w="4289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2" name="Google Shape;3932;p51"/>
            <p:cNvSpPr/>
            <p:nvPr/>
          </p:nvSpPr>
          <p:spPr>
            <a:xfrm>
              <a:off x="3338126" y="2935344"/>
              <a:ext cx="62507" cy="104708"/>
            </a:xfrm>
            <a:custGeom>
              <a:rect b="b" l="l" r="r" t="t"/>
              <a:pathLst>
                <a:path extrusionOk="0" h="104708" w="62507">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3" name="Google Shape;3933;p51"/>
            <p:cNvSpPr/>
            <p:nvPr/>
          </p:nvSpPr>
          <p:spPr>
            <a:xfrm>
              <a:off x="3293870" y="2529907"/>
              <a:ext cx="502882" cy="510400"/>
            </a:xfrm>
            <a:custGeom>
              <a:rect b="b" l="l" r="r" t="t"/>
              <a:pathLst>
                <a:path extrusionOk="0" h="510400" w="502882">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4" name="Google Shape;3934;p51"/>
            <p:cNvSpPr/>
            <p:nvPr/>
          </p:nvSpPr>
          <p:spPr>
            <a:xfrm>
              <a:off x="3513660" y="2601621"/>
              <a:ext cx="63300" cy="63300"/>
            </a:xfrm>
            <a:custGeom>
              <a:rect b="b" l="l" r="r" t="t"/>
              <a:pathLst>
                <a:path extrusionOk="0" h="63300" w="6330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5" name="Google Shape;3935;p51"/>
            <p:cNvSpPr/>
            <p:nvPr/>
          </p:nvSpPr>
          <p:spPr>
            <a:xfrm>
              <a:off x="3505284" y="2820303"/>
              <a:ext cx="81122" cy="44871"/>
            </a:xfrm>
            <a:custGeom>
              <a:rect b="b" l="l" r="r" t="t"/>
              <a:pathLst>
                <a:path extrusionOk="0" h="44871" w="81122">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6" name="Google Shape;3936;p51"/>
          <p:cNvGrpSpPr/>
          <p:nvPr/>
        </p:nvGrpSpPr>
        <p:grpSpPr>
          <a:xfrm>
            <a:off x="5545821" y="2429306"/>
            <a:ext cx="231119" cy="286557"/>
            <a:chOff x="3877177" y="2526826"/>
            <a:chExt cx="451581" cy="559901"/>
          </a:xfrm>
        </p:grpSpPr>
        <p:sp>
          <p:nvSpPr>
            <p:cNvPr id="3937" name="Google Shape;3937;p51"/>
            <p:cNvSpPr/>
            <p:nvPr/>
          </p:nvSpPr>
          <p:spPr>
            <a:xfrm>
              <a:off x="3877177" y="2954488"/>
              <a:ext cx="84158" cy="132172"/>
            </a:xfrm>
            <a:custGeom>
              <a:rect b="b" l="l" r="r" t="t"/>
              <a:pathLst>
                <a:path extrusionOk="0" h="132172" w="84158">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8" name="Google Shape;3938;p51"/>
            <p:cNvSpPr/>
            <p:nvPr/>
          </p:nvSpPr>
          <p:spPr>
            <a:xfrm>
              <a:off x="3924715" y="2526826"/>
              <a:ext cx="404043" cy="559701"/>
            </a:xfrm>
            <a:custGeom>
              <a:rect b="b" l="l" r="r" t="t"/>
              <a:pathLst>
                <a:path extrusionOk="0" h="559701" w="404043">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9" name="Google Shape;3939;p51"/>
            <p:cNvSpPr/>
            <p:nvPr/>
          </p:nvSpPr>
          <p:spPr>
            <a:xfrm>
              <a:off x="4059075" y="2812157"/>
              <a:ext cx="89049" cy="49211"/>
            </a:xfrm>
            <a:custGeom>
              <a:rect b="b" l="l" r="r" t="t"/>
              <a:pathLst>
                <a:path extrusionOk="0" h="49211" w="89049">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0" name="Google Shape;3940;p51"/>
            <p:cNvSpPr/>
            <p:nvPr/>
          </p:nvSpPr>
          <p:spPr>
            <a:xfrm>
              <a:off x="3997030" y="3015547"/>
              <a:ext cx="105568" cy="71113"/>
            </a:xfrm>
            <a:custGeom>
              <a:rect b="b" l="l" r="r" t="t"/>
              <a:pathLst>
                <a:path extrusionOk="0" h="71113" w="105568">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1" name="Google Shape;3941;p51"/>
            <p:cNvSpPr/>
            <p:nvPr/>
          </p:nvSpPr>
          <p:spPr>
            <a:xfrm>
              <a:off x="4123832" y="3015614"/>
              <a:ext cx="84267" cy="71113"/>
            </a:xfrm>
            <a:custGeom>
              <a:rect b="b" l="l" r="r" t="t"/>
              <a:pathLst>
                <a:path extrusionOk="0" h="71113" w="84267">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2" name="Google Shape;3942;p51"/>
            <p:cNvSpPr/>
            <p:nvPr/>
          </p:nvSpPr>
          <p:spPr>
            <a:xfrm>
              <a:off x="4080126" y="2779402"/>
              <a:ext cx="46971" cy="20067"/>
            </a:xfrm>
            <a:custGeom>
              <a:rect b="b" l="l" r="r" t="t"/>
              <a:pathLst>
                <a:path extrusionOk="0" h="20067" w="46971">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51"/>
            <p:cNvSpPr/>
            <p:nvPr/>
          </p:nvSpPr>
          <p:spPr>
            <a:xfrm>
              <a:off x="4026477" y="2684220"/>
              <a:ext cx="53618" cy="16426"/>
            </a:xfrm>
            <a:custGeom>
              <a:rect b="b" l="l" r="r" t="t"/>
              <a:pathLst>
                <a:path extrusionOk="0" h="16426" w="53618">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4" name="Google Shape;3944;p51"/>
            <p:cNvSpPr/>
            <p:nvPr/>
          </p:nvSpPr>
          <p:spPr>
            <a:xfrm>
              <a:off x="4126035" y="2684220"/>
              <a:ext cx="53618" cy="16426"/>
            </a:xfrm>
            <a:custGeom>
              <a:rect b="b" l="l" r="r" t="t"/>
              <a:pathLst>
                <a:path extrusionOk="0" h="16426" w="53618">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5" name="Google Shape;3945;p51"/>
          <p:cNvGrpSpPr/>
          <p:nvPr/>
        </p:nvGrpSpPr>
        <p:grpSpPr>
          <a:xfrm>
            <a:off x="6857954" y="2429188"/>
            <a:ext cx="241213" cy="286793"/>
            <a:chOff x="4422849" y="2521561"/>
            <a:chExt cx="455376" cy="541528"/>
          </a:xfrm>
        </p:grpSpPr>
        <p:sp>
          <p:nvSpPr>
            <p:cNvPr id="3946" name="Google Shape;3946;p51"/>
            <p:cNvSpPr/>
            <p:nvPr/>
          </p:nvSpPr>
          <p:spPr>
            <a:xfrm>
              <a:off x="4607736" y="2970275"/>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7" name="Google Shape;3947;p51"/>
            <p:cNvSpPr/>
            <p:nvPr/>
          </p:nvSpPr>
          <p:spPr>
            <a:xfrm>
              <a:off x="4607736" y="3008669"/>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8" name="Google Shape;3948;p51"/>
            <p:cNvSpPr/>
            <p:nvPr/>
          </p:nvSpPr>
          <p:spPr>
            <a:xfrm>
              <a:off x="4422849" y="2521561"/>
              <a:ext cx="455376" cy="541528"/>
            </a:xfrm>
            <a:custGeom>
              <a:rect b="b" l="l" r="r" t="t"/>
              <a:pathLst>
                <a:path extrusionOk="0" h="541528" w="455376">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9" name="Google Shape;3949;p51"/>
            <p:cNvSpPr/>
            <p:nvPr/>
          </p:nvSpPr>
          <p:spPr>
            <a:xfrm>
              <a:off x="4579424" y="2706054"/>
              <a:ext cx="15892" cy="31717"/>
            </a:xfrm>
            <a:custGeom>
              <a:rect b="b" l="l" r="r" t="t"/>
              <a:pathLst>
                <a:path extrusionOk="0" h="31717" w="15892">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0" name="Google Shape;3950;p51"/>
            <p:cNvSpPr/>
            <p:nvPr/>
          </p:nvSpPr>
          <p:spPr>
            <a:xfrm>
              <a:off x="4705425" y="2705988"/>
              <a:ext cx="15892" cy="31717"/>
            </a:xfrm>
            <a:custGeom>
              <a:rect b="b" l="l" r="r" t="t"/>
              <a:pathLst>
                <a:path extrusionOk="0" h="31717" w="15892">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51"/>
            <p:cNvSpPr/>
            <p:nvPr/>
          </p:nvSpPr>
          <p:spPr>
            <a:xfrm>
              <a:off x="4607740" y="2774101"/>
              <a:ext cx="85328" cy="35919"/>
            </a:xfrm>
            <a:custGeom>
              <a:rect b="b" l="l" r="r" t="t"/>
              <a:pathLst>
                <a:path extrusionOk="0" h="35919" w="85328">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51"/>
            <p:cNvSpPr/>
            <p:nvPr/>
          </p:nvSpPr>
          <p:spPr>
            <a:xfrm>
              <a:off x="4628903" y="2696372"/>
              <a:ext cx="42934" cy="74986"/>
            </a:xfrm>
            <a:custGeom>
              <a:rect b="b" l="l" r="r" t="t"/>
              <a:pathLst>
                <a:path extrusionOk="0" h="74986" w="42934">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3" name="Google Shape;3953;p51"/>
            <p:cNvSpPr/>
            <p:nvPr/>
          </p:nvSpPr>
          <p:spPr>
            <a:xfrm>
              <a:off x="4677180" y="3006800"/>
              <a:ext cx="15892" cy="56289"/>
            </a:xfrm>
            <a:custGeom>
              <a:rect b="b" l="l" r="r" t="t"/>
              <a:pathLst>
                <a:path extrusionOk="0" h="56289" w="15892">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4" name="Google Shape;3954;p51"/>
          <p:cNvGrpSpPr/>
          <p:nvPr/>
        </p:nvGrpSpPr>
        <p:grpSpPr>
          <a:xfrm>
            <a:off x="8165978" y="2425901"/>
            <a:ext cx="235137" cy="293367"/>
            <a:chOff x="4971988" y="2531176"/>
            <a:chExt cx="416541" cy="519694"/>
          </a:xfrm>
        </p:grpSpPr>
        <p:sp>
          <p:nvSpPr>
            <p:cNvPr id="3955" name="Google Shape;3955;p51"/>
            <p:cNvSpPr/>
            <p:nvPr/>
          </p:nvSpPr>
          <p:spPr>
            <a:xfrm>
              <a:off x="4971988" y="2531176"/>
              <a:ext cx="416541" cy="519694"/>
            </a:xfrm>
            <a:custGeom>
              <a:rect b="b" l="l" r="r" t="t"/>
              <a:pathLst>
                <a:path extrusionOk="0" h="519694" w="416541">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6" name="Google Shape;3956;p51"/>
            <p:cNvSpPr/>
            <p:nvPr/>
          </p:nvSpPr>
          <p:spPr>
            <a:xfrm>
              <a:off x="5159548" y="2733431"/>
              <a:ext cx="41198" cy="55621"/>
            </a:xfrm>
            <a:custGeom>
              <a:rect b="b" l="l" r="r" t="t"/>
              <a:pathLst>
                <a:path extrusionOk="0" h="55621" w="41198">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51"/>
            <p:cNvSpPr/>
            <p:nvPr/>
          </p:nvSpPr>
          <p:spPr>
            <a:xfrm>
              <a:off x="5157737" y="2810917"/>
              <a:ext cx="44849" cy="23875"/>
            </a:xfrm>
            <a:custGeom>
              <a:rect b="b" l="l" r="r" t="t"/>
              <a:pathLst>
                <a:path extrusionOk="0" h="23875" w="44849">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51"/>
            <p:cNvSpPr/>
            <p:nvPr/>
          </p:nvSpPr>
          <p:spPr>
            <a:xfrm>
              <a:off x="5222264" y="2735985"/>
              <a:ext cx="32351" cy="22419"/>
            </a:xfrm>
            <a:custGeom>
              <a:rect b="b" l="l" r="r" t="t"/>
              <a:pathLst>
                <a:path extrusionOk="0" h="22419" w="32351">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51"/>
            <p:cNvSpPr/>
            <p:nvPr/>
          </p:nvSpPr>
          <p:spPr>
            <a:xfrm>
              <a:off x="5105745" y="2735985"/>
              <a:ext cx="32351" cy="22419"/>
            </a:xfrm>
            <a:custGeom>
              <a:rect b="b" l="l" r="r" t="t"/>
              <a:pathLst>
                <a:path extrusionOk="0" h="22419" w="32351">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0" name="Google Shape;3960;p51"/>
            <p:cNvSpPr/>
            <p:nvPr/>
          </p:nvSpPr>
          <p:spPr>
            <a:xfrm>
              <a:off x="5295497" y="2610970"/>
              <a:ext cx="15625" cy="15624"/>
            </a:xfrm>
            <a:custGeom>
              <a:rect b="b" l="l" r="r" t="t"/>
              <a:pathLst>
                <a:path extrusionOk="0" h="15624" w="15625">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1" name="Google Shape;3961;p51"/>
            <p:cNvSpPr/>
            <p:nvPr/>
          </p:nvSpPr>
          <p:spPr>
            <a:xfrm>
              <a:off x="5319402"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2" name="Google Shape;3962;p51"/>
            <p:cNvSpPr/>
            <p:nvPr/>
          </p:nvSpPr>
          <p:spPr>
            <a:xfrm>
              <a:off x="5026469"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3" name="Google Shape;3963;p51"/>
          <p:cNvGrpSpPr/>
          <p:nvPr/>
        </p:nvGrpSpPr>
        <p:grpSpPr>
          <a:xfrm>
            <a:off x="5973975" y="2865063"/>
            <a:ext cx="250749" cy="291263"/>
            <a:chOff x="5482605" y="2537592"/>
            <a:chExt cx="454256" cy="527649"/>
          </a:xfrm>
        </p:grpSpPr>
        <p:sp>
          <p:nvSpPr>
            <p:cNvPr id="3964" name="Google Shape;3964;p51"/>
            <p:cNvSpPr/>
            <p:nvPr/>
          </p:nvSpPr>
          <p:spPr>
            <a:xfrm>
              <a:off x="5482605" y="2537592"/>
              <a:ext cx="454256" cy="527649"/>
            </a:xfrm>
            <a:custGeom>
              <a:rect b="b" l="l" r="r" t="t"/>
              <a:pathLst>
                <a:path extrusionOk="0" h="556886" w="479426">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5" name="Google Shape;3965;p51"/>
            <p:cNvSpPr/>
            <p:nvPr/>
          </p:nvSpPr>
          <p:spPr>
            <a:xfrm>
              <a:off x="5742757" y="2674053"/>
              <a:ext cx="64873" cy="21985"/>
            </a:xfrm>
            <a:custGeom>
              <a:rect b="b" l="l" r="r" t="t"/>
              <a:pathLst>
                <a:path extrusionOk="0" h="21985" w="64873">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51"/>
            <p:cNvSpPr/>
            <p:nvPr/>
          </p:nvSpPr>
          <p:spPr>
            <a:xfrm>
              <a:off x="5637189" y="2674053"/>
              <a:ext cx="64807" cy="21985"/>
            </a:xfrm>
            <a:custGeom>
              <a:rect b="b" l="l" r="r" t="t"/>
              <a:pathLst>
                <a:path extrusionOk="0" h="21985" w="64807">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7" name="Google Shape;3967;p51"/>
            <p:cNvSpPr/>
            <p:nvPr/>
          </p:nvSpPr>
          <p:spPr>
            <a:xfrm>
              <a:off x="5698368" y="2771387"/>
              <a:ext cx="48953" cy="20203"/>
            </a:xfrm>
            <a:custGeom>
              <a:rect b="b" l="l" r="r" t="t"/>
              <a:pathLst>
                <a:path extrusionOk="0" h="20203" w="48953">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8" name="Google Shape;3968;p51"/>
            <p:cNvSpPr/>
            <p:nvPr/>
          </p:nvSpPr>
          <p:spPr>
            <a:xfrm>
              <a:off x="5653935" y="2798420"/>
              <a:ext cx="136483" cy="52397"/>
            </a:xfrm>
            <a:custGeom>
              <a:rect b="b" l="l" r="r" t="t"/>
              <a:pathLst>
                <a:path extrusionOk="0" h="52397" w="136483">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51"/>
            <p:cNvSpPr/>
            <p:nvPr/>
          </p:nvSpPr>
          <p:spPr>
            <a:xfrm>
              <a:off x="5767048"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51"/>
            <p:cNvSpPr/>
            <p:nvPr/>
          </p:nvSpPr>
          <p:spPr>
            <a:xfrm>
              <a:off x="5661079"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1" name="Google Shape;3971;p51"/>
          <p:cNvGrpSpPr/>
          <p:nvPr/>
        </p:nvGrpSpPr>
        <p:grpSpPr>
          <a:xfrm>
            <a:off x="6863001" y="2867443"/>
            <a:ext cx="231119" cy="286502"/>
            <a:chOff x="6055860" y="2534982"/>
            <a:chExt cx="431515" cy="534918"/>
          </a:xfrm>
        </p:grpSpPr>
        <p:sp>
          <p:nvSpPr>
            <p:cNvPr id="3972" name="Google Shape;3972;p51"/>
            <p:cNvSpPr/>
            <p:nvPr/>
          </p:nvSpPr>
          <p:spPr>
            <a:xfrm>
              <a:off x="6055860" y="2534982"/>
              <a:ext cx="431515" cy="534918"/>
            </a:xfrm>
            <a:custGeom>
              <a:rect b="b" l="l" r="r" t="t"/>
              <a:pathLst>
                <a:path extrusionOk="0" h="534918" w="431515">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51"/>
            <p:cNvSpPr/>
            <p:nvPr/>
          </p:nvSpPr>
          <p:spPr>
            <a:xfrm>
              <a:off x="6249646" y="2780962"/>
              <a:ext cx="44986" cy="19175"/>
            </a:xfrm>
            <a:custGeom>
              <a:rect b="b" l="l" r="r" t="t"/>
              <a:pathLst>
                <a:path extrusionOk="0" h="19175" w="44986">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51"/>
            <p:cNvSpPr/>
            <p:nvPr/>
          </p:nvSpPr>
          <p:spPr>
            <a:xfrm>
              <a:off x="6242004" y="2827514"/>
              <a:ext cx="59494" cy="15624"/>
            </a:xfrm>
            <a:custGeom>
              <a:rect b="b" l="l" r="r" t="t"/>
              <a:pathLst>
                <a:path extrusionOk="0" h="15624" w="59494">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5" name="Google Shape;3975;p51"/>
            <p:cNvSpPr/>
            <p:nvPr/>
          </p:nvSpPr>
          <p:spPr>
            <a:xfrm>
              <a:off x="6311448" y="2723015"/>
              <a:ext cx="15624" cy="31316"/>
            </a:xfrm>
            <a:custGeom>
              <a:rect b="b" l="l" r="r" t="t"/>
              <a:pathLst>
                <a:path extrusionOk="0" h="31316" w="15624">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6" name="Google Shape;3976;p51"/>
            <p:cNvSpPr/>
            <p:nvPr/>
          </p:nvSpPr>
          <p:spPr>
            <a:xfrm>
              <a:off x="6216363" y="2723015"/>
              <a:ext cx="15625" cy="31316"/>
            </a:xfrm>
            <a:custGeom>
              <a:rect b="b" l="l" r="r" t="t"/>
              <a:pathLst>
                <a:path extrusionOk="0" h="31316" w="15625">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7" name="Google Shape;3977;p51"/>
          <p:cNvGrpSpPr/>
          <p:nvPr/>
        </p:nvGrpSpPr>
        <p:grpSpPr>
          <a:xfrm>
            <a:off x="7711719" y="2866760"/>
            <a:ext cx="277298" cy="287869"/>
            <a:chOff x="6643969" y="2567634"/>
            <a:chExt cx="465813" cy="483569"/>
          </a:xfrm>
        </p:grpSpPr>
        <p:sp>
          <p:nvSpPr>
            <p:cNvPr id="3978" name="Google Shape;3978;p51"/>
            <p:cNvSpPr/>
            <p:nvPr/>
          </p:nvSpPr>
          <p:spPr>
            <a:xfrm>
              <a:off x="6643969" y="2978980"/>
              <a:ext cx="47459" cy="72089"/>
            </a:xfrm>
            <a:custGeom>
              <a:rect b="b" l="l" r="r" t="t"/>
              <a:pathLst>
                <a:path extrusionOk="0" h="72089" w="47459">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51"/>
            <p:cNvSpPr/>
            <p:nvPr/>
          </p:nvSpPr>
          <p:spPr>
            <a:xfrm>
              <a:off x="6857798" y="2808297"/>
              <a:ext cx="38167" cy="17013"/>
            </a:xfrm>
            <a:custGeom>
              <a:rect b="b" l="l" r="r" t="t"/>
              <a:pathLst>
                <a:path extrusionOk="0" h="17013" w="38167">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51"/>
            <p:cNvSpPr/>
            <p:nvPr/>
          </p:nvSpPr>
          <p:spPr>
            <a:xfrm>
              <a:off x="6847894" y="2848540"/>
              <a:ext cx="58108" cy="20440"/>
            </a:xfrm>
            <a:custGeom>
              <a:rect b="b" l="l" r="r" t="t"/>
              <a:pathLst>
                <a:path extrusionOk="0" h="20440" w="58108">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51"/>
            <p:cNvSpPr/>
            <p:nvPr/>
          </p:nvSpPr>
          <p:spPr>
            <a:xfrm>
              <a:off x="6894569" y="2730009"/>
              <a:ext cx="52349" cy="19054"/>
            </a:xfrm>
            <a:custGeom>
              <a:rect b="b" l="l" r="r" t="t"/>
              <a:pathLst>
                <a:path extrusionOk="0" h="19054" w="52349">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2" name="Google Shape;3982;p51"/>
            <p:cNvSpPr/>
            <p:nvPr/>
          </p:nvSpPr>
          <p:spPr>
            <a:xfrm>
              <a:off x="6807030" y="2730009"/>
              <a:ext cx="52349" cy="19054"/>
            </a:xfrm>
            <a:custGeom>
              <a:rect b="b" l="l" r="r" t="t"/>
              <a:pathLst>
                <a:path extrusionOk="0" h="19054" w="52349">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3" name="Google Shape;3983;p51"/>
            <p:cNvSpPr/>
            <p:nvPr/>
          </p:nvSpPr>
          <p:spPr>
            <a:xfrm>
              <a:off x="6913674" y="2757803"/>
              <a:ext cx="14155" cy="32251"/>
            </a:xfrm>
            <a:custGeom>
              <a:rect b="b" l="l" r="r" t="t"/>
              <a:pathLst>
                <a:path extrusionOk="0" h="32251" w="14155">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51"/>
            <p:cNvSpPr/>
            <p:nvPr/>
          </p:nvSpPr>
          <p:spPr>
            <a:xfrm>
              <a:off x="6826134" y="2757803"/>
              <a:ext cx="14156" cy="32251"/>
            </a:xfrm>
            <a:custGeom>
              <a:rect b="b" l="l" r="r" t="t"/>
              <a:pathLst>
                <a:path extrusionOk="0" h="32251" w="14156">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51"/>
            <p:cNvSpPr/>
            <p:nvPr/>
          </p:nvSpPr>
          <p:spPr>
            <a:xfrm>
              <a:off x="6660003" y="2567634"/>
              <a:ext cx="449779" cy="483569"/>
            </a:xfrm>
            <a:custGeom>
              <a:rect b="b" l="l" r="r" t="t"/>
              <a:pathLst>
                <a:path extrusionOk="0" h="483569" w="449779">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6" name="Google Shape;3986;p51"/>
          <p:cNvGrpSpPr/>
          <p:nvPr/>
        </p:nvGrpSpPr>
        <p:grpSpPr>
          <a:xfrm>
            <a:off x="5090900" y="3309698"/>
            <a:ext cx="278212" cy="281056"/>
            <a:chOff x="7154882" y="2518155"/>
            <a:chExt cx="498946" cy="504136"/>
          </a:xfrm>
        </p:grpSpPr>
        <p:sp>
          <p:nvSpPr>
            <p:cNvPr id="3987" name="Google Shape;3987;p51"/>
            <p:cNvSpPr/>
            <p:nvPr/>
          </p:nvSpPr>
          <p:spPr>
            <a:xfrm>
              <a:off x="7376945" y="2944701"/>
              <a:ext cx="14823" cy="77590"/>
            </a:xfrm>
            <a:custGeom>
              <a:rect b="b" l="l" r="r" t="t"/>
              <a:pathLst>
                <a:path extrusionOk="0" h="77590" w="14823">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51"/>
            <p:cNvSpPr/>
            <p:nvPr/>
          </p:nvSpPr>
          <p:spPr>
            <a:xfrm>
              <a:off x="7343892" y="2680413"/>
              <a:ext cx="14824" cy="29513"/>
            </a:xfrm>
            <a:custGeom>
              <a:rect b="b" l="l" r="r" t="t"/>
              <a:pathLst>
                <a:path extrusionOk="0" h="29513" w="14824">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9" name="Google Shape;3989;p51"/>
            <p:cNvSpPr/>
            <p:nvPr/>
          </p:nvSpPr>
          <p:spPr>
            <a:xfrm>
              <a:off x="7450195" y="2680413"/>
              <a:ext cx="14823" cy="29513"/>
            </a:xfrm>
            <a:custGeom>
              <a:rect b="b" l="l" r="r" t="t"/>
              <a:pathLst>
                <a:path extrusionOk="0" h="29513" w="14823">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0" name="Google Shape;3990;p51"/>
            <p:cNvSpPr/>
            <p:nvPr/>
          </p:nvSpPr>
          <p:spPr>
            <a:xfrm>
              <a:off x="7154882" y="2518155"/>
              <a:ext cx="498946" cy="504069"/>
            </a:xfrm>
            <a:custGeom>
              <a:rect b="b" l="l" r="r" t="t"/>
              <a:pathLst>
                <a:path extrusionOk="0" h="504069" w="498946">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91" name="Google Shape;3991;p51"/>
          <p:cNvGrpSpPr/>
          <p:nvPr/>
        </p:nvGrpSpPr>
        <p:grpSpPr>
          <a:xfrm>
            <a:off x="5537107" y="3301919"/>
            <a:ext cx="248547" cy="296614"/>
            <a:chOff x="7733261" y="2541659"/>
            <a:chExt cx="417515" cy="498260"/>
          </a:xfrm>
        </p:grpSpPr>
        <p:sp>
          <p:nvSpPr>
            <p:cNvPr id="3992" name="Google Shape;3992;p51"/>
            <p:cNvSpPr/>
            <p:nvPr/>
          </p:nvSpPr>
          <p:spPr>
            <a:xfrm>
              <a:off x="8025711" y="2964666"/>
              <a:ext cx="14957" cy="14957"/>
            </a:xfrm>
            <a:custGeom>
              <a:rect b="b" l="l" r="r" t="t"/>
              <a:pathLst>
                <a:path extrusionOk="0" h="14957" w="14957">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51"/>
            <p:cNvSpPr/>
            <p:nvPr/>
          </p:nvSpPr>
          <p:spPr>
            <a:xfrm>
              <a:off x="7771840" y="2983095"/>
              <a:ext cx="14957" cy="14957"/>
            </a:xfrm>
            <a:custGeom>
              <a:rect b="b" l="l" r="r" t="t"/>
              <a:pathLst>
                <a:path extrusionOk="0" h="14957" w="14957">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51"/>
            <p:cNvSpPr/>
            <p:nvPr/>
          </p:nvSpPr>
          <p:spPr>
            <a:xfrm>
              <a:off x="7905094" y="2567901"/>
              <a:ext cx="73499" cy="70669"/>
            </a:xfrm>
            <a:custGeom>
              <a:rect b="b" l="l" r="r" t="t"/>
              <a:pathLst>
                <a:path extrusionOk="0" h="70669" w="73499">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5" name="Google Shape;3995;p51"/>
            <p:cNvSpPr/>
            <p:nvPr/>
          </p:nvSpPr>
          <p:spPr>
            <a:xfrm>
              <a:off x="7733261" y="2541659"/>
              <a:ext cx="417515" cy="498260"/>
            </a:xfrm>
            <a:custGeom>
              <a:rect b="b" l="l" r="r" t="t"/>
              <a:pathLst>
                <a:path extrusionOk="0" h="498260" w="417515">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6" name="Google Shape;3996;p51"/>
            <p:cNvSpPr/>
            <p:nvPr/>
          </p:nvSpPr>
          <p:spPr>
            <a:xfrm>
              <a:off x="7805493" y="2967804"/>
              <a:ext cx="67441" cy="71847"/>
            </a:xfrm>
            <a:custGeom>
              <a:rect b="b" l="l" r="r" t="t"/>
              <a:pathLst>
                <a:path extrusionOk="0" h="71847" w="67441">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51"/>
            <p:cNvSpPr/>
            <p:nvPr/>
          </p:nvSpPr>
          <p:spPr>
            <a:xfrm>
              <a:off x="7922279" y="2813425"/>
              <a:ext cx="39396" cy="14556"/>
            </a:xfrm>
            <a:custGeom>
              <a:rect b="b" l="l" r="r" t="t"/>
              <a:pathLst>
                <a:path extrusionOk="0" h="14556" w="39396">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98" name="Google Shape;3998;p51"/>
          <p:cNvGrpSpPr/>
          <p:nvPr/>
        </p:nvGrpSpPr>
        <p:grpSpPr>
          <a:xfrm>
            <a:off x="6841602" y="3303901"/>
            <a:ext cx="273917" cy="292649"/>
            <a:chOff x="8229836" y="2563678"/>
            <a:chExt cx="460132" cy="491599"/>
          </a:xfrm>
        </p:grpSpPr>
        <p:sp>
          <p:nvSpPr>
            <p:cNvPr id="3999" name="Google Shape;3999;p51"/>
            <p:cNvSpPr/>
            <p:nvPr/>
          </p:nvSpPr>
          <p:spPr>
            <a:xfrm>
              <a:off x="8229836" y="2563678"/>
              <a:ext cx="460132" cy="491599"/>
            </a:xfrm>
            <a:custGeom>
              <a:rect b="b" l="l" r="r" t="t"/>
              <a:pathLst>
                <a:path extrusionOk="0" h="491599" w="460132">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51"/>
            <p:cNvSpPr/>
            <p:nvPr/>
          </p:nvSpPr>
          <p:spPr>
            <a:xfrm>
              <a:off x="8336139" y="2697040"/>
              <a:ext cx="247192" cy="91211"/>
            </a:xfrm>
            <a:custGeom>
              <a:rect b="b" l="l" r="r" t="t"/>
              <a:pathLst>
                <a:path extrusionOk="0" h="91211" w="247192">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51"/>
            <p:cNvSpPr/>
            <p:nvPr/>
          </p:nvSpPr>
          <p:spPr>
            <a:xfrm>
              <a:off x="8452657" y="2876926"/>
              <a:ext cx="14422" cy="14422"/>
            </a:xfrm>
            <a:custGeom>
              <a:rect b="b" l="l" r="r" t="t"/>
              <a:pathLst>
                <a:path extrusionOk="0" h="14422" w="14422">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2" name="Google Shape;4002;p51"/>
          <p:cNvGrpSpPr/>
          <p:nvPr/>
        </p:nvGrpSpPr>
        <p:grpSpPr>
          <a:xfrm>
            <a:off x="7712221" y="3303880"/>
            <a:ext cx="276295" cy="292691"/>
            <a:chOff x="8846885" y="2518088"/>
            <a:chExt cx="508830" cy="539125"/>
          </a:xfrm>
        </p:grpSpPr>
        <p:sp>
          <p:nvSpPr>
            <p:cNvPr id="4003" name="Google Shape;4003;p51"/>
            <p:cNvSpPr/>
            <p:nvPr/>
          </p:nvSpPr>
          <p:spPr>
            <a:xfrm>
              <a:off x="8846885" y="2616696"/>
              <a:ext cx="99707" cy="440450"/>
            </a:xfrm>
            <a:custGeom>
              <a:rect b="b" l="l" r="r" t="t"/>
              <a:pathLst>
                <a:path extrusionOk="0" h="440450" w="99707">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51"/>
            <p:cNvSpPr/>
            <p:nvPr/>
          </p:nvSpPr>
          <p:spPr>
            <a:xfrm>
              <a:off x="9300386" y="2897556"/>
              <a:ext cx="55329" cy="159657"/>
            </a:xfrm>
            <a:custGeom>
              <a:rect b="b" l="l" r="r" t="t"/>
              <a:pathLst>
                <a:path extrusionOk="0" h="159657" w="55329">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5" name="Google Shape;4005;p51"/>
            <p:cNvSpPr/>
            <p:nvPr/>
          </p:nvSpPr>
          <p:spPr>
            <a:xfrm>
              <a:off x="9180817" y="2604943"/>
              <a:ext cx="15758" cy="15775"/>
            </a:xfrm>
            <a:custGeom>
              <a:rect b="b" l="l" r="r" t="t"/>
              <a:pathLst>
                <a:path extrusionOk="0" h="15775" w="15758">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6" name="Google Shape;4006;p51"/>
            <p:cNvSpPr/>
            <p:nvPr/>
          </p:nvSpPr>
          <p:spPr>
            <a:xfrm>
              <a:off x="9023498" y="2682043"/>
              <a:ext cx="61433" cy="22944"/>
            </a:xfrm>
            <a:custGeom>
              <a:rect b="b" l="l" r="r" t="t"/>
              <a:pathLst>
                <a:path extrusionOk="0" h="22944" w="61433">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7" name="Google Shape;4007;p51"/>
            <p:cNvSpPr/>
            <p:nvPr/>
          </p:nvSpPr>
          <p:spPr>
            <a:xfrm>
              <a:off x="9117582" y="2682043"/>
              <a:ext cx="61432" cy="22944"/>
            </a:xfrm>
            <a:custGeom>
              <a:rect b="b" l="l" r="r" t="t"/>
              <a:pathLst>
                <a:path extrusionOk="0" h="22944" w="61432">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8" name="Google Shape;4008;p51"/>
            <p:cNvSpPr/>
            <p:nvPr/>
          </p:nvSpPr>
          <p:spPr>
            <a:xfrm>
              <a:off x="9057092" y="2799955"/>
              <a:ext cx="88450" cy="27960"/>
            </a:xfrm>
            <a:custGeom>
              <a:rect b="b" l="l" r="r" t="t"/>
              <a:pathLst>
                <a:path extrusionOk="0" h="27960" w="8845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9" name="Google Shape;4009;p51"/>
            <p:cNvSpPr/>
            <p:nvPr/>
          </p:nvSpPr>
          <p:spPr>
            <a:xfrm>
              <a:off x="9052012" y="2712999"/>
              <a:ext cx="15758" cy="35256"/>
            </a:xfrm>
            <a:custGeom>
              <a:rect b="b" l="l" r="r" t="t"/>
              <a:pathLst>
                <a:path extrusionOk="0" h="35256" w="15758">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51"/>
            <p:cNvSpPr/>
            <p:nvPr/>
          </p:nvSpPr>
          <p:spPr>
            <a:xfrm>
              <a:off x="9134810" y="2712999"/>
              <a:ext cx="15758" cy="35256"/>
            </a:xfrm>
            <a:custGeom>
              <a:rect b="b" l="l" r="r" t="t"/>
              <a:pathLst>
                <a:path extrusionOk="0" h="35256" w="15758">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51"/>
            <p:cNvSpPr/>
            <p:nvPr/>
          </p:nvSpPr>
          <p:spPr>
            <a:xfrm>
              <a:off x="9071910" y="2744582"/>
              <a:ext cx="58760" cy="51281"/>
            </a:xfrm>
            <a:custGeom>
              <a:rect b="b" l="l" r="r" t="t"/>
              <a:pathLst>
                <a:path extrusionOk="0" h="51281" w="5876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51"/>
            <p:cNvSpPr/>
            <p:nvPr/>
          </p:nvSpPr>
          <p:spPr>
            <a:xfrm>
              <a:off x="8899160" y="2518088"/>
              <a:ext cx="428725" cy="538924"/>
            </a:xfrm>
            <a:custGeom>
              <a:rect b="b" l="l" r="r" t="t"/>
              <a:pathLst>
                <a:path extrusionOk="0" h="538924" w="428725">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3" name="Google Shape;4013;p51"/>
          <p:cNvGrpSpPr/>
          <p:nvPr/>
        </p:nvGrpSpPr>
        <p:grpSpPr>
          <a:xfrm>
            <a:off x="8173956" y="1991549"/>
            <a:ext cx="219181" cy="295007"/>
            <a:chOff x="2816016" y="3178006"/>
            <a:chExt cx="397499" cy="534918"/>
          </a:xfrm>
        </p:grpSpPr>
        <p:sp>
          <p:nvSpPr>
            <p:cNvPr id="4014" name="Google Shape;4014;p51"/>
            <p:cNvSpPr/>
            <p:nvPr/>
          </p:nvSpPr>
          <p:spPr>
            <a:xfrm>
              <a:off x="2816016" y="3178006"/>
              <a:ext cx="397499" cy="534918"/>
            </a:xfrm>
            <a:custGeom>
              <a:rect b="b" l="l" r="r" t="t"/>
              <a:pathLst>
                <a:path extrusionOk="0" h="534918" w="397499">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5" name="Google Shape;4015;p51"/>
            <p:cNvSpPr/>
            <p:nvPr/>
          </p:nvSpPr>
          <p:spPr>
            <a:xfrm>
              <a:off x="2840860" y="3229835"/>
              <a:ext cx="187961" cy="275825"/>
            </a:xfrm>
            <a:custGeom>
              <a:rect b="b" l="l" r="r" t="t"/>
              <a:pathLst>
                <a:path extrusionOk="0" h="275825" w="187961">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6" name="Google Shape;4016;p51"/>
            <p:cNvSpPr/>
            <p:nvPr/>
          </p:nvSpPr>
          <p:spPr>
            <a:xfrm>
              <a:off x="2993729" y="3437006"/>
              <a:ext cx="42182" cy="18841"/>
            </a:xfrm>
            <a:custGeom>
              <a:rect b="b" l="l" r="r" t="t"/>
              <a:pathLst>
                <a:path extrusionOk="0" h="18841" w="42182">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7" name="Google Shape;4017;p51"/>
            <p:cNvSpPr/>
            <p:nvPr/>
          </p:nvSpPr>
          <p:spPr>
            <a:xfrm>
              <a:off x="2982979" y="3481811"/>
              <a:ext cx="64083" cy="21512"/>
            </a:xfrm>
            <a:custGeom>
              <a:rect b="b" l="l" r="r" t="t"/>
              <a:pathLst>
                <a:path extrusionOk="0" h="21512" w="64083">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51"/>
            <p:cNvSpPr/>
            <p:nvPr/>
          </p:nvSpPr>
          <p:spPr>
            <a:xfrm>
              <a:off x="3053995" y="3379326"/>
              <a:ext cx="15624" cy="34521"/>
            </a:xfrm>
            <a:custGeom>
              <a:rect b="b" l="l" r="r" t="t"/>
              <a:pathLst>
                <a:path extrusionOk="0" h="34521" w="15624">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51"/>
            <p:cNvSpPr/>
            <p:nvPr/>
          </p:nvSpPr>
          <p:spPr>
            <a:xfrm>
              <a:off x="2960513" y="3379326"/>
              <a:ext cx="15624" cy="34521"/>
            </a:xfrm>
            <a:custGeom>
              <a:rect b="b" l="l" r="r" t="t"/>
              <a:pathLst>
                <a:path extrusionOk="0" h="34521" w="15624">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0" name="Google Shape;4020;p51"/>
          <p:cNvGrpSpPr/>
          <p:nvPr/>
        </p:nvGrpSpPr>
        <p:grpSpPr>
          <a:xfrm>
            <a:off x="5562255" y="3737702"/>
            <a:ext cx="198251" cy="285543"/>
            <a:chOff x="9513060" y="2479961"/>
            <a:chExt cx="395868" cy="570174"/>
          </a:xfrm>
        </p:grpSpPr>
        <p:sp>
          <p:nvSpPr>
            <p:cNvPr id="4021" name="Google Shape;4021;p51"/>
            <p:cNvSpPr/>
            <p:nvPr/>
          </p:nvSpPr>
          <p:spPr>
            <a:xfrm>
              <a:off x="9751992" y="2703717"/>
              <a:ext cx="16826" cy="16693"/>
            </a:xfrm>
            <a:custGeom>
              <a:rect b="b" l="l" r="r" t="t"/>
              <a:pathLst>
                <a:path extrusionOk="0" h="16693" w="16826">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2" name="Google Shape;4022;p51"/>
            <p:cNvSpPr/>
            <p:nvPr/>
          </p:nvSpPr>
          <p:spPr>
            <a:xfrm>
              <a:off x="9653236" y="2703717"/>
              <a:ext cx="16826" cy="16693"/>
            </a:xfrm>
            <a:custGeom>
              <a:rect b="b" l="l" r="r" t="t"/>
              <a:pathLst>
                <a:path extrusionOk="0" h="16693" w="16826">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3" name="Google Shape;4023;p51"/>
            <p:cNvSpPr/>
            <p:nvPr/>
          </p:nvSpPr>
          <p:spPr>
            <a:xfrm>
              <a:off x="9513060" y="2479961"/>
              <a:ext cx="395868" cy="570174"/>
            </a:xfrm>
            <a:custGeom>
              <a:rect b="b" l="l" r="r" t="t"/>
              <a:pathLst>
                <a:path extrusionOk="0" h="570174" w="395868">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51"/>
            <p:cNvSpPr/>
            <p:nvPr/>
          </p:nvSpPr>
          <p:spPr>
            <a:xfrm>
              <a:off x="9684098" y="2784237"/>
              <a:ext cx="51410" cy="22711"/>
            </a:xfrm>
            <a:custGeom>
              <a:rect b="b" l="l" r="r" t="t"/>
              <a:pathLst>
                <a:path extrusionOk="0" h="22711" w="5141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5" name="Google Shape;4025;p51"/>
            <p:cNvSpPr/>
            <p:nvPr/>
          </p:nvSpPr>
          <p:spPr>
            <a:xfrm>
              <a:off x="9554444" y="2879029"/>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6" name="Google Shape;4026;p51"/>
            <p:cNvSpPr/>
            <p:nvPr/>
          </p:nvSpPr>
          <p:spPr>
            <a:xfrm>
              <a:off x="9554444" y="2837630"/>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51"/>
            <p:cNvSpPr/>
            <p:nvPr/>
          </p:nvSpPr>
          <p:spPr>
            <a:xfrm>
              <a:off x="9560054" y="2796297"/>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51"/>
            <p:cNvSpPr/>
            <p:nvPr/>
          </p:nvSpPr>
          <p:spPr>
            <a:xfrm>
              <a:off x="9565595" y="2754898"/>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51"/>
            <p:cNvSpPr/>
            <p:nvPr/>
          </p:nvSpPr>
          <p:spPr>
            <a:xfrm>
              <a:off x="9838029" y="2879029"/>
              <a:ext cx="29181" cy="21601"/>
            </a:xfrm>
            <a:custGeom>
              <a:rect b="b" l="l" r="r" t="t"/>
              <a:pathLst>
                <a:path extrusionOk="0" h="21601" w="29181">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51"/>
            <p:cNvSpPr/>
            <p:nvPr/>
          </p:nvSpPr>
          <p:spPr>
            <a:xfrm>
              <a:off x="9838029" y="2837697"/>
              <a:ext cx="29181" cy="21601"/>
            </a:xfrm>
            <a:custGeom>
              <a:rect b="b" l="l" r="r" t="t"/>
              <a:pathLst>
                <a:path extrusionOk="0" h="21601" w="29181">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1" name="Google Shape;4031;p51"/>
            <p:cNvSpPr/>
            <p:nvPr/>
          </p:nvSpPr>
          <p:spPr>
            <a:xfrm>
              <a:off x="9832353" y="2796289"/>
              <a:ext cx="29181" cy="21609"/>
            </a:xfrm>
            <a:custGeom>
              <a:rect b="b" l="l" r="r" t="t"/>
              <a:pathLst>
                <a:path extrusionOk="0" h="21609" w="29181">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2" name="Google Shape;4032;p51"/>
            <p:cNvSpPr/>
            <p:nvPr/>
          </p:nvSpPr>
          <p:spPr>
            <a:xfrm>
              <a:off x="9826811" y="2754965"/>
              <a:ext cx="29180" cy="21601"/>
            </a:xfrm>
            <a:custGeom>
              <a:rect b="b" l="l" r="r" t="t"/>
              <a:pathLst>
                <a:path extrusionOk="0" h="21601" w="2918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3" name="Google Shape;4033;p51"/>
          <p:cNvGrpSpPr/>
          <p:nvPr/>
        </p:nvGrpSpPr>
        <p:grpSpPr>
          <a:xfrm>
            <a:off x="8169413" y="3736638"/>
            <a:ext cx="228267" cy="287671"/>
            <a:chOff x="604393" y="3489301"/>
            <a:chExt cx="396504" cy="499862"/>
          </a:xfrm>
        </p:grpSpPr>
        <p:sp>
          <p:nvSpPr>
            <p:cNvPr id="4034" name="Google Shape;4034;p51"/>
            <p:cNvSpPr/>
            <p:nvPr/>
          </p:nvSpPr>
          <p:spPr>
            <a:xfrm>
              <a:off x="604393" y="3489301"/>
              <a:ext cx="396504" cy="499862"/>
            </a:xfrm>
            <a:custGeom>
              <a:rect b="b" l="l" r="r" t="t"/>
              <a:pathLst>
                <a:path extrusionOk="0" h="499862" w="396504">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51"/>
            <p:cNvSpPr/>
            <p:nvPr/>
          </p:nvSpPr>
          <p:spPr>
            <a:xfrm>
              <a:off x="782061" y="3747329"/>
              <a:ext cx="41899" cy="17878"/>
            </a:xfrm>
            <a:custGeom>
              <a:rect b="b" l="l" r="r" t="t"/>
              <a:pathLst>
                <a:path extrusionOk="0" h="17878" w="41899">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51"/>
            <p:cNvSpPr/>
            <p:nvPr/>
          </p:nvSpPr>
          <p:spPr>
            <a:xfrm>
              <a:off x="780509" y="3613633"/>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7" name="Google Shape;4037;p51"/>
            <p:cNvSpPr/>
            <p:nvPr/>
          </p:nvSpPr>
          <p:spPr>
            <a:xfrm>
              <a:off x="781043" y="3526294"/>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8" name="Google Shape;4038;p51"/>
            <p:cNvSpPr/>
            <p:nvPr/>
          </p:nvSpPr>
          <p:spPr>
            <a:xfrm>
              <a:off x="936290" y="3954175"/>
              <a:ext cx="14690" cy="34655"/>
            </a:xfrm>
            <a:custGeom>
              <a:rect b="b" l="l" r="r" t="t"/>
              <a:pathLst>
                <a:path extrusionOk="0" h="34655" w="1469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9" name="Google Shape;4039;p51"/>
            <p:cNvSpPr/>
            <p:nvPr/>
          </p:nvSpPr>
          <p:spPr>
            <a:xfrm>
              <a:off x="862239" y="3614100"/>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51"/>
            <p:cNvSpPr/>
            <p:nvPr/>
          </p:nvSpPr>
          <p:spPr>
            <a:xfrm>
              <a:off x="698846" y="3614167"/>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51"/>
            <p:cNvSpPr/>
            <p:nvPr/>
          </p:nvSpPr>
          <p:spPr>
            <a:xfrm>
              <a:off x="776836" y="3804670"/>
              <a:ext cx="51281" cy="14690"/>
            </a:xfrm>
            <a:custGeom>
              <a:rect b="b" l="l" r="r" t="t"/>
              <a:pathLst>
                <a:path extrusionOk="0" h="14690" w="51281">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51"/>
            <p:cNvSpPr/>
            <p:nvPr/>
          </p:nvSpPr>
          <p:spPr>
            <a:xfrm>
              <a:off x="839536"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51"/>
            <p:cNvSpPr/>
            <p:nvPr/>
          </p:nvSpPr>
          <p:spPr>
            <a:xfrm>
              <a:off x="750728"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4" name="Google Shape;4044;p51"/>
          <p:cNvGrpSpPr/>
          <p:nvPr/>
        </p:nvGrpSpPr>
        <p:grpSpPr>
          <a:xfrm>
            <a:off x="5964895" y="3738686"/>
            <a:ext cx="268908" cy="283576"/>
            <a:chOff x="1142210" y="3498449"/>
            <a:chExt cx="451719" cy="476358"/>
          </a:xfrm>
        </p:grpSpPr>
        <p:sp>
          <p:nvSpPr>
            <p:cNvPr id="4045" name="Google Shape;4045;p51"/>
            <p:cNvSpPr/>
            <p:nvPr/>
          </p:nvSpPr>
          <p:spPr>
            <a:xfrm>
              <a:off x="1142210" y="3498449"/>
              <a:ext cx="451719" cy="476358"/>
            </a:xfrm>
            <a:custGeom>
              <a:rect b="b" l="l" r="r" t="t"/>
              <a:pathLst>
                <a:path extrusionOk="0" h="476358" w="451719">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6" name="Google Shape;4046;p51"/>
            <p:cNvSpPr/>
            <p:nvPr/>
          </p:nvSpPr>
          <p:spPr>
            <a:xfrm>
              <a:off x="1349428" y="3739476"/>
              <a:ext cx="36923" cy="16717"/>
            </a:xfrm>
            <a:custGeom>
              <a:rect b="b" l="l" r="r" t="t"/>
              <a:pathLst>
                <a:path extrusionOk="0" h="16717" w="36923">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7" name="Google Shape;4047;p51"/>
            <p:cNvSpPr/>
            <p:nvPr/>
          </p:nvSpPr>
          <p:spPr>
            <a:xfrm>
              <a:off x="1339858" y="3778087"/>
              <a:ext cx="55993" cy="19906"/>
            </a:xfrm>
            <a:custGeom>
              <a:rect b="b" l="l" r="r" t="t"/>
              <a:pathLst>
                <a:path extrusionOk="0" h="19906" w="55993">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8" name="Google Shape;4048;p51"/>
            <p:cNvSpPr/>
            <p:nvPr/>
          </p:nvSpPr>
          <p:spPr>
            <a:xfrm>
              <a:off x="1300641" y="3664414"/>
              <a:ext cx="50605" cy="18663"/>
            </a:xfrm>
            <a:custGeom>
              <a:rect b="b" l="l" r="r" t="t"/>
              <a:pathLst>
                <a:path extrusionOk="0" h="18663" w="50605">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9" name="Google Shape;4049;p51"/>
            <p:cNvSpPr/>
            <p:nvPr/>
          </p:nvSpPr>
          <p:spPr>
            <a:xfrm>
              <a:off x="1384508" y="3664480"/>
              <a:ext cx="50605" cy="18663"/>
            </a:xfrm>
            <a:custGeom>
              <a:rect b="b" l="l" r="r" t="t"/>
              <a:pathLst>
                <a:path extrusionOk="0" h="18663" w="50605">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0" name="Google Shape;4050;p51"/>
            <p:cNvSpPr/>
            <p:nvPr/>
          </p:nvSpPr>
          <p:spPr>
            <a:xfrm>
              <a:off x="1318966"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1" name="Google Shape;4051;p51"/>
            <p:cNvSpPr/>
            <p:nvPr/>
          </p:nvSpPr>
          <p:spPr>
            <a:xfrm>
              <a:off x="1402833"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52" name="Google Shape;4052;p51"/>
          <p:cNvGrpSpPr/>
          <p:nvPr/>
        </p:nvGrpSpPr>
        <p:grpSpPr>
          <a:xfrm>
            <a:off x="8169426" y="3305047"/>
            <a:ext cx="228242" cy="290356"/>
            <a:chOff x="1729639" y="3477349"/>
            <a:chExt cx="430645" cy="547739"/>
          </a:xfrm>
        </p:grpSpPr>
        <p:sp>
          <p:nvSpPr>
            <p:cNvPr id="4053" name="Google Shape;4053;p51"/>
            <p:cNvSpPr/>
            <p:nvPr/>
          </p:nvSpPr>
          <p:spPr>
            <a:xfrm>
              <a:off x="1729639" y="3477349"/>
              <a:ext cx="430645" cy="547605"/>
            </a:xfrm>
            <a:custGeom>
              <a:rect b="b" l="l" r="r" t="t"/>
              <a:pathLst>
                <a:path extrusionOk="0" h="547605" w="430645">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4" name="Google Shape;4054;p51"/>
            <p:cNvSpPr/>
            <p:nvPr/>
          </p:nvSpPr>
          <p:spPr>
            <a:xfrm>
              <a:off x="1812151" y="3989298"/>
              <a:ext cx="16025" cy="35790"/>
            </a:xfrm>
            <a:custGeom>
              <a:rect b="b" l="l" r="r" t="t"/>
              <a:pathLst>
                <a:path extrusionOk="0" h="35790" w="16025">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5" name="Google Shape;4055;p51"/>
            <p:cNvSpPr/>
            <p:nvPr/>
          </p:nvSpPr>
          <p:spPr>
            <a:xfrm>
              <a:off x="1907303" y="3715395"/>
              <a:ext cx="74919" cy="74919"/>
            </a:xfrm>
            <a:custGeom>
              <a:rect b="b" l="l" r="r" t="t"/>
              <a:pathLst>
                <a:path extrusionOk="0" h="74919" w="74919">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6" name="Google Shape;4056;p51"/>
            <p:cNvSpPr/>
            <p:nvPr/>
          </p:nvSpPr>
          <p:spPr>
            <a:xfrm>
              <a:off x="1996111"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7" name="Google Shape;4057;p51"/>
            <p:cNvSpPr/>
            <p:nvPr/>
          </p:nvSpPr>
          <p:spPr>
            <a:xfrm>
              <a:off x="1877389"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8" name="Google Shape;4058;p51"/>
            <p:cNvSpPr/>
            <p:nvPr/>
          </p:nvSpPr>
          <p:spPr>
            <a:xfrm>
              <a:off x="1901772" y="3803134"/>
              <a:ext cx="87049" cy="48143"/>
            </a:xfrm>
            <a:custGeom>
              <a:rect b="b" l="l" r="r" t="t"/>
              <a:pathLst>
                <a:path extrusionOk="0" h="48143" w="87049">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9" name="Google Shape;4059;p51"/>
            <p:cNvSpPr/>
            <p:nvPr/>
          </p:nvSpPr>
          <p:spPr>
            <a:xfrm>
              <a:off x="1877389"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0" name="Google Shape;4060;p51"/>
            <p:cNvSpPr/>
            <p:nvPr/>
          </p:nvSpPr>
          <p:spPr>
            <a:xfrm>
              <a:off x="1877389"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1" name="Google Shape;4061;p51"/>
            <p:cNvSpPr/>
            <p:nvPr/>
          </p:nvSpPr>
          <p:spPr>
            <a:xfrm>
              <a:off x="1996111"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2" name="Google Shape;4062;p51"/>
            <p:cNvSpPr/>
            <p:nvPr/>
          </p:nvSpPr>
          <p:spPr>
            <a:xfrm>
              <a:off x="1996111"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63" name="Google Shape;4063;p51"/>
          <p:cNvGrpSpPr/>
          <p:nvPr/>
        </p:nvGrpSpPr>
        <p:grpSpPr>
          <a:xfrm>
            <a:off x="7273192" y="3736123"/>
            <a:ext cx="274581" cy="288701"/>
            <a:chOff x="3555984" y="3414449"/>
            <a:chExt cx="550815" cy="579255"/>
          </a:xfrm>
        </p:grpSpPr>
        <p:sp>
          <p:nvSpPr>
            <p:cNvPr id="4064" name="Google Shape;4064;p51"/>
            <p:cNvSpPr/>
            <p:nvPr/>
          </p:nvSpPr>
          <p:spPr>
            <a:xfrm>
              <a:off x="3555984" y="3414449"/>
              <a:ext cx="449726" cy="579188"/>
            </a:xfrm>
            <a:custGeom>
              <a:rect b="b" l="l" r="r" t="t"/>
              <a:pathLst>
                <a:path extrusionOk="0" h="579188" w="449726">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5" name="Google Shape;4065;p51"/>
            <p:cNvSpPr/>
            <p:nvPr/>
          </p:nvSpPr>
          <p:spPr>
            <a:xfrm>
              <a:off x="3989869" y="3894865"/>
              <a:ext cx="116930" cy="98839"/>
            </a:xfrm>
            <a:custGeom>
              <a:rect b="b" l="l" r="r" t="t"/>
              <a:pathLst>
                <a:path extrusionOk="0" h="98839" w="11693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6" name="Google Shape;4066;p51"/>
            <p:cNvSpPr/>
            <p:nvPr/>
          </p:nvSpPr>
          <p:spPr>
            <a:xfrm>
              <a:off x="3743159" y="3952105"/>
              <a:ext cx="176614" cy="41599"/>
            </a:xfrm>
            <a:custGeom>
              <a:rect b="b" l="l" r="r" t="t"/>
              <a:pathLst>
                <a:path extrusionOk="0" h="41599" w="176614">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7" name="Google Shape;4067;p51"/>
            <p:cNvSpPr/>
            <p:nvPr/>
          </p:nvSpPr>
          <p:spPr>
            <a:xfrm>
              <a:off x="3809002" y="3706919"/>
              <a:ext cx="44965" cy="20360"/>
            </a:xfrm>
            <a:custGeom>
              <a:rect b="b" l="l" r="r" t="t"/>
              <a:pathLst>
                <a:path extrusionOk="0" h="20360" w="44965">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8" name="Google Shape;4068;p51"/>
            <p:cNvSpPr/>
            <p:nvPr/>
          </p:nvSpPr>
          <p:spPr>
            <a:xfrm>
              <a:off x="3797299" y="3753880"/>
              <a:ext cx="68268" cy="24214"/>
            </a:xfrm>
            <a:custGeom>
              <a:rect b="b" l="l" r="r" t="t"/>
              <a:pathLst>
                <a:path extrusionOk="0" h="24214" w="68268">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9" name="Google Shape;4069;p51"/>
            <p:cNvSpPr/>
            <p:nvPr/>
          </p:nvSpPr>
          <p:spPr>
            <a:xfrm>
              <a:off x="3749556" y="3615419"/>
              <a:ext cx="61657" cy="22665"/>
            </a:xfrm>
            <a:custGeom>
              <a:rect b="b" l="l" r="r" t="t"/>
              <a:pathLst>
                <a:path extrusionOk="0" h="22665" w="61657">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0" name="Google Shape;4070;p51"/>
            <p:cNvSpPr/>
            <p:nvPr/>
          </p:nvSpPr>
          <p:spPr>
            <a:xfrm>
              <a:off x="3851786" y="3615486"/>
              <a:ext cx="61590" cy="22665"/>
            </a:xfrm>
            <a:custGeom>
              <a:rect b="b" l="l" r="r" t="t"/>
              <a:pathLst>
                <a:path extrusionOk="0" h="22665" w="6159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1" name="Google Shape;4071;p51"/>
            <p:cNvSpPr/>
            <p:nvPr/>
          </p:nvSpPr>
          <p:spPr>
            <a:xfrm>
              <a:off x="3771872"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2" name="Google Shape;4072;p51"/>
            <p:cNvSpPr/>
            <p:nvPr/>
          </p:nvSpPr>
          <p:spPr>
            <a:xfrm>
              <a:off x="3874101"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3" name="Google Shape;4073;p51"/>
            <p:cNvSpPr/>
            <p:nvPr/>
          </p:nvSpPr>
          <p:spPr>
            <a:xfrm>
              <a:off x="36658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4" name="Google Shape;4074;p51"/>
            <p:cNvSpPr/>
            <p:nvPr/>
          </p:nvSpPr>
          <p:spPr>
            <a:xfrm>
              <a:off x="39801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75" name="Google Shape;4075;p51"/>
          <p:cNvGrpSpPr/>
          <p:nvPr/>
        </p:nvGrpSpPr>
        <p:grpSpPr>
          <a:xfrm>
            <a:off x="5545828" y="4168680"/>
            <a:ext cx="231106" cy="295899"/>
            <a:chOff x="4598321" y="3464395"/>
            <a:chExt cx="388217" cy="497058"/>
          </a:xfrm>
        </p:grpSpPr>
        <p:sp>
          <p:nvSpPr>
            <p:cNvPr id="4076" name="Google Shape;4076;p51"/>
            <p:cNvSpPr/>
            <p:nvPr/>
          </p:nvSpPr>
          <p:spPr>
            <a:xfrm>
              <a:off x="4738344"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7" name="Google Shape;4077;p51"/>
            <p:cNvSpPr/>
            <p:nvPr/>
          </p:nvSpPr>
          <p:spPr>
            <a:xfrm>
              <a:off x="4831692"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8" name="Google Shape;4078;p51"/>
            <p:cNvSpPr/>
            <p:nvPr/>
          </p:nvSpPr>
          <p:spPr>
            <a:xfrm>
              <a:off x="4730531" y="3635668"/>
              <a:ext cx="30114" cy="14556"/>
            </a:xfrm>
            <a:custGeom>
              <a:rect b="b" l="l" r="r" t="t"/>
              <a:pathLst>
                <a:path extrusionOk="0" h="14556" w="30114">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9" name="Google Shape;4079;p51"/>
            <p:cNvSpPr/>
            <p:nvPr/>
          </p:nvSpPr>
          <p:spPr>
            <a:xfrm>
              <a:off x="4823947" y="3635668"/>
              <a:ext cx="30114" cy="14556"/>
            </a:xfrm>
            <a:custGeom>
              <a:rect b="b" l="l" r="r" t="t"/>
              <a:pathLst>
                <a:path extrusionOk="0" h="14556" w="30114">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0" name="Google Shape;4080;p51"/>
            <p:cNvSpPr/>
            <p:nvPr/>
          </p:nvSpPr>
          <p:spPr>
            <a:xfrm>
              <a:off x="4769460" y="3744641"/>
              <a:ext cx="45672" cy="14556"/>
            </a:xfrm>
            <a:custGeom>
              <a:rect b="b" l="l" r="r" t="t"/>
              <a:pathLst>
                <a:path extrusionOk="0" h="14556" w="45672">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1" name="Google Shape;4081;p51"/>
            <p:cNvSpPr/>
            <p:nvPr/>
          </p:nvSpPr>
          <p:spPr>
            <a:xfrm>
              <a:off x="4598321" y="3464395"/>
              <a:ext cx="388217" cy="497058"/>
            </a:xfrm>
            <a:custGeom>
              <a:rect b="b" l="l" r="r" t="t"/>
              <a:pathLst>
                <a:path extrusionOk="0" h="497058" w="388217">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82" name="Google Shape;4082;p51"/>
          <p:cNvGrpSpPr/>
          <p:nvPr/>
        </p:nvGrpSpPr>
        <p:grpSpPr>
          <a:xfrm>
            <a:off x="6866045" y="1556800"/>
            <a:ext cx="225031" cy="288072"/>
            <a:chOff x="6248839" y="1967937"/>
            <a:chExt cx="280273" cy="358744"/>
          </a:xfrm>
        </p:grpSpPr>
        <p:sp>
          <p:nvSpPr>
            <p:cNvPr id="4083" name="Google Shape;4083;p5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51"/>
          <p:cNvGrpSpPr/>
          <p:nvPr/>
        </p:nvGrpSpPr>
        <p:grpSpPr>
          <a:xfrm>
            <a:off x="7297521" y="3296922"/>
            <a:ext cx="224993" cy="300082"/>
            <a:chOff x="5807156" y="2881113"/>
            <a:chExt cx="261043" cy="348163"/>
          </a:xfrm>
        </p:grpSpPr>
        <p:sp>
          <p:nvSpPr>
            <p:cNvPr id="4090" name="Google Shape;4090;p5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5" name="Google Shape;4095;p51"/>
          <p:cNvGrpSpPr/>
          <p:nvPr/>
        </p:nvGrpSpPr>
        <p:grpSpPr>
          <a:xfrm>
            <a:off x="5966053" y="1990936"/>
            <a:ext cx="265148" cy="283511"/>
            <a:chOff x="6662932" y="1247775"/>
            <a:chExt cx="4910139" cy="5164137"/>
          </a:xfrm>
        </p:grpSpPr>
        <p:sp>
          <p:nvSpPr>
            <p:cNvPr id="4096" name="Google Shape;4096;p51"/>
            <p:cNvSpPr/>
            <p:nvPr/>
          </p:nvSpPr>
          <p:spPr>
            <a:xfrm>
              <a:off x="6662932" y="1247775"/>
              <a:ext cx="4910139" cy="5164137"/>
            </a:xfrm>
            <a:custGeom>
              <a:rect b="b" l="l" r="r" t="t"/>
              <a:pathLst>
                <a:path extrusionOk="0" h="2056" w="1955">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7" name="Google Shape;4097;p51"/>
            <p:cNvSpPr/>
            <p:nvPr/>
          </p:nvSpPr>
          <p:spPr>
            <a:xfrm>
              <a:off x="8894763" y="3856038"/>
              <a:ext cx="420688" cy="190500"/>
            </a:xfrm>
            <a:custGeom>
              <a:rect b="b" l="l" r="r" t="t"/>
              <a:pathLst>
                <a:path extrusionOk="0" h="76" w="167">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8" name="Google Shape;4098;p51"/>
            <p:cNvSpPr/>
            <p:nvPr/>
          </p:nvSpPr>
          <p:spPr>
            <a:xfrm>
              <a:off x="8793163" y="4271963"/>
              <a:ext cx="627063" cy="227012"/>
            </a:xfrm>
            <a:custGeom>
              <a:rect b="b" l="l" r="r" t="t"/>
              <a:pathLst>
                <a:path extrusionOk="0" h="90" w="25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9" name="Google Shape;4099;p51"/>
            <p:cNvSpPr/>
            <p:nvPr/>
          </p:nvSpPr>
          <p:spPr>
            <a:xfrm>
              <a:off x="8367713" y="3033713"/>
              <a:ext cx="568325" cy="233363"/>
            </a:xfrm>
            <a:custGeom>
              <a:rect b="b" l="l" r="r" t="t"/>
              <a:pathLst>
                <a:path extrusionOk="0" h="93" w="226">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0" name="Google Shape;4100;p51"/>
            <p:cNvSpPr/>
            <p:nvPr/>
          </p:nvSpPr>
          <p:spPr>
            <a:xfrm>
              <a:off x="8575676" y="3343275"/>
              <a:ext cx="150813" cy="338138"/>
            </a:xfrm>
            <a:custGeom>
              <a:rect b="b" l="l" r="r" t="t"/>
              <a:pathLst>
                <a:path extrusionOk="0" h="135" w="6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01" name="Google Shape;4101;p51"/>
          <p:cNvGrpSpPr/>
          <p:nvPr/>
        </p:nvGrpSpPr>
        <p:grpSpPr>
          <a:xfrm>
            <a:off x="1594847" y="1986405"/>
            <a:ext cx="285850" cy="285816"/>
            <a:chOff x="2613025" y="6299681"/>
            <a:chExt cx="567952" cy="559218"/>
          </a:xfrm>
        </p:grpSpPr>
        <p:sp>
          <p:nvSpPr>
            <p:cNvPr id="4102" name="Google Shape;4102;p51"/>
            <p:cNvSpPr/>
            <p:nvPr/>
          </p:nvSpPr>
          <p:spPr>
            <a:xfrm>
              <a:off x="2689743" y="6551568"/>
              <a:ext cx="64986" cy="65093"/>
            </a:xfrm>
            <a:custGeom>
              <a:rect b="b" l="l" r="r" t="t"/>
              <a:pathLst>
                <a:path extrusionOk="0" h="313" w="312">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3" name="Google Shape;4103;p51"/>
            <p:cNvSpPr/>
            <p:nvPr/>
          </p:nvSpPr>
          <p:spPr>
            <a:xfrm>
              <a:off x="2767754" y="6551568"/>
              <a:ext cx="64784" cy="65093"/>
            </a:xfrm>
            <a:custGeom>
              <a:rect b="b" l="l" r="r" t="t"/>
              <a:pathLst>
                <a:path extrusionOk="0" h="313" w="312">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4" name="Google Shape;4104;p51"/>
            <p:cNvSpPr/>
            <p:nvPr/>
          </p:nvSpPr>
          <p:spPr>
            <a:xfrm>
              <a:off x="2845766" y="6551568"/>
              <a:ext cx="65093" cy="65093"/>
            </a:xfrm>
            <a:custGeom>
              <a:rect b="b" l="l" r="r" t="t"/>
              <a:pathLst>
                <a:path extrusionOk="0" h="313" w="313">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5" name="Google Shape;4105;p51"/>
            <p:cNvSpPr/>
            <p:nvPr/>
          </p:nvSpPr>
          <p:spPr>
            <a:xfrm>
              <a:off x="2923648" y="6551568"/>
              <a:ext cx="65093" cy="65093"/>
            </a:xfrm>
            <a:custGeom>
              <a:rect b="b" l="l" r="r" t="t"/>
              <a:pathLst>
                <a:path extrusionOk="0" h="313" w="313">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6" name="Google Shape;4106;p51"/>
            <p:cNvSpPr/>
            <p:nvPr/>
          </p:nvSpPr>
          <p:spPr>
            <a:xfrm>
              <a:off x="2613025" y="6299681"/>
              <a:ext cx="567952" cy="559218"/>
            </a:xfrm>
            <a:custGeom>
              <a:rect b="b" l="l" r="r" t="t"/>
              <a:pathLst>
                <a:path extrusionOk="0" h="2689" w="2731">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07" name="Google Shape;4107;p51"/>
          <p:cNvGrpSpPr/>
          <p:nvPr/>
        </p:nvGrpSpPr>
        <p:grpSpPr>
          <a:xfrm>
            <a:off x="2909357" y="2869718"/>
            <a:ext cx="265141" cy="282827"/>
            <a:chOff x="4283699" y="2858592"/>
            <a:chExt cx="278538" cy="297119"/>
          </a:xfrm>
        </p:grpSpPr>
        <p:grpSp>
          <p:nvGrpSpPr>
            <p:cNvPr id="4108" name="Google Shape;4108;p51"/>
            <p:cNvGrpSpPr/>
            <p:nvPr/>
          </p:nvGrpSpPr>
          <p:grpSpPr>
            <a:xfrm>
              <a:off x="4329739" y="2910394"/>
              <a:ext cx="135447" cy="213130"/>
              <a:chOff x="4304285" y="3299390"/>
              <a:chExt cx="135447" cy="213130"/>
            </a:xfrm>
          </p:grpSpPr>
          <p:sp>
            <p:nvSpPr>
              <p:cNvPr id="4109" name="Google Shape;4109;p51"/>
              <p:cNvSpPr/>
              <p:nvPr/>
            </p:nvSpPr>
            <p:spPr>
              <a:xfrm>
                <a:off x="4304969" y="3449448"/>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1"/>
              <p:cNvSpPr/>
              <p:nvPr/>
            </p:nvSpPr>
            <p:spPr>
              <a:xfrm>
                <a:off x="4366588" y="3503517"/>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1"/>
              <p:cNvSpPr/>
              <p:nvPr/>
            </p:nvSpPr>
            <p:spPr>
              <a:xfrm>
                <a:off x="4304969" y="3427012"/>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1"/>
              <p:cNvSpPr/>
              <p:nvPr/>
            </p:nvSpPr>
            <p:spPr>
              <a:xfrm>
                <a:off x="4304969" y="3404555"/>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1"/>
              <p:cNvSpPr/>
              <p:nvPr/>
            </p:nvSpPr>
            <p:spPr>
              <a:xfrm>
                <a:off x="4304285" y="3382097"/>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1"/>
              <p:cNvSpPr/>
              <p:nvPr/>
            </p:nvSpPr>
            <p:spPr>
              <a:xfrm>
                <a:off x="4357327" y="3315987"/>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1"/>
              <p:cNvSpPr/>
              <p:nvPr/>
            </p:nvSpPr>
            <p:spPr>
              <a:xfrm>
                <a:off x="4356728" y="3360046"/>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1"/>
              <p:cNvSpPr/>
              <p:nvPr/>
            </p:nvSpPr>
            <p:spPr>
              <a:xfrm>
                <a:off x="4360064" y="3299390"/>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51"/>
            <p:cNvGrpSpPr/>
            <p:nvPr/>
          </p:nvGrpSpPr>
          <p:grpSpPr>
            <a:xfrm>
              <a:off x="4283699" y="2858592"/>
              <a:ext cx="278538" cy="297119"/>
              <a:chOff x="3127067" y="4261321"/>
              <a:chExt cx="240950" cy="259901"/>
            </a:xfrm>
          </p:grpSpPr>
          <p:sp>
            <p:nvSpPr>
              <p:cNvPr id="4118" name="Google Shape;4118;p51"/>
              <p:cNvSpPr/>
              <p:nvPr/>
            </p:nvSpPr>
            <p:spPr>
              <a:xfrm>
                <a:off x="3127143" y="4261321"/>
                <a:ext cx="194403" cy="259901"/>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1"/>
              <p:cNvSpPr/>
              <p:nvPr/>
            </p:nvSpPr>
            <p:spPr>
              <a:xfrm>
                <a:off x="3127067" y="4261321"/>
                <a:ext cx="124380" cy="211001"/>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1"/>
              <p:cNvSpPr/>
              <p:nvPr/>
            </p:nvSpPr>
            <p:spPr>
              <a:xfrm>
                <a:off x="3336266" y="4261321"/>
                <a:ext cx="31751" cy="259901"/>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1" name="Google Shape;4121;p51"/>
          <p:cNvGrpSpPr/>
          <p:nvPr/>
        </p:nvGrpSpPr>
        <p:grpSpPr>
          <a:xfrm>
            <a:off x="6431033" y="3743823"/>
            <a:ext cx="219067" cy="281869"/>
            <a:chOff x="8907463" y="1231901"/>
            <a:chExt cx="3289300" cy="4232274"/>
          </a:xfrm>
        </p:grpSpPr>
        <p:sp>
          <p:nvSpPr>
            <p:cNvPr id="4122" name="Google Shape;4122;p51"/>
            <p:cNvSpPr/>
            <p:nvPr/>
          </p:nvSpPr>
          <p:spPr>
            <a:xfrm>
              <a:off x="10109200" y="2716213"/>
              <a:ext cx="139700" cy="214312"/>
            </a:xfrm>
            <a:custGeom>
              <a:rect b="b" l="l" r="r" t="t"/>
              <a:pathLst>
                <a:path extrusionOk="0" h="92" w="6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3" name="Google Shape;4123;p51"/>
            <p:cNvSpPr/>
            <p:nvPr/>
          </p:nvSpPr>
          <p:spPr>
            <a:xfrm>
              <a:off x="10855325" y="2716213"/>
              <a:ext cx="139700" cy="214312"/>
            </a:xfrm>
            <a:custGeom>
              <a:rect b="b" l="l" r="r" t="t"/>
              <a:pathLst>
                <a:path extrusionOk="0" h="92" w="6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4" name="Google Shape;4124;p51"/>
            <p:cNvSpPr/>
            <p:nvPr/>
          </p:nvSpPr>
          <p:spPr>
            <a:xfrm>
              <a:off x="10142538" y="3163888"/>
              <a:ext cx="819150" cy="439737"/>
            </a:xfrm>
            <a:custGeom>
              <a:rect b="b" l="l" r="r" t="t"/>
              <a:pathLst>
                <a:path extrusionOk="0" h="189" w="352">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5" name="Google Shape;4125;p51"/>
            <p:cNvSpPr/>
            <p:nvPr/>
          </p:nvSpPr>
          <p:spPr>
            <a:xfrm>
              <a:off x="8907463" y="1231901"/>
              <a:ext cx="3289300" cy="4232274"/>
            </a:xfrm>
            <a:custGeom>
              <a:rect b="b" l="l" r="r" t="t"/>
              <a:pathLst>
                <a:path extrusionOk="0" h="1816" w="1412">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9" name="Shape 4129"/>
        <p:cNvGrpSpPr/>
        <p:nvPr/>
      </p:nvGrpSpPr>
      <p:grpSpPr>
        <a:xfrm>
          <a:off x="0" y="0"/>
          <a:ext cx="0" cy="0"/>
          <a:chOff x="0" y="0"/>
          <a:chExt cx="0" cy="0"/>
        </a:xfrm>
      </p:grpSpPr>
      <p:sp>
        <p:nvSpPr>
          <p:cNvPr id="4130" name="Google Shape;4130;p52"/>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4131" name="Google Shape;4131;p52"/>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4132" name="Google Shape;4132;p52"/>
          <p:cNvGrpSpPr/>
          <p:nvPr/>
        </p:nvGrpSpPr>
        <p:grpSpPr>
          <a:xfrm>
            <a:off x="2478999" y="1561177"/>
            <a:ext cx="255299" cy="276740"/>
            <a:chOff x="3110102" y="1499880"/>
            <a:chExt cx="330613" cy="358379"/>
          </a:xfrm>
        </p:grpSpPr>
        <p:sp>
          <p:nvSpPr>
            <p:cNvPr id="4133" name="Google Shape;4133;p5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52"/>
          <p:cNvGrpSpPr/>
          <p:nvPr/>
        </p:nvGrpSpPr>
        <p:grpSpPr>
          <a:xfrm>
            <a:off x="3792575" y="3313078"/>
            <a:ext cx="255005" cy="277231"/>
            <a:chOff x="2667058" y="1500293"/>
            <a:chExt cx="330231" cy="359015"/>
          </a:xfrm>
        </p:grpSpPr>
        <p:sp>
          <p:nvSpPr>
            <p:cNvPr id="4141" name="Google Shape;4141;p52"/>
            <p:cNvSpPr/>
            <p:nvPr/>
          </p:nvSpPr>
          <p:spPr>
            <a:xfrm>
              <a:off x="2944239" y="1581714"/>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2"/>
            <p:cNvSpPr/>
            <p:nvPr/>
          </p:nvSpPr>
          <p:spPr>
            <a:xfrm>
              <a:off x="2925696" y="1563140"/>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2"/>
            <p:cNvSpPr/>
            <p:nvPr/>
          </p:nvSpPr>
          <p:spPr>
            <a:xfrm>
              <a:off x="2953717" y="1594563"/>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2"/>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2"/>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2"/>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2"/>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2"/>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2"/>
            <p:cNvSpPr/>
            <p:nvPr/>
          </p:nvSpPr>
          <p:spPr>
            <a:xfrm>
              <a:off x="2923788" y="1576403"/>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2"/>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2"/>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2"/>
            <p:cNvSpPr/>
            <p:nvPr/>
          </p:nvSpPr>
          <p:spPr>
            <a:xfrm>
              <a:off x="2923438" y="1576784"/>
              <a:ext cx="0" cy="32"/>
            </a:xfrm>
            <a:custGeom>
              <a:rect b="b" l="l" r="r" t="t"/>
              <a:pathLst>
                <a:path extrusionOk="0" h="1" w="0">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9" name="Google Shape;4159;p52"/>
          <p:cNvGrpSpPr/>
          <p:nvPr/>
        </p:nvGrpSpPr>
        <p:grpSpPr>
          <a:xfrm>
            <a:off x="3781462" y="2001756"/>
            <a:ext cx="277231" cy="276937"/>
            <a:chOff x="1309875" y="1499912"/>
            <a:chExt cx="359015" cy="358633"/>
          </a:xfrm>
        </p:grpSpPr>
        <p:sp>
          <p:nvSpPr>
            <p:cNvPr id="4160" name="Google Shape;4160;p5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52"/>
          <p:cNvGrpSpPr/>
          <p:nvPr/>
        </p:nvGrpSpPr>
        <p:grpSpPr>
          <a:xfrm>
            <a:off x="1163120" y="2001609"/>
            <a:ext cx="255299" cy="277231"/>
            <a:chOff x="2219466" y="1500293"/>
            <a:chExt cx="330613" cy="359015"/>
          </a:xfrm>
        </p:grpSpPr>
        <p:sp>
          <p:nvSpPr>
            <p:cNvPr id="4170" name="Google Shape;4170;p5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52"/>
          <p:cNvGrpSpPr/>
          <p:nvPr/>
        </p:nvGrpSpPr>
        <p:grpSpPr>
          <a:xfrm>
            <a:off x="7313674" y="2435666"/>
            <a:ext cx="193564" cy="276066"/>
            <a:chOff x="4882340" y="1509358"/>
            <a:chExt cx="246171" cy="351095"/>
          </a:xfrm>
        </p:grpSpPr>
        <p:sp>
          <p:nvSpPr>
            <p:cNvPr id="4173" name="Google Shape;4173;p5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8" name="Google Shape;4178;p52"/>
          <p:cNvSpPr/>
          <p:nvPr/>
        </p:nvSpPr>
        <p:spPr>
          <a:xfrm>
            <a:off x="6004341" y="1563562"/>
            <a:ext cx="191783" cy="276333"/>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9" name="Google Shape;4179;p52"/>
          <p:cNvGrpSpPr/>
          <p:nvPr/>
        </p:nvGrpSpPr>
        <p:grpSpPr>
          <a:xfrm>
            <a:off x="6919416" y="3313559"/>
            <a:ext cx="121815" cy="276641"/>
            <a:chOff x="7699309" y="1508626"/>
            <a:chExt cx="154922" cy="351827"/>
          </a:xfrm>
        </p:grpSpPr>
        <p:sp>
          <p:nvSpPr>
            <p:cNvPr id="4180" name="Google Shape;4180;p5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2"/>
            <p:cNvSpPr/>
            <p:nvPr/>
          </p:nvSpPr>
          <p:spPr>
            <a:xfrm>
              <a:off x="7757639" y="1792231"/>
              <a:ext cx="32" cy="795"/>
            </a:xfrm>
            <a:custGeom>
              <a:rect b="b" l="l" r="r" t="t"/>
              <a:pathLst>
                <a:path extrusionOk="0" h="25" w="1">
                  <a:moveTo>
                    <a:pt x="0" y="1"/>
                  </a:moveTo>
                  <a:cubicBezTo>
                    <a:pt x="0" y="1"/>
                    <a:pt x="0"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52"/>
          <p:cNvGrpSpPr/>
          <p:nvPr/>
        </p:nvGrpSpPr>
        <p:grpSpPr>
          <a:xfrm>
            <a:off x="7272585" y="3337042"/>
            <a:ext cx="275741" cy="229676"/>
            <a:chOff x="5770336" y="2007615"/>
            <a:chExt cx="350682" cy="292097"/>
          </a:xfrm>
        </p:grpSpPr>
        <p:sp>
          <p:nvSpPr>
            <p:cNvPr id="4188" name="Google Shape;4188;p5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2" name="Google Shape;4192;p52"/>
          <p:cNvSpPr/>
          <p:nvPr/>
        </p:nvSpPr>
        <p:spPr>
          <a:xfrm>
            <a:off x="8157580" y="2868900"/>
            <a:ext cx="259978" cy="275158"/>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3" name="Google Shape;4193;p52"/>
          <p:cNvGrpSpPr/>
          <p:nvPr/>
        </p:nvGrpSpPr>
        <p:grpSpPr>
          <a:xfrm>
            <a:off x="7718731" y="2868895"/>
            <a:ext cx="262062" cy="275166"/>
            <a:chOff x="7548967" y="1978927"/>
            <a:chExt cx="333285" cy="349950"/>
          </a:xfrm>
        </p:grpSpPr>
        <p:sp>
          <p:nvSpPr>
            <p:cNvPr id="4194" name="Google Shape;4194;p5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52"/>
          <p:cNvGrpSpPr/>
          <p:nvPr/>
        </p:nvGrpSpPr>
        <p:grpSpPr>
          <a:xfrm>
            <a:off x="7274223" y="2868758"/>
            <a:ext cx="272465" cy="275441"/>
            <a:chOff x="6214142" y="1978927"/>
            <a:chExt cx="346515" cy="350300"/>
          </a:xfrm>
        </p:grpSpPr>
        <p:sp>
          <p:nvSpPr>
            <p:cNvPr id="4202" name="Google Shape;4202;p5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4" name="Google Shape;4204;p52"/>
          <p:cNvSpPr/>
          <p:nvPr/>
        </p:nvSpPr>
        <p:spPr>
          <a:xfrm>
            <a:off x="8152979" y="3314151"/>
            <a:ext cx="269181" cy="275458"/>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5" name="Google Shape;4205;p52"/>
          <p:cNvGrpSpPr/>
          <p:nvPr/>
        </p:nvGrpSpPr>
        <p:grpSpPr>
          <a:xfrm>
            <a:off x="2028202" y="2436377"/>
            <a:ext cx="290039" cy="276512"/>
            <a:chOff x="2023158" y="2439193"/>
            <a:chExt cx="290039" cy="276512"/>
          </a:xfrm>
        </p:grpSpPr>
        <p:grpSp>
          <p:nvGrpSpPr>
            <p:cNvPr id="4206" name="Google Shape;4206;p52"/>
            <p:cNvGrpSpPr/>
            <p:nvPr/>
          </p:nvGrpSpPr>
          <p:grpSpPr>
            <a:xfrm>
              <a:off x="2023158" y="2442350"/>
              <a:ext cx="84275" cy="270200"/>
              <a:chOff x="2774209" y="1954691"/>
              <a:chExt cx="116693" cy="374186"/>
            </a:xfrm>
          </p:grpSpPr>
          <p:sp>
            <p:nvSpPr>
              <p:cNvPr id="4207" name="Google Shape;4207;p5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9" name="Google Shape;4209;p52"/>
            <p:cNvSpPr/>
            <p:nvPr/>
          </p:nvSpPr>
          <p:spPr>
            <a:xfrm>
              <a:off x="2131048" y="2439193"/>
              <a:ext cx="87752" cy="276512"/>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2"/>
            <p:cNvSpPr/>
            <p:nvPr/>
          </p:nvSpPr>
          <p:spPr>
            <a:xfrm>
              <a:off x="2242415" y="2441719"/>
              <a:ext cx="70782" cy="271462"/>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52"/>
          <p:cNvGrpSpPr/>
          <p:nvPr/>
        </p:nvGrpSpPr>
        <p:grpSpPr>
          <a:xfrm>
            <a:off x="758116" y="1563707"/>
            <a:ext cx="210576" cy="271681"/>
            <a:chOff x="913012" y="2421970"/>
            <a:chExt cx="272696" cy="351827"/>
          </a:xfrm>
        </p:grpSpPr>
        <p:sp>
          <p:nvSpPr>
            <p:cNvPr id="4212" name="Google Shape;4212;p5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52"/>
          <p:cNvGrpSpPr/>
          <p:nvPr/>
        </p:nvGrpSpPr>
        <p:grpSpPr>
          <a:xfrm>
            <a:off x="1633814" y="2438940"/>
            <a:ext cx="197412" cy="271386"/>
            <a:chOff x="2274743" y="2422352"/>
            <a:chExt cx="255649" cy="351445"/>
          </a:xfrm>
        </p:grpSpPr>
        <p:sp>
          <p:nvSpPr>
            <p:cNvPr id="4217" name="Google Shape;4217;p5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52"/>
          <p:cNvGrpSpPr/>
          <p:nvPr/>
        </p:nvGrpSpPr>
        <p:grpSpPr>
          <a:xfrm>
            <a:off x="1190602" y="3737447"/>
            <a:ext cx="200334" cy="270821"/>
            <a:chOff x="1835485" y="2422352"/>
            <a:chExt cx="259433" cy="350714"/>
          </a:xfrm>
        </p:grpSpPr>
        <p:sp>
          <p:nvSpPr>
            <p:cNvPr id="4221" name="Google Shape;4221;p5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52"/>
          <p:cNvGrpSpPr/>
          <p:nvPr/>
        </p:nvGrpSpPr>
        <p:grpSpPr>
          <a:xfrm>
            <a:off x="1628558" y="2004298"/>
            <a:ext cx="207923" cy="271853"/>
            <a:chOff x="1367060" y="2422129"/>
            <a:chExt cx="269261" cy="352050"/>
          </a:xfrm>
        </p:grpSpPr>
        <p:sp>
          <p:nvSpPr>
            <p:cNvPr id="4229" name="Google Shape;4229;p5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3" name="Google Shape;4243;p52"/>
          <p:cNvSpPr/>
          <p:nvPr/>
        </p:nvSpPr>
        <p:spPr>
          <a:xfrm>
            <a:off x="7271539" y="1563612"/>
            <a:ext cx="277833" cy="276233"/>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4" name="Google Shape;4244;p52"/>
          <p:cNvGrpSpPr/>
          <p:nvPr/>
        </p:nvGrpSpPr>
        <p:grpSpPr>
          <a:xfrm>
            <a:off x="7709803" y="2015275"/>
            <a:ext cx="279918" cy="246306"/>
            <a:chOff x="6627639" y="2443884"/>
            <a:chExt cx="355993" cy="313247"/>
          </a:xfrm>
        </p:grpSpPr>
        <p:sp>
          <p:nvSpPr>
            <p:cNvPr id="4245" name="Google Shape;4245;p5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52"/>
          <p:cNvGrpSpPr/>
          <p:nvPr/>
        </p:nvGrpSpPr>
        <p:grpSpPr>
          <a:xfrm>
            <a:off x="6404324" y="1592442"/>
            <a:ext cx="276341" cy="218572"/>
            <a:chOff x="6183451" y="2462140"/>
            <a:chExt cx="351445" cy="277976"/>
          </a:xfrm>
        </p:grpSpPr>
        <p:sp>
          <p:nvSpPr>
            <p:cNvPr id="4249" name="Google Shape;4249;p5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52"/>
          <p:cNvGrpSpPr/>
          <p:nvPr/>
        </p:nvGrpSpPr>
        <p:grpSpPr>
          <a:xfrm>
            <a:off x="6841403" y="1567546"/>
            <a:ext cx="277842" cy="268364"/>
            <a:chOff x="5735477" y="2429858"/>
            <a:chExt cx="353354" cy="341299"/>
          </a:xfrm>
        </p:grpSpPr>
        <p:sp>
          <p:nvSpPr>
            <p:cNvPr id="4257" name="Google Shape;4257;p5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52"/>
          <p:cNvGrpSpPr/>
          <p:nvPr/>
        </p:nvGrpSpPr>
        <p:grpSpPr>
          <a:xfrm>
            <a:off x="6394362" y="2037729"/>
            <a:ext cx="296267" cy="201399"/>
            <a:chOff x="5283337" y="2478774"/>
            <a:chExt cx="358633" cy="243913"/>
          </a:xfrm>
        </p:grpSpPr>
        <p:sp>
          <p:nvSpPr>
            <p:cNvPr id="4264" name="Google Shape;4264;p5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1" name="Google Shape;4281;p52"/>
          <p:cNvGrpSpPr/>
          <p:nvPr/>
        </p:nvGrpSpPr>
        <p:grpSpPr>
          <a:xfrm>
            <a:off x="5086591" y="1600032"/>
            <a:ext cx="284694" cy="203392"/>
            <a:chOff x="7964753" y="2470823"/>
            <a:chExt cx="362068" cy="258670"/>
          </a:xfrm>
        </p:grpSpPr>
        <p:sp>
          <p:nvSpPr>
            <p:cNvPr id="4282" name="Google Shape;4282;p5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52"/>
          <p:cNvGrpSpPr/>
          <p:nvPr/>
        </p:nvGrpSpPr>
        <p:grpSpPr>
          <a:xfrm>
            <a:off x="726249" y="2436902"/>
            <a:ext cx="274309" cy="275463"/>
            <a:chOff x="3972749" y="2894211"/>
            <a:chExt cx="355230" cy="356725"/>
          </a:xfrm>
        </p:grpSpPr>
        <p:sp>
          <p:nvSpPr>
            <p:cNvPr id="4292" name="Google Shape;4292;p5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52"/>
          <p:cNvGrpSpPr/>
          <p:nvPr/>
        </p:nvGrpSpPr>
        <p:grpSpPr>
          <a:xfrm>
            <a:off x="2903706" y="2021343"/>
            <a:ext cx="274898" cy="237764"/>
            <a:chOff x="3527797" y="2918796"/>
            <a:chExt cx="355993" cy="307904"/>
          </a:xfrm>
        </p:grpSpPr>
        <p:sp>
          <p:nvSpPr>
            <p:cNvPr id="4298" name="Google Shape;4298;p5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52"/>
          <p:cNvGrpSpPr/>
          <p:nvPr/>
        </p:nvGrpSpPr>
        <p:grpSpPr>
          <a:xfrm>
            <a:off x="1153468" y="4181619"/>
            <a:ext cx="274603" cy="274603"/>
            <a:chOff x="2639038" y="2894942"/>
            <a:chExt cx="355612" cy="355612"/>
          </a:xfrm>
        </p:grpSpPr>
        <p:sp>
          <p:nvSpPr>
            <p:cNvPr id="4309" name="Google Shape;4309;p5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52"/>
          <p:cNvGrpSpPr/>
          <p:nvPr/>
        </p:nvGrpSpPr>
        <p:grpSpPr>
          <a:xfrm>
            <a:off x="6404024" y="2874797"/>
            <a:ext cx="276942" cy="263362"/>
            <a:chOff x="7066548" y="2912594"/>
            <a:chExt cx="352209" cy="334938"/>
          </a:xfrm>
        </p:grpSpPr>
        <p:sp>
          <p:nvSpPr>
            <p:cNvPr id="4312" name="Google Shape;4312;p5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8" name="Google Shape;4318;p52"/>
          <p:cNvSpPr/>
          <p:nvPr/>
        </p:nvSpPr>
        <p:spPr>
          <a:xfrm>
            <a:off x="5083920" y="2005504"/>
            <a:ext cx="290037" cy="26585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2"/>
          <p:cNvSpPr/>
          <p:nvPr/>
        </p:nvSpPr>
        <p:spPr>
          <a:xfrm>
            <a:off x="5962775" y="2456801"/>
            <a:ext cx="274913" cy="233796"/>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0" name="Google Shape;4320;p52"/>
          <p:cNvGrpSpPr/>
          <p:nvPr/>
        </p:nvGrpSpPr>
        <p:grpSpPr>
          <a:xfrm>
            <a:off x="8166967" y="2000258"/>
            <a:ext cx="241205" cy="276341"/>
            <a:chOff x="8003015" y="2904039"/>
            <a:chExt cx="306759" cy="351445"/>
          </a:xfrm>
        </p:grpSpPr>
        <p:sp>
          <p:nvSpPr>
            <p:cNvPr id="4321" name="Google Shape;4321;p5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52"/>
          <p:cNvGrpSpPr/>
          <p:nvPr/>
        </p:nvGrpSpPr>
        <p:grpSpPr>
          <a:xfrm>
            <a:off x="6397172" y="2428389"/>
            <a:ext cx="290646" cy="290621"/>
            <a:chOff x="5687770" y="2885496"/>
            <a:chExt cx="369638" cy="369606"/>
          </a:xfrm>
        </p:grpSpPr>
        <p:sp>
          <p:nvSpPr>
            <p:cNvPr id="4328" name="Google Shape;4328;p5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52"/>
          <p:cNvGrpSpPr/>
          <p:nvPr/>
        </p:nvGrpSpPr>
        <p:grpSpPr>
          <a:xfrm>
            <a:off x="3788339" y="3737447"/>
            <a:ext cx="263478" cy="277452"/>
            <a:chOff x="862283" y="4274771"/>
            <a:chExt cx="341204" cy="359301"/>
          </a:xfrm>
        </p:grpSpPr>
        <p:sp>
          <p:nvSpPr>
            <p:cNvPr id="4339" name="Google Shape;4339;p5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2"/>
          <p:cNvGrpSpPr/>
          <p:nvPr/>
        </p:nvGrpSpPr>
        <p:grpSpPr>
          <a:xfrm>
            <a:off x="2027306" y="1568557"/>
            <a:ext cx="291830" cy="261979"/>
            <a:chOff x="1865381" y="4277506"/>
            <a:chExt cx="396131" cy="355612"/>
          </a:xfrm>
        </p:grpSpPr>
        <p:sp>
          <p:nvSpPr>
            <p:cNvPr id="4343" name="Google Shape;4343;p5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52"/>
          <p:cNvGrpSpPr/>
          <p:nvPr/>
        </p:nvGrpSpPr>
        <p:grpSpPr>
          <a:xfrm>
            <a:off x="1142665" y="2883218"/>
            <a:ext cx="296210" cy="265698"/>
            <a:chOff x="2411823" y="4303999"/>
            <a:chExt cx="334398" cy="299953"/>
          </a:xfrm>
        </p:grpSpPr>
        <p:sp>
          <p:nvSpPr>
            <p:cNvPr id="4350" name="Google Shape;4350;p5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 name="Google Shape;4357;p52"/>
          <p:cNvGrpSpPr/>
          <p:nvPr/>
        </p:nvGrpSpPr>
        <p:grpSpPr>
          <a:xfrm>
            <a:off x="715713" y="3316295"/>
            <a:ext cx="295381" cy="270797"/>
            <a:chOff x="2903337" y="4279032"/>
            <a:chExt cx="382519" cy="350682"/>
          </a:xfrm>
        </p:grpSpPr>
        <p:sp>
          <p:nvSpPr>
            <p:cNvPr id="4358" name="Google Shape;4358;p5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52"/>
          <p:cNvGrpSpPr/>
          <p:nvPr/>
        </p:nvGrpSpPr>
        <p:grpSpPr>
          <a:xfrm>
            <a:off x="2458528" y="2909331"/>
            <a:ext cx="296241" cy="213474"/>
            <a:chOff x="3933342" y="4315767"/>
            <a:chExt cx="383632" cy="276449"/>
          </a:xfrm>
        </p:grpSpPr>
        <p:sp>
          <p:nvSpPr>
            <p:cNvPr id="4374" name="Google Shape;4374;p5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0" name="Google Shape;4380;p52"/>
          <p:cNvGrpSpPr/>
          <p:nvPr/>
        </p:nvGrpSpPr>
        <p:grpSpPr>
          <a:xfrm>
            <a:off x="2910140" y="2444798"/>
            <a:ext cx="262029" cy="259671"/>
            <a:chOff x="3532345" y="3362635"/>
            <a:chExt cx="339328" cy="336274"/>
          </a:xfrm>
        </p:grpSpPr>
        <p:sp>
          <p:nvSpPr>
            <p:cNvPr id="4381" name="Google Shape;4381;p52"/>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2"/>
            <p:cNvSpPr/>
            <p:nvPr/>
          </p:nvSpPr>
          <p:spPr>
            <a:xfrm>
              <a:off x="3819385" y="3493258"/>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2"/>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6" name="Google Shape;4386;p52"/>
          <p:cNvSpPr/>
          <p:nvPr/>
        </p:nvSpPr>
        <p:spPr>
          <a:xfrm>
            <a:off x="724787" y="2001829"/>
            <a:ext cx="277233" cy="27679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7" name="Google Shape;4387;p52"/>
          <p:cNvGrpSpPr/>
          <p:nvPr/>
        </p:nvGrpSpPr>
        <p:grpSpPr>
          <a:xfrm>
            <a:off x="1153185" y="1561803"/>
            <a:ext cx="275168" cy="275488"/>
            <a:chOff x="1323901" y="3807173"/>
            <a:chExt cx="356343" cy="356757"/>
          </a:xfrm>
        </p:grpSpPr>
        <p:sp>
          <p:nvSpPr>
            <p:cNvPr id="4388" name="Google Shape;4388;p5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2" name="Google Shape;4412;p52"/>
          <p:cNvSpPr/>
          <p:nvPr/>
        </p:nvSpPr>
        <p:spPr>
          <a:xfrm>
            <a:off x="2572277" y="3312672"/>
            <a:ext cx="68743" cy="27804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3" name="Google Shape;4413;p52"/>
          <p:cNvGrpSpPr/>
          <p:nvPr/>
        </p:nvGrpSpPr>
        <p:grpSpPr>
          <a:xfrm>
            <a:off x="2922715" y="2880375"/>
            <a:ext cx="236879" cy="271386"/>
            <a:chOff x="859262" y="3353920"/>
            <a:chExt cx="306759" cy="351445"/>
          </a:xfrm>
        </p:grpSpPr>
        <p:sp>
          <p:nvSpPr>
            <p:cNvPr id="4414" name="Google Shape;4414;p5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9" name="Google Shape;4419;p52"/>
          <p:cNvSpPr/>
          <p:nvPr/>
        </p:nvSpPr>
        <p:spPr>
          <a:xfrm>
            <a:off x="2032849" y="3737447"/>
            <a:ext cx="280745" cy="240663"/>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2"/>
          <p:cNvSpPr/>
          <p:nvPr/>
        </p:nvSpPr>
        <p:spPr>
          <a:xfrm>
            <a:off x="5101488" y="2878890"/>
            <a:ext cx="254901" cy="255177"/>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1" name="Google Shape;4421;p52"/>
          <p:cNvGrpSpPr/>
          <p:nvPr/>
        </p:nvGrpSpPr>
        <p:grpSpPr>
          <a:xfrm>
            <a:off x="7738209" y="2452435"/>
            <a:ext cx="223107" cy="242530"/>
            <a:chOff x="5964227" y="3858701"/>
            <a:chExt cx="283743" cy="308444"/>
          </a:xfrm>
        </p:grpSpPr>
        <p:sp>
          <p:nvSpPr>
            <p:cNvPr id="4422" name="Google Shape;4422;p5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52"/>
          <p:cNvGrpSpPr/>
          <p:nvPr/>
        </p:nvGrpSpPr>
        <p:grpSpPr>
          <a:xfrm>
            <a:off x="5959823" y="3313484"/>
            <a:ext cx="280818" cy="276792"/>
            <a:chOff x="7415290" y="3802816"/>
            <a:chExt cx="357138" cy="352018"/>
          </a:xfrm>
        </p:grpSpPr>
        <p:sp>
          <p:nvSpPr>
            <p:cNvPr id="4427" name="Google Shape;4427;p5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52"/>
          <p:cNvGrpSpPr/>
          <p:nvPr/>
        </p:nvGrpSpPr>
        <p:grpSpPr>
          <a:xfrm>
            <a:off x="7270797" y="2023078"/>
            <a:ext cx="279317" cy="230701"/>
            <a:chOff x="6889712" y="3833413"/>
            <a:chExt cx="355230" cy="293401"/>
          </a:xfrm>
        </p:grpSpPr>
        <p:sp>
          <p:nvSpPr>
            <p:cNvPr id="4436" name="Google Shape;4436;p5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52"/>
          <p:cNvGrpSpPr/>
          <p:nvPr/>
        </p:nvGrpSpPr>
        <p:grpSpPr>
          <a:xfrm>
            <a:off x="5117934" y="2441129"/>
            <a:ext cx="222009" cy="265142"/>
            <a:chOff x="1635875" y="237775"/>
            <a:chExt cx="4370250" cy="5219325"/>
          </a:xfrm>
        </p:grpSpPr>
        <p:sp>
          <p:nvSpPr>
            <p:cNvPr id="4442" name="Google Shape;4442;p5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52"/>
          <p:cNvGrpSpPr/>
          <p:nvPr/>
        </p:nvGrpSpPr>
        <p:grpSpPr>
          <a:xfrm>
            <a:off x="2067798" y="2009800"/>
            <a:ext cx="210846" cy="260850"/>
            <a:chOff x="2667821" y="3361108"/>
            <a:chExt cx="273046" cy="337801"/>
          </a:xfrm>
        </p:grpSpPr>
        <p:sp>
          <p:nvSpPr>
            <p:cNvPr id="4445" name="Google Shape;4445;p5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52"/>
          <p:cNvGrpSpPr/>
          <p:nvPr/>
        </p:nvGrpSpPr>
        <p:grpSpPr>
          <a:xfrm>
            <a:off x="2499028" y="3737447"/>
            <a:ext cx="215242" cy="261832"/>
            <a:chOff x="1768821" y="3361108"/>
            <a:chExt cx="278739" cy="339073"/>
          </a:xfrm>
        </p:grpSpPr>
        <p:sp>
          <p:nvSpPr>
            <p:cNvPr id="4465" name="Google Shape;4465;p5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52"/>
          <p:cNvGrpSpPr/>
          <p:nvPr/>
        </p:nvGrpSpPr>
        <p:grpSpPr>
          <a:xfrm>
            <a:off x="5979479" y="2858329"/>
            <a:ext cx="241505" cy="296298"/>
            <a:chOff x="5337883" y="3336873"/>
            <a:chExt cx="307141" cy="376826"/>
          </a:xfrm>
        </p:grpSpPr>
        <p:sp>
          <p:nvSpPr>
            <p:cNvPr id="4477" name="Google Shape;4477;p5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52"/>
          <p:cNvGrpSpPr/>
          <p:nvPr/>
        </p:nvGrpSpPr>
        <p:grpSpPr>
          <a:xfrm>
            <a:off x="5524518" y="2038370"/>
            <a:ext cx="278142" cy="200116"/>
            <a:chOff x="6637117" y="3397843"/>
            <a:chExt cx="353735" cy="254504"/>
          </a:xfrm>
        </p:grpSpPr>
        <p:sp>
          <p:nvSpPr>
            <p:cNvPr id="4480" name="Google Shape;4480;p5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6" name="Google Shape;4486;p52"/>
          <p:cNvGrpSpPr/>
          <p:nvPr/>
        </p:nvGrpSpPr>
        <p:grpSpPr>
          <a:xfrm>
            <a:off x="5521804" y="1563207"/>
            <a:ext cx="283569" cy="277042"/>
            <a:chOff x="7075994" y="3349531"/>
            <a:chExt cx="360637" cy="352336"/>
          </a:xfrm>
        </p:grpSpPr>
        <p:sp>
          <p:nvSpPr>
            <p:cNvPr id="4487" name="Google Shape;4487;p5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52"/>
          <p:cNvGrpSpPr/>
          <p:nvPr/>
        </p:nvGrpSpPr>
        <p:grpSpPr>
          <a:xfrm>
            <a:off x="5961611" y="2025566"/>
            <a:ext cx="277242" cy="225725"/>
            <a:chOff x="7973468" y="3382322"/>
            <a:chExt cx="352590" cy="287072"/>
          </a:xfrm>
        </p:grpSpPr>
        <p:sp>
          <p:nvSpPr>
            <p:cNvPr id="4495" name="Google Shape;4495;p5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52"/>
          <p:cNvGrpSpPr/>
          <p:nvPr/>
        </p:nvGrpSpPr>
        <p:grpSpPr>
          <a:xfrm>
            <a:off x="718576" y="4174885"/>
            <a:ext cx="289656" cy="288071"/>
            <a:chOff x="3527780" y="2885263"/>
            <a:chExt cx="347435" cy="345534"/>
          </a:xfrm>
        </p:grpSpPr>
        <p:sp>
          <p:nvSpPr>
            <p:cNvPr id="4508" name="Google Shape;4508;p5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1" name="Google Shape;4531;p52"/>
          <p:cNvSpPr/>
          <p:nvPr/>
        </p:nvSpPr>
        <p:spPr>
          <a:xfrm>
            <a:off x="1590788" y="1556730"/>
            <a:ext cx="283464" cy="285634"/>
          </a:xfrm>
          <a:custGeom>
            <a:rect b="b" l="l" r="r" t="t"/>
            <a:pathLst>
              <a:path extrusionOk="0" h="307133" w="30480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32" name="Google Shape;4532;p52"/>
          <p:cNvGrpSpPr/>
          <p:nvPr/>
        </p:nvGrpSpPr>
        <p:grpSpPr>
          <a:xfrm>
            <a:off x="2897880" y="1555923"/>
            <a:ext cx="286550" cy="287248"/>
            <a:chOff x="3278790" y="2960179"/>
            <a:chExt cx="312896" cy="313658"/>
          </a:xfrm>
        </p:grpSpPr>
        <p:sp>
          <p:nvSpPr>
            <p:cNvPr id="4533" name="Google Shape;4533;p52"/>
            <p:cNvSpPr/>
            <p:nvPr/>
          </p:nvSpPr>
          <p:spPr>
            <a:xfrm>
              <a:off x="3327439" y="3060191"/>
              <a:ext cx="215503" cy="113728"/>
            </a:xfrm>
            <a:custGeom>
              <a:rect b="b" l="l" r="r" t="t"/>
              <a:pathLst>
                <a:path extrusionOk="0" h="113728" w="215503">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4" name="Google Shape;4534;p52"/>
            <p:cNvSpPr/>
            <p:nvPr/>
          </p:nvSpPr>
          <p:spPr>
            <a:xfrm>
              <a:off x="3511881" y="3193555"/>
              <a:ext cx="67137" cy="67137"/>
            </a:xfrm>
            <a:custGeom>
              <a:rect b="b" l="l" r="r" t="t"/>
              <a:pathLst>
                <a:path extrusionOk="0" h="67137" w="67137">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5" name="Google Shape;4535;p52"/>
            <p:cNvSpPr/>
            <p:nvPr/>
          </p:nvSpPr>
          <p:spPr>
            <a:xfrm>
              <a:off x="3278790" y="2960179"/>
              <a:ext cx="312896" cy="313658"/>
            </a:xfrm>
            <a:custGeom>
              <a:rect b="b" l="l" r="r" t="t"/>
              <a:pathLst>
                <a:path extrusionOk="0" h="313658" w="312896">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6" name="Google Shape;4536;p52"/>
            <p:cNvSpPr/>
            <p:nvPr/>
          </p:nvSpPr>
          <p:spPr>
            <a:xfrm>
              <a:off x="3392995" y="3074764"/>
              <a:ext cx="83617" cy="84391"/>
            </a:xfrm>
            <a:custGeom>
              <a:rect b="b" l="l" r="r" t="t"/>
              <a:pathLst>
                <a:path extrusionOk="0" h="84391" w="83617">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52"/>
            <p:cNvSpPr/>
            <p:nvPr/>
          </p:nvSpPr>
          <p:spPr>
            <a:xfrm>
              <a:off x="3417665" y="3093624"/>
              <a:ext cx="38099" cy="40862"/>
            </a:xfrm>
            <a:custGeom>
              <a:rect b="b" l="l" r="r" t="t"/>
              <a:pathLst>
                <a:path extrusionOk="0" h="40862" w="38099">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8" name="Google Shape;4538;p52"/>
            <p:cNvSpPr/>
            <p:nvPr/>
          </p:nvSpPr>
          <p:spPr>
            <a:xfrm>
              <a:off x="3430619" y="3032569"/>
              <a:ext cx="9143" cy="14192"/>
            </a:xfrm>
            <a:custGeom>
              <a:rect b="b" l="l" r="r" t="t"/>
              <a:pathLst>
                <a:path extrusionOk="0" h="14192" w="9143">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52"/>
            <p:cNvSpPr/>
            <p:nvPr/>
          </p:nvSpPr>
          <p:spPr>
            <a:xfrm>
              <a:off x="3415929" y="3035338"/>
              <a:ext cx="11758" cy="13613"/>
            </a:xfrm>
            <a:custGeom>
              <a:rect b="b" l="l" r="r" t="t"/>
              <a:pathLst>
                <a:path extrusionOk="0" h="13613" w="11758">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0" name="Google Shape;4540;p52"/>
            <p:cNvSpPr/>
            <p:nvPr/>
          </p:nvSpPr>
          <p:spPr>
            <a:xfrm>
              <a:off x="3442789" y="3035404"/>
              <a:ext cx="11758" cy="13547"/>
            </a:xfrm>
            <a:custGeom>
              <a:rect b="b" l="l" r="r" t="t"/>
              <a:pathLst>
                <a:path extrusionOk="0" h="13547" w="11758">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1" name="Google Shape;4541;p52"/>
            <p:cNvSpPr/>
            <p:nvPr/>
          </p:nvSpPr>
          <p:spPr>
            <a:xfrm>
              <a:off x="3430619" y="3187159"/>
              <a:ext cx="9143" cy="14192"/>
            </a:xfrm>
            <a:custGeom>
              <a:rect b="b" l="l" r="r" t="t"/>
              <a:pathLst>
                <a:path extrusionOk="0" h="14192" w="9143">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52"/>
            <p:cNvSpPr/>
            <p:nvPr/>
          </p:nvSpPr>
          <p:spPr>
            <a:xfrm>
              <a:off x="3442694" y="3184976"/>
              <a:ext cx="11758" cy="13613"/>
            </a:xfrm>
            <a:custGeom>
              <a:rect b="b" l="l" r="r" t="t"/>
              <a:pathLst>
                <a:path extrusionOk="0" h="13613" w="11758">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52"/>
            <p:cNvSpPr/>
            <p:nvPr/>
          </p:nvSpPr>
          <p:spPr>
            <a:xfrm>
              <a:off x="3415929" y="3185042"/>
              <a:ext cx="11758" cy="13547"/>
            </a:xfrm>
            <a:custGeom>
              <a:rect b="b" l="l" r="r" t="t"/>
              <a:pathLst>
                <a:path extrusionOk="0" h="13547" w="11758">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44" name="Google Shape;4544;p52"/>
          <p:cNvGrpSpPr/>
          <p:nvPr/>
        </p:nvGrpSpPr>
        <p:grpSpPr>
          <a:xfrm>
            <a:off x="3352385" y="1553957"/>
            <a:ext cx="252317" cy="291179"/>
            <a:chOff x="3718369" y="2960179"/>
            <a:chExt cx="252317" cy="291179"/>
          </a:xfrm>
        </p:grpSpPr>
        <p:sp>
          <p:nvSpPr>
            <p:cNvPr id="4545" name="Google Shape;4545;p52"/>
            <p:cNvSpPr/>
            <p:nvPr/>
          </p:nvSpPr>
          <p:spPr>
            <a:xfrm>
              <a:off x="3788949" y="3038283"/>
              <a:ext cx="133445" cy="66484"/>
            </a:xfrm>
            <a:custGeom>
              <a:rect b="b" l="l" r="r" t="t"/>
              <a:pathLst>
                <a:path extrusionOk="0" h="66484" w="133445">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52"/>
            <p:cNvSpPr/>
            <p:nvPr/>
          </p:nvSpPr>
          <p:spPr>
            <a:xfrm>
              <a:off x="3788854" y="3123246"/>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7" name="Google Shape;4547;p52"/>
            <p:cNvSpPr/>
            <p:nvPr/>
          </p:nvSpPr>
          <p:spPr>
            <a:xfrm>
              <a:off x="3788854" y="3150202"/>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8" name="Google Shape;4548;p52"/>
            <p:cNvSpPr/>
            <p:nvPr/>
          </p:nvSpPr>
          <p:spPr>
            <a:xfrm>
              <a:off x="3788854" y="3177253"/>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52"/>
            <p:cNvSpPr/>
            <p:nvPr/>
          </p:nvSpPr>
          <p:spPr>
            <a:xfrm>
              <a:off x="3789425" y="3217734"/>
              <a:ext cx="132873" cy="8572"/>
            </a:xfrm>
            <a:custGeom>
              <a:rect b="b" l="l" r="r" t="t"/>
              <a:pathLst>
                <a:path extrusionOk="0" h="8572" w="132873">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0" name="Google Shape;4550;p52"/>
            <p:cNvSpPr/>
            <p:nvPr/>
          </p:nvSpPr>
          <p:spPr>
            <a:xfrm>
              <a:off x="3718369" y="2960179"/>
              <a:ext cx="252317" cy="291179"/>
            </a:xfrm>
            <a:custGeom>
              <a:rect b="b" l="l" r="r" t="t"/>
              <a:pathLst>
                <a:path extrusionOk="0" h="291179" w="252317">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1" name="Google Shape;4551;p52"/>
            <p:cNvSpPr/>
            <p:nvPr/>
          </p:nvSpPr>
          <p:spPr>
            <a:xfrm>
              <a:off x="3788854" y="2980562"/>
              <a:ext cx="98393" cy="47244"/>
            </a:xfrm>
            <a:custGeom>
              <a:rect b="b" l="l" r="r" t="t"/>
              <a:pathLst>
                <a:path extrusionOk="0" h="47244" w="98393">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2" name="Google Shape;4552;p52"/>
          <p:cNvGrpSpPr/>
          <p:nvPr/>
        </p:nvGrpSpPr>
        <p:grpSpPr>
          <a:xfrm>
            <a:off x="3783843" y="1577946"/>
            <a:ext cx="272468" cy="243203"/>
            <a:chOff x="4096988" y="2954654"/>
            <a:chExt cx="357758" cy="319373"/>
          </a:xfrm>
        </p:grpSpPr>
        <p:sp>
          <p:nvSpPr>
            <p:cNvPr id="4553" name="Google Shape;4553;p52"/>
            <p:cNvSpPr/>
            <p:nvPr/>
          </p:nvSpPr>
          <p:spPr>
            <a:xfrm>
              <a:off x="4096988" y="2954654"/>
              <a:ext cx="357758" cy="161544"/>
            </a:xfrm>
            <a:custGeom>
              <a:rect b="b" l="l" r="r" t="t"/>
              <a:pathLst>
                <a:path extrusionOk="0" h="161544" w="357758">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52"/>
            <p:cNvSpPr/>
            <p:nvPr/>
          </p:nvSpPr>
          <p:spPr>
            <a:xfrm>
              <a:off x="4096988" y="3018186"/>
              <a:ext cx="357758" cy="255841"/>
            </a:xfrm>
            <a:custGeom>
              <a:rect b="b" l="l" r="r" t="t"/>
              <a:pathLst>
                <a:path extrusionOk="0" h="255841" w="357758">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52"/>
            <p:cNvSpPr/>
            <p:nvPr/>
          </p:nvSpPr>
          <p:spPr>
            <a:xfrm>
              <a:off x="4175188" y="2978943"/>
              <a:ext cx="201168" cy="170783"/>
            </a:xfrm>
            <a:custGeom>
              <a:rect b="b" l="l" r="r" t="t"/>
              <a:pathLst>
                <a:path extrusionOk="0" h="170783" w="201168">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6" name="Google Shape;4556;p52"/>
          <p:cNvGrpSpPr/>
          <p:nvPr/>
        </p:nvGrpSpPr>
        <p:grpSpPr>
          <a:xfrm>
            <a:off x="2464919" y="2006236"/>
            <a:ext cx="283459" cy="267976"/>
            <a:chOff x="4534852" y="2953130"/>
            <a:chExt cx="333089" cy="314896"/>
          </a:xfrm>
        </p:grpSpPr>
        <p:sp>
          <p:nvSpPr>
            <p:cNvPr id="4557" name="Google Shape;4557;p52"/>
            <p:cNvSpPr/>
            <p:nvPr/>
          </p:nvSpPr>
          <p:spPr>
            <a:xfrm>
              <a:off x="4776311" y="2981610"/>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8" name="Google Shape;4558;p52"/>
            <p:cNvSpPr/>
            <p:nvPr/>
          </p:nvSpPr>
          <p:spPr>
            <a:xfrm>
              <a:off x="4802314"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52"/>
            <p:cNvSpPr/>
            <p:nvPr/>
          </p:nvSpPr>
          <p:spPr>
            <a:xfrm>
              <a:off x="4828317"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52"/>
            <p:cNvSpPr/>
            <p:nvPr/>
          </p:nvSpPr>
          <p:spPr>
            <a:xfrm>
              <a:off x="4670679" y="3083670"/>
              <a:ext cx="62198" cy="68341"/>
            </a:xfrm>
            <a:custGeom>
              <a:rect b="b" l="l" r="r" t="t"/>
              <a:pathLst>
                <a:path extrusionOk="0" h="68341" w="62198">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52"/>
            <p:cNvSpPr/>
            <p:nvPr/>
          </p:nvSpPr>
          <p:spPr>
            <a:xfrm>
              <a:off x="4576857" y="3041808"/>
              <a:ext cx="249840" cy="152209"/>
            </a:xfrm>
            <a:custGeom>
              <a:rect b="b" l="l" r="r" t="t"/>
              <a:pathLst>
                <a:path extrusionOk="0" h="152209" w="24984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2" name="Google Shape;4562;p52"/>
            <p:cNvSpPr/>
            <p:nvPr/>
          </p:nvSpPr>
          <p:spPr>
            <a:xfrm>
              <a:off x="4576667" y="3207067"/>
              <a:ext cx="249935" cy="31813"/>
            </a:xfrm>
            <a:custGeom>
              <a:rect b="b" l="l" r="r" t="t"/>
              <a:pathLst>
                <a:path extrusionOk="0" h="31813" w="249935">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3" name="Google Shape;4563;p52"/>
            <p:cNvSpPr/>
            <p:nvPr/>
          </p:nvSpPr>
          <p:spPr>
            <a:xfrm>
              <a:off x="4534852" y="2953130"/>
              <a:ext cx="333089" cy="314896"/>
            </a:xfrm>
            <a:custGeom>
              <a:rect b="b" l="l" r="r" t="t"/>
              <a:pathLst>
                <a:path extrusionOk="0" h="314896" w="333089">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4" name="Google Shape;4564;p52"/>
          <p:cNvGrpSpPr/>
          <p:nvPr/>
        </p:nvGrpSpPr>
        <p:grpSpPr>
          <a:xfrm>
            <a:off x="3346810" y="1995143"/>
            <a:ext cx="263468" cy="290163"/>
            <a:chOff x="4948142" y="2934556"/>
            <a:chExt cx="316060" cy="348043"/>
          </a:xfrm>
        </p:grpSpPr>
        <p:sp>
          <p:nvSpPr>
            <p:cNvPr id="4565" name="Google Shape;4565;p52"/>
            <p:cNvSpPr/>
            <p:nvPr/>
          </p:nvSpPr>
          <p:spPr>
            <a:xfrm>
              <a:off x="5000244" y="2986658"/>
              <a:ext cx="114871" cy="114871"/>
            </a:xfrm>
            <a:custGeom>
              <a:rect b="b" l="l" r="r" t="t"/>
              <a:pathLst>
                <a:path extrusionOk="0" h="114871" w="114871">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52"/>
            <p:cNvSpPr/>
            <p:nvPr/>
          </p:nvSpPr>
          <p:spPr>
            <a:xfrm>
              <a:off x="5023008" y="3009518"/>
              <a:ext cx="69341" cy="69341"/>
            </a:xfrm>
            <a:custGeom>
              <a:rect b="b" l="l" r="r" t="t"/>
              <a:pathLst>
                <a:path extrusionOk="0" h="69341" w="69341">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52"/>
            <p:cNvSpPr/>
            <p:nvPr/>
          </p:nvSpPr>
          <p:spPr>
            <a:xfrm>
              <a:off x="5109284" y="3008098"/>
              <a:ext cx="154918" cy="274406"/>
            </a:xfrm>
            <a:custGeom>
              <a:rect b="b" l="l" r="r" t="t"/>
              <a:pathLst>
                <a:path extrusionOk="0" h="274406" w="154918">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8" name="Google Shape;4568;p52"/>
            <p:cNvSpPr/>
            <p:nvPr/>
          </p:nvSpPr>
          <p:spPr>
            <a:xfrm>
              <a:off x="4948142" y="2934556"/>
              <a:ext cx="266116" cy="348043"/>
            </a:xfrm>
            <a:custGeom>
              <a:rect b="b" l="l" r="r" t="t"/>
              <a:pathLst>
                <a:path extrusionOk="0" h="348043" w="266116">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69" name="Google Shape;4569;p52"/>
          <p:cNvSpPr/>
          <p:nvPr/>
        </p:nvSpPr>
        <p:spPr>
          <a:xfrm>
            <a:off x="1146559" y="2436166"/>
            <a:ext cx="288420" cy="276935"/>
          </a:xfrm>
          <a:custGeom>
            <a:rect b="b" l="l" r="r" t="t"/>
            <a:pathLst>
              <a:path extrusionOk="0" h="345090" w="359402">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0" name="Google Shape;4570;p52"/>
          <p:cNvSpPr/>
          <p:nvPr/>
        </p:nvSpPr>
        <p:spPr>
          <a:xfrm>
            <a:off x="2458846" y="2472858"/>
            <a:ext cx="295605" cy="203550"/>
          </a:xfrm>
          <a:custGeom>
            <a:rect b="b" l="l" r="r" t="t"/>
            <a:pathLst>
              <a:path extrusionOk="0" h="347948" w="505307">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71" name="Google Shape;4571;p52"/>
          <p:cNvGrpSpPr/>
          <p:nvPr/>
        </p:nvGrpSpPr>
        <p:grpSpPr>
          <a:xfrm>
            <a:off x="3400001" y="2434776"/>
            <a:ext cx="157086" cy="279714"/>
            <a:chOff x="6369223" y="2964518"/>
            <a:chExt cx="222785" cy="396757"/>
          </a:xfrm>
        </p:grpSpPr>
        <p:sp>
          <p:nvSpPr>
            <p:cNvPr id="4572" name="Google Shape;4572;p52"/>
            <p:cNvSpPr/>
            <p:nvPr/>
          </p:nvSpPr>
          <p:spPr>
            <a:xfrm>
              <a:off x="6369223" y="2964518"/>
              <a:ext cx="222785" cy="396757"/>
            </a:xfrm>
            <a:custGeom>
              <a:rect b="b" l="l" r="r" t="t"/>
              <a:pathLst>
                <a:path extrusionOk="0" h="396757" w="222785">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52"/>
            <p:cNvSpPr/>
            <p:nvPr/>
          </p:nvSpPr>
          <p:spPr>
            <a:xfrm>
              <a:off x="6499669" y="3007994"/>
              <a:ext cx="11620" cy="11620"/>
            </a:xfrm>
            <a:custGeom>
              <a:rect b="b" l="l" r="r" t="t"/>
              <a:pathLst>
                <a:path extrusionOk="0" h="11620" w="1162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52"/>
            <p:cNvSpPr/>
            <p:nvPr/>
          </p:nvSpPr>
          <p:spPr>
            <a:xfrm>
              <a:off x="6431375" y="3113721"/>
              <a:ext cx="11620" cy="11620"/>
            </a:xfrm>
            <a:custGeom>
              <a:rect b="b" l="l" r="r" t="t"/>
              <a:pathLst>
                <a:path extrusionOk="0" h="11620" w="1162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5" name="Google Shape;4575;p52"/>
            <p:cNvSpPr/>
            <p:nvPr/>
          </p:nvSpPr>
          <p:spPr>
            <a:xfrm>
              <a:off x="6468522" y="3132391"/>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6" name="Google Shape;4576;p52"/>
            <p:cNvSpPr/>
            <p:nvPr/>
          </p:nvSpPr>
          <p:spPr>
            <a:xfrm>
              <a:off x="6468522" y="3070192"/>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7" name="Google Shape;4577;p52"/>
            <p:cNvSpPr/>
            <p:nvPr/>
          </p:nvSpPr>
          <p:spPr>
            <a:xfrm>
              <a:off x="6493383" y="3088861"/>
              <a:ext cx="11620" cy="17811"/>
            </a:xfrm>
            <a:custGeom>
              <a:rect b="b" l="l" r="r" t="t"/>
              <a:pathLst>
                <a:path extrusionOk="0" h="17811" w="1162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52"/>
            <p:cNvSpPr/>
            <p:nvPr/>
          </p:nvSpPr>
          <p:spPr>
            <a:xfrm>
              <a:off x="6493383" y="3057810"/>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52"/>
            <p:cNvSpPr/>
            <p:nvPr/>
          </p:nvSpPr>
          <p:spPr>
            <a:xfrm>
              <a:off x="6443662" y="3057810"/>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52"/>
            <p:cNvSpPr/>
            <p:nvPr/>
          </p:nvSpPr>
          <p:spPr>
            <a:xfrm>
              <a:off x="6443662" y="3026758"/>
              <a:ext cx="11620" cy="17811"/>
            </a:xfrm>
            <a:custGeom>
              <a:rect b="b" l="l" r="r" t="t"/>
              <a:pathLst>
                <a:path extrusionOk="0" h="17811" w="1162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52"/>
            <p:cNvSpPr/>
            <p:nvPr/>
          </p:nvSpPr>
          <p:spPr>
            <a:xfrm>
              <a:off x="6493383" y="315096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2" name="Google Shape;4582;p52"/>
            <p:cNvSpPr/>
            <p:nvPr/>
          </p:nvSpPr>
          <p:spPr>
            <a:xfrm>
              <a:off x="6443662" y="3150964"/>
              <a:ext cx="11620" cy="17811"/>
            </a:xfrm>
            <a:custGeom>
              <a:rect b="b" l="l" r="r" t="t"/>
              <a:pathLst>
                <a:path extrusionOk="0" h="17811" w="1162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3" name="Google Shape;4583;p52"/>
            <p:cNvSpPr/>
            <p:nvPr/>
          </p:nvSpPr>
          <p:spPr>
            <a:xfrm>
              <a:off x="6493383" y="3119913"/>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52"/>
            <p:cNvSpPr/>
            <p:nvPr/>
          </p:nvSpPr>
          <p:spPr>
            <a:xfrm>
              <a:off x="6468522" y="3039141"/>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5" name="Google Shape;4585;p52"/>
            <p:cNvSpPr/>
            <p:nvPr/>
          </p:nvSpPr>
          <p:spPr>
            <a:xfrm>
              <a:off x="6468522" y="310124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6" name="Google Shape;4586;p52"/>
            <p:cNvSpPr/>
            <p:nvPr/>
          </p:nvSpPr>
          <p:spPr>
            <a:xfrm>
              <a:off x="6394037" y="3007994"/>
              <a:ext cx="15620" cy="15620"/>
            </a:xfrm>
            <a:custGeom>
              <a:rect b="b" l="l" r="r" t="t"/>
              <a:pathLst>
                <a:path extrusionOk="0" h="15620" w="1562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7" name="Google Shape;4587;p52"/>
            <p:cNvSpPr/>
            <p:nvPr/>
          </p:nvSpPr>
          <p:spPr>
            <a:xfrm>
              <a:off x="6548913" y="2991706"/>
              <a:ext cx="15621" cy="15620"/>
            </a:xfrm>
            <a:custGeom>
              <a:rect b="b" l="l" r="r" t="t"/>
              <a:pathLst>
                <a:path extrusionOk="0" h="15620" w="15621">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8" name="Google Shape;4588;p52"/>
          <p:cNvGrpSpPr/>
          <p:nvPr/>
        </p:nvGrpSpPr>
        <p:grpSpPr>
          <a:xfrm>
            <a:off x="3799307" y="2434010"/>
            <a:ext cx="241541" cy="281247"/>
            <a:chOff x="6735413" y="2947320"/>
            <a:chExt cx="355678" cy="414146"/>
          </a:xfrm>
        </p:grpSpPr>
        <p:sp>
          <p:nvSpPr>
            <p:cNvPr id="4589" name="Google Shape;4589;p52"/>
            <p:cNvSpPr/>
            <p:nvPr/>
          </p:nvSpPr>
          <p:spPr>
            <a:xfrm>
              <a:off x="6735413" y="2947320"/>
              <a:ext cx="339011" cy="414146"/>
            </a:xfrm>
            <a:custGeom>
              <a:rect b="b" l="l" r="r" t="t"/>
              <a:pathLst>
                <a:path extrusionOk="0" h="414146" w="339011">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52"/>
            <p:cNvSpPr/>
            <p:nvPr/>
          </p:nvSpPr>
          <p:spPr>
            <a:xfrm>
              <a:off x="6759225" y="3093052"/>
              <a:ext cx="43624" cy="43719"/>
            </a:xfrm>
            <a:custGeom>
              <a:rect b="b" l="l" r="r" t="t"/>
              <a:pathLst>
                <a:path extrusionOk="0" h="43719" w="43624">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52"/>
            <p:cNvSpPr/>
            <p:nvPr/>
          </p:nvSpPr>
          <p:spPr>
            <a:xfrm>
              <a:off x="7061287" y="3112507"/>
              <a:ext cx="17478" cy="17502"/>
            </a:xfrm>
            <a:custGeom>
              <a:rect b="b" l="l" r="r" t="t"/>
              <a:pathLst>
                <a:path extrusionOk="0" h="17502" w="17478">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52"/>
            <p:cNvSpPr/>
            <p:nvPr/>
          </p:nvSpPr>
          <p:spPr>
            <a:xfrm>
              <a:off x="7071726" y="3097514"/>
              <a:ext cx="19365" cy="14111"/>
            </a:xfrm>
            <a:custGeom>
              <a:rect b="b" l="l" r="r" t="t"/>
              <a:pathLst>
                <a:path extrusionOk="0" h="14111" w="19365">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52"/>
            <p:cNvSpPr/>
            <p:nvPr/>
          </p:nvSpPr>
          <p:spPr>
            <a:xfrm>
              <a:off x="7046294" y="3122851"/>
              <a:ext cx="14031" cy="19350"/>
            </a:xfrm>
            <a:custGeom>
              <a:rect b="b" l="l" r="r" t="t"/>
              <a:pathLst>
                <a:path extrusionOk="0" h="19350" w="14031">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4" name="Google Shape;4594;p52"/>
          <p:cNvGrpSpPr/>
          <p:nvPr/>
        </p:nvGrpSpPr>
        <p:grpSpPr>
          <a:xfrm>
            <a:off x="718562" y="2868047"/>
            <a:ext cx="289683" cy="296041"/>
            <a:chOff x="7257478" y="2913982"/>
            <a:chExt cx="399287" cy="408051"/>
          </a:xfrm>
        </p:grpSpPr>
        <p:sp>
          <p:nvSpPr>
            <p:cNvPr id="4595" name="Google Shape;4595;p52"/>
            <p:cNvSpPr/>
            <p:nvPr/>
          </p:nvSpPr>
          <p:spPr>
            <a:xfrm>
              <a:off x="7257478" y="2913982"/>
              <a:ext cx="399287" cy="408051"/>
            </a:xfrm>
            <a:custGeom>
              <a:rect b="b" l="l" r="r" t="t"/>
              <a:pathLst>
                <a:path extrusionOk="0" h="408051" w="399287">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6" name="Google Shape;4596;p52"/>
            <p:cNvSpPr/>
            <p:nvPr/>
          </p:nvSpPr>
          <p:spPr>
            <a:xfrm>
              <a:off x="7354814" y="2978752"/>
              <a:ext cx="78852" cy="78867"/>
            </a:xfrm>
            <a:custGeom>
              <a:rect b="b" l="l" r="r" t="t"/>
              <a:pathLst>
                <a:path extrusionOk="0" h="78867" w="78852">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52"/>
            <p:cNvSpPr/>
            <p:nvPr/>
          </p:nvSpPr>
          <p:spPr>
            <a:xfrm>
              <a:off x="7452836" y="2981800"/>
              <a:ext cx="75818" cy="75819"/>
            </a:xfrm>
            <a:custGeom>
              <a:rect b="b" l="l" r="r" t="t"/>
              <a:pathLst>
                <a:path extrusionOk="0" h="75819" w="75818">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52"/>
            <p:cNvSpPr/>
            <p:nvPr/>
          </p:nvSpPr>
          <p:spPr>
            <a:xfrm>
              <a:off x="7353300" y="3081622"/>
              <a:ext cx="75628" cy="75628"/>
            </a:xfrm>
            <a:custGeom>
              <a:rect b="b" l="l" r="r" t="t"/>
              <a:pathLst>
                <a:path extrusionOk="0" h="75628" w="75628">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9" name="Google Shape;4599;p52"/>
          <p:cNvGrpSpPr/>
          <p:nvPr/>
        </p:nvGrpSpPr>
        <p:grpSpPr>
          <a:xfrm>
            <a:off x="1587176" y="2871517"/>
            <a:ext cx="290687" cy="289102"/>
            <a:chOff x="7823644" y="2909887"/>
            <a:chExt cx="454056" cy="451580"/>
          </a:xfrm>
        </p:grpSpPr>
        <p:sp>
          <p:nvSpPr>
            <p:cNvPr id="4600" name="Google Shape;4600;p52"/>
            <p:cNvSpPr/>
            <p:nvPr/>
          </p:nvSpPr>
          <p:spPr>
            <a:xfrm>
              <a:off x="7823644" y="2909887"/>
              <a:ext cx="454056" cy="451580"/>
            </a:xfrm>
            <a:custGeom>
              <a:rect b="b" l="l" r="r" t="t"/>
              <a:pathLst>
                <a:path extrusionOk="0" h="451580" w="454056">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1" name="Google Shape;4601;p52"/>
            <p:cNvSpPr/>
            <p:nvPr/>
          </p:nvSpPr>
          <p:spPr>
            <a:xfrm>
              <a:off x="8036909" y="2982848"/>
              <a:ext cx="72389" cy="72390"/>
            </a:xfrm>
            <a:custGeom>
              <a:rect b="b" l="l" r="r" t="t"/>
              <a:pathLst>
                <a:path extrusionOk="0" h="72390" w="72389">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2" name="Google Shape;4602;p52"/>
          <p:cNvGrpSpPr/>
          <p:nvPr/>
        </p:nvGrpSpPr>
        <p:grpSpPr>
          <a:xfrm>
            <a:off x="2036062" y="2884135"/>
            <a:ext cx="274319" cy="263866"/>
            <a:chOff x="8395239" y="2914123"/>
            <a:chExt cx="465105" cy="447534"/>
          </a:xfrm>
        </p:grpSpPr>
        <p:sp>
          <p:nvSpPr>
            <p:cNvPr id="4603" name="Google Shape;4603;p52"/>
            <p:cNvSpPr/>
            <p:nvPr/>
          </p:nvSpPr>
          <p:spPr>
            <a:xfrm>
              <a:off x="8395239" y="3101720"/>
              <a:ext cx="465105" cy="259937"/>
            </a:xfrm>
            <a:custGeom>
              <a:rect b="b" l="l" r="r" t="t"/>
              <a:pathLst>
                <a:path extrusionOk="0" h="259937" w="465105">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52"/>
            <p:cNvSpPr/>
            <p:nvPr/>
          </p:nvSpPr>
          <p:spPr>
            <a:xfrm>
              <a:off x="8433529" y="3101625"/>
              <a:ext cx="231457" cy="151638"/>
            </a:xfrm>
            <a:custGeom>
              <a:rect b="b" l="l" r="r" t="t"/>
              <a:pathLst>
                <a:path extrusionOk="0" h="151638" w="231457">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52"/>
            <p:cNvSpPr/>
            <p:nvPr/>
          </p:nvSpPr>
          <p:spPr>
            <a:xfrm>
              <a:off x="8577876" y="2914123"/>
              <a:ext cx="45292" cy="162450"/>
            </a:xfrm>
            <a:custGeom>
              <a:rect b="b" l="l" r="r" t="t"/>
              <a:pathLst>
                <a:path extrusionOk="0" h="162450" w="45292">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52"/>
            <p:cNvSpPr/>
            <p:nvPr/>
          </p:nvSpPr>
          <p:spPr>
            <a:xfrm>
              <a:off x="850978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52"/>
            <p:cNvSpPr/>
            <p:nvPr/>
          </p:nvSpPr>
          <p:spPr>
            <a:xfrm>
              <a:off x="865437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08" name="Google Shape;4608;p52"/>
          <p:cNvSpPr/>
          <p:nvPr/>
        </p:nvSpPr>
        <p:spPr>
          <a:xfrm>
            <a:off x="3394739" y="2868824"/>
            <a:ext cx="167610" cy="294487"/>
          </a:xfrm>
          <a:custGeom>
            <a:rect b="b" l="l" r="r" t="t"/>
            <a:pathLst>
              <a:path extrusionOk="0" h="503396" w="286512">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09" name="Google Shape;4609;p52"/>
          <p:cNvGrpSpPr/>
          <p:nvPr/>
        </p:nvGrpSpPr>
        <p:grpSpPr>
          <a:xfrm>
            <a:off x="3779701" y="2908487"/>
            <a:ext cx="280752" cy="215162"/>
            <a:chOff x="2819400" y="3422522"/>
            <a:chExt cx="364235" cy="279177"/>
          </a:xfrm>
        </p:grpSpPr>
        <p:sp>
          <p:nvSpPr>
            <p:cNvPr id="4610" name="Google Shape;4610;p52"/>
            <p:cNvSpPr/>
            <p:nvPr/>
          </p:nvSpPr>
          <p:spPr>
            <a:xfrm>
              <a:off x="2819400" y="3422522"/>
              <a:ext cx="327850" cy="279177"/>
            </a:xfrm>
            <a:custGeom>
              <a:rect b="b" l="l" r="r" t="t"/>
              <a:pathLst>
                <a:path extrusionOk="0" h="279177" w="32785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52"/>
            <p:cNvSpPr/>
            <p:nvPr/>
          </p:nvSpPr>
          <p:spPr>
            <a:xfrm>
              <a:off x="2977515" y="3532059"/>
              <a:ext cx="120967" cy="169640"/>
            </a:xfrm>
            <a:custGeom>
              <a:rect b="b" l="l" r="r" t="t"/>
              <a:pathLst>
                <a:path extrusionOk="0" h="169640" w="120967">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52"/>
            <p:cNvSpPr/>
            <p:nvPr/>
          </p:nvSpPr>
          <p:spPr>
            <a:xfrm>
              <a:off x="3111341" y="3580732"/>
              <a:ext cx="72294" cy="120967"/>
            </a:xfrm>
            <a:custGeom>
              <a:rect b="b" l="l" r="r" t="t"/>
              <a:pathLst>
                <a:path extrusionOk="0" h="120967" w="72294">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3" name="Google Shape;4613;p52"/>
          <p:cNvGrpSpPr/>
          <p:nvPr/>
        </p:nvGrpSpPr>
        <p:grpSpPr>
          <a:xfrm>
            <a:off x="1148978" y="3309819"/>
            <a:ext cx="283582" cy="283749"/>
            <a:chOff x="3308127" y="3414712"/>
            <a:chExt cx="283582" cy="283749"/>
          </a:xfrm>
        </p:grpSpPr>
        <p:sp>
          <p:nvSpPr>
            <p:cNvPr id="4614" name="Google Shape;4614;p52"/>
            <p:cNvSpPr/>
            <p:nvPr/>
          </p:nvSpPr>
          <p:spPr>
            <a:xfrm>
              <a:off x="3337083" y="3467194"/>
              <a:ext cx="34290" cy="55340"/>
            </a:xfrm>
            <a:custGeom>
              <a:rect b="b" l="l" r="r" t="t"/>
              <a:pathLst>
                <a:path extrusionOk="0" h="55340" w="3429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52"/>
            <p:cNvSpPr/>
            <p:nvPr/>
          </p:nvSpPr>
          <p:spPr>
            <a:xfrm>
              <a:off x="3387185" y="3467290"/>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52"/>
            <p:cNvSpPr/>
            <p:nvPr/>
          </p:nvSpPr>
          <p:spPr>
            <a:xfrm>
              <a:off x="3387185" y="3490816"/>
              <a:ext cx="68484" cy="8381"/>
            </a:xfrm>
            <a:custGeom>
              <a:rect b="b" l="l" r="r" t="t"/>
              <a:pathLst>
                <a:path extrusionOk="0" h="8381"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52"/>
            <p:cNvSpPr/>
            <p:nvPr/>
          </p:nvSpPr>
          <p:spPr>
            <a:xfrm>
              <a:off x="3387185" y="3514248"/>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8" name="Google Shape;4618;p52"/>
            <p:cNvSpPr/>
            <p:nvPr/>
          </p:nvSpPr>
          <p:spPr>
            <a:xfrm>
              <a:off x="3337083" y="3537584"/>
              <a:ext cx="118586" cy="8381"/>
            </a:xfrm>
            <a:custGeom>
              <a:rect b="b" l="l" r="r" t="t"/>
              <a:pathLst>
                <a:path extrusionOk="0" h="8381" w="118586">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9" name="Google Shape;4619;p52"/>
            <p:cNvSpPr/>
            <p:nvPr/>
          </p:nvSpPr>
          <p:spPr>
            <a:xfrm>
              <a:off x="3512915" y="3594639"/>
              <a:ext cx="22836" cy="50077"/>
            </a:xfrm>
            <a:custGeom>
              <a:rect b="b" l="l" r="r" t="t"/>
              <a:pathLst>
                <a:path extrusionOk="0" h="50077" w="22836">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0" name="Google Shape;4620;p52"/>
            <p:cNvSpPr/>
            <p:nvPr/>
          </p:nvSpPr>
          <p:spPr>
            <a:xfrm>
              <a:off x="3308127" y="3414712"/>
              <a:ext cx="224885" cy="283559"/>
            </a:xfrm>
            <a:custGeom>
              <a:rect b="b" l="l" r="r" t="t"/>
              <a:pathLst>
                <a:path extrusionOk="0" h="283559" w="224885">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52"/>
            <p:cNvSpPr/>
            <p:nvPr/>
          </p:nvSpPr>
          <p:spPr>
            <a:xfrm>
              <a:off x="3463099" y="3571969"/>
              <a:ext cx="107217" cy="108108"/>
            </a:xfrm>
            <a:custGeom>
              <a:rect b="b" l="l" r="r" t="t"/>
              <a:pathLst>
                <a:path extrusionOk="0" h="108108" w="107217">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52"/>
            <p:cNvSpPr/>
            <p:nvPr/>
          </p:nvSpPr>
          <p:spPr>
            <a:xfrm>
              <a:off x="3442555" y="3517391"/>
              <a:ext cx="149154" cy="181070"/>
            </a:xfrm>
            <a:custGeom>
              <a:rect b="b" l="l" r="r" t="t"/>
              <a:pathLst>
                <a:path extrusionOk="0" h="181070" w="149154">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3" name="Google Shape;4623;p52"/>
          <p:cNvGrpSpPr/>
          <p:nvPr/>
        </p:nvGrpSpPr>
        <p:grpSpPr>
          <a:xfrm>
            <a:off x="1584413" y="3311183"/>
            <a:ext cx="296212" cy="281021"/>
            <a:chOff x="3746563" y="3363372"/>
            <a:chExt cx="379857" cy="360330"/>
          </a:xfrm>
        </p:grpSpPr>
        <p:sp>
          <p:nvSpPr>
            <p:cNvPr id="4624" name="Google Shape;4624;p52"/>
            <p:cNvSpPr/>
            <p:nvPr/>
          </p:nvSpPr>
          <p:spPr>
            <a:xfrm>
              <a:off x="3746563" y="3363372"/>
              <a:ext cx="379857" cy="360330"/>
            </a:xfrm>
            <a:custGeom>
              <a:rect b="b" l="l" r="r" t="t"/>
              <a:pathLst>
                <a:path extrusionOk="0" h="360330" w="379857">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5" name="Google Shape;4625;p52"/>
            <p:cNvSpPr/>
            <p:nvPr/>
          </p:nvSpPr>
          <p:spPr>
            <a:xfrm>
              <a:off x="3864864" y="3434779"/>
              <a:ext cx="133350" cy="157382"/>
            </a:xfrm>
            <a:custGeom>
              <a:rect b="b" l="l" r="r" t="t"/>
              <a:pathLst>
                <a:path extrusionOk="0" h="157382" w="13335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6" name="Google Shape;4626;p52"/>
          <p:cNvGrpSpPr/>
          <p:nvPr/>
        </p:nvGrpSpPr>
        <p:grpSpPr>
          <a:xfrm>
            <a:off x="2030881" y="3309353"/>
            <a:ext cx="284680" cy="284681"/>
            <a:chOff x="4218812" y="3375183"/>
            <a:chExt cx="348233" cy="348234"/>
          </a:xfrm>
        </p:grpSpPr>
        <p:sp>
          <p:nvSpPr>
            <p:cNvPr id="4627" name="Google Shape;4627;p52"/>
            <p:cNvSpPr/>
            <p:nvPr/>
          </p:nvSpPr>
          <p:spPr>
            <a:xfrm>
              <a:off x="4318634" y="3392518"/>
              <a:ext cx="44958" cy="91344"/>
            </a:xfrm>
            <a:custGeom>
              <a:rect b="b" l="l" r="r" t="t"/>
              <a:pathLst>
                <a:path extrusionOk="0" h="91344" w="44958">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52"/>
            <p:cNvSpPr/>
            <p:nvPr/>
          </p:nvSpPr>
          <p:spPr>
            <a:xfrm>
              <a:off x="4442079" y="3401186"/>
              <a:ext cx="33051" cy="10286"/>
            </a:xfrm>
            <a:custGeom>
              <a:rect b="b" l="l" r="r" t="t"/>
              <a:pathLst>
                <a:path extrusionOk="0" h="10286" w="33051">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52"/>
            <p:cNvSpPr/>
            <p:nvPr/>
          </p:nvSpPr>
          <p:spPr>
            <a:xfrm>
              <a:off x="4243006" y="3670172"/>
              <a:ext cx="33051" cy="33051"/>
            </a:xfrm>
            <a:custGeom>
              <a:rect b="b" l="l" r="r" t="t"/>
              <a:pathLst>
                <a:path extrusionOk="0" h="33051" w="33051">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52"/>
            <p:cNvSpPr/>
            <p:nvPr/>
          </p:nvSpPr>
          <p:spPr>
            <a:xfrm>
              <a:off x="4509896" y="3649789"/>
              <a:ext cx="33051" cy="53435"/>
            </a:xfrm>
            <a:custGeom>
              <a:rect b="b" l="l" r="r" t="t"/>
              <a:pathLst>
                <a:path extrusionOk="0" h="53435" w="33051">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1" name="Google Shape;4631;p52"/>
            <p:cNvSpPr/>
            <p:nvPr/>
          </p:nvSpPr>
          <p:spPr>
            <a:xfrm>
              <a:off x="4387786" y="3553872"/>
              <a:ext cx="10287" cy="18478"/>
            </a:xfrm>
            <a:custGeom>
              <a:rect b="b" l="l" r="r" t="t"/>
              <a:pathLst>
                <a:path extrusionOk="0" h="18478" w="10287">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2" name="Google Shape;4632;p52"/>
            <p:cNvSpPr/>
            <p:nvPr/>
          </p:nvSpPr>
          <p:spPr>
            <a:xfrm>
              <a:off x="4519612"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52"/>
            <p:cNvSpPr/>
            <p:nvPr/>
          </p:nvSpPr>
          <p:spPr>
            <a:xfrm>
              <a:off x="4249674"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52"/>
            <p:cNvSpPr/>
            <p:nvPr/>
          </p:nvSpPr>
          <p:spPr>
            <a:xfrm>
              <a:off x="4400264" y="3473576"/>
              <a:ext cx="74866" cy="10286"/>
            </a:xfrm>
            <a:custGeom>
              <a:rect b="b" l="l" r="r" t="t"/>
              <a:pathLst>
                <a:path extrusionOk="0" h="10286" w="74866">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52"/>
            <p:cNvSpPr/>
            <p:nvPr/>
          </p:nvSpPr>
          <p:spPr>
            <a:xfrm>
              <a:off x="4346257" y="3516439"/>
              <a:ext cx="93154" cy="93154"/>
            </a:xfrm>
            <a:custGeom>
              <a:rect b="b" l="l" r="r" t="t"/>
              <a:pathLst>
                <a:path extrusionOk="0" h="93154" w="93154">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6" name="Google Shape;4636;p52"/>
            <p:cNvSpPr/>
            <p:nvPr/>
          </p:nvSpPr>
          <p:spPr>
            <a:xfrm>
              <a:off x="4406734" y="3557872"/>
              <a:ext cx="15722" cy="25622"/>
            </a:xfrm>
            <a:custGeom>
              <a:rect b="b" l="l" r="r" t="t"/>
              <a:pathLst>
                <a:path extrusionOk="0" h="25622" w="15722">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52"/>
            <p:cNvSpPr/>
            <p:nvPr/>
          </p:nvSpPr>
          <p:spPr>
            <a:xfrm>
              <a:off x="4218812" y="3375183"/>
              <a:ext cx="348233" cy="348234"/>
            </a:xfrm>
            <a:custGeom>
              <a:rect b="b" l="l" r="r" t="t"/>
              <a:pathLst>
                <a:path extrusionOk="0" h="348234" w="348233">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8" name="Google Shape;4638;p52"/>
          <p:cNvGrpSpPr/>
          <p:nvPr/>
        </p:nvGrpSpPr>
        <p:grpSpPr>
          <a:xfrm>
            <a:off x="2893034" y="3338723"/>
            <a:ext cx="296241" cy="225940"/>
            <a:chOff x="4761833" y="3377945"/>
            <a:chExt cx="497299" cy="379285"/>
          </a:xfrm>
        </p:grpSpPr>
        <p:sp>
          <p:nvSpPr>
            <p:cNvPr id="4639" name="Google Shape;4639;p52"/>
            <p:cNvSpPr/>
            <p:nvPr/>
          </p:nvSpPr>
          <p:spPr>
            <a:xfrm>
              <a:off x="4761833" y="3385385"/>
              <a:ext cx="383095" cy="226875"/>
            </a:xfrm>
            <a:custGeom>
              <a:rect b="b" l="l" r="r" t="t"/>
              <a:pathLst>
                <a:path extrusionOk="0" h="226875" w="383095">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0" name="Google Shape;4640;p52"/>
            <p:cNvSpPr/>
            <p:nvPr/>
          </p:nvSpPr>
          <p:spPr>
            <a:xfrm>
              <a:off x="4899255" y="3505534"/>
              <a:ext cx="58393" cy="120632"/>
            </a:xfrm>
            <a:custGeom>
              <a:rect b="b" l="l" r="r" t="t"/>
              <a:pathLst>
                <a:path extrusionOk="0" h="120632" w="58393">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52"/>
            <p:cNvSpPr/>
            <p:nvPr/>
          </p:nvSpPr>
          <p:spPr>
            <a:xfrm>
              <a:off x="5063413" y="3505503"/>
              <a:ext cx="58393" cy="120663"/>
            </a:xfrm>
            <a:custGeom>
              <a:rect b="b" l="l" r="r" t="t"/>
              <a:pathLst>
                <a:path extrusionOk="0" h="120663" w="58393">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52"/>
            <p:cNvSpPr/>
            <p:nvPr/>
          </p:nvSpPr>
          <p:spPr>
            <a:xfrm>
              <a:off x="4978111" y="3505545"/>
              <a:ext cx="64553" cy="120621"/>
            </a:xfrm>
            <a:custGeom>
              <a:rect b="b" l="l" r="r" t="t"/>
              <a:pathLst>
                <a:path extrusionOk="0" h="120621" w="64553">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52"/>
            <p:cNvSpPr/>
            <p:nvPr/>
          </p:nvSpPr>
          <p:spPr>
            <a:xfrm>
              <a:off x="4762023" y="3377945"/>
              <a:ext cx="497109" cy="379285"/>
            </a:xfrm>
            <a:custGeom>
              <a:rect b="b" l="l" r="r" t="t"/>
              <a:pathLst>
                <a:path extrusionOk="0" h="379285" w="497109">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4" name="Google Shape;4644;p52"/>
            <p:cNvSpPr/>
            <p:nvPr/>
          </p:nvSpPr>
          <p:spPr>
            <a:xfrm>
              <a:off x="4810029"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5" name="Google Shape;4645;p52"/>
            <p:cNvSpPr/>
            <p:nvPr/>
          </p:nvSpPr>
          <p:spPr>
            <a:xfrm>
              <a:off x="4851558"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52"/>
            <p:cNvSpPr/>
            <p:nvPr/>
          </p:nvSpPr>
          <p:spPr>
            <a:xfrm>
              <a:off x="4893087"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7" name="Google Shape;4647;p52"/>
            <p:cNvSpPr/>
            <p:nvPr/>
          </p:nvSpPr>
          <p:spPr>
            <a:xfrm>
              <a:off x="4812601" y="3667886"/>
              <a:ext cx="46862" cy="14477"/>
            </a:xfrm>
            <a:custGeom>
              <a:rect b="b" l="l" r="r" t="t"/>
              <a:pathLst>
                <a:path extrusionOk="0" h="14477" w="46862">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52"/>
            <p:cNvSpPr/>
            <p:nvPr/>
          </p:nvSpPr>
          <p:spPr>
            <a:xfrm>
              <a:off x="4877466" y="3667981"/>
              <a:ext cx="66389" cy="14478"/>
            </a:xfrm>
            <a:custGeom>
              <a:rect b="b" l="l" r="r" t="t"/>
              <a:pathLst>
                <a:path extrusionOk="0" h="14478" w="66389">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52"/>
            <p:cNvSpPr/>
            <p:nvPr/>
          </p:nvSpPr>
          <p:spPr>
            <a:xfrm>
              <a:off x="5020627" y="3667981"/>
              <a:ext cx="84962" cy="14478"/>
            </a:xfrm>
            <a:custGeom>
              <a:rect b="b" l="l" r="r" t="t"/>
              <a:pathLst>
                <a:path extrusionOk="0" h="14478" w="84962">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52"/>
            <p:cNvSpPr/>
            <p:nvPr/>
          </p:nvSpPr>
          <p:spPr>
            <a:xfrm>
              <a:off x="4964239" y="3667981"/>
              <a:ext cx="35814" cy="14478"/>
            </a:xfrm>
            <a:custGeom>
              <a:rect b="b" l="l" r="r" t="t"/>
              <a:pathLst>
                <a:path extrusionOk="0" h="14478" w="35814">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52"/>
            <p:cNvSpPr/>
            <p:nvPr/>
          </p:nvSpPr>
          <p:spPr>
            <a:xfrm>
              <a:off x="4856702" y="3703319"/>
              <a:ext cx="46862" cy="14477"/>
            </a:xfrm>
            <a:custGeom>
              <a:rect b="b" l="l" r="r" t="t"/>
              <a:pathLst>
                <a:path extrusionOk="0" h="14477" w="46862">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2" name="Google Shape;4652;p52"/>
            <p:cNvSpPr/>
            <p:nvPr/>
          </p:nvSpPr>
          <p:spPr>
            <a:xfrm>
              <a:off x="4921567" y="3703319"/>
              <a:ext cx="63150" cy="14477"/>
            </a:xfrm>
            <a:custGeom>
              <a:rect b="b" l="l" r="r" t="t"/>
              <a:pathLst>
                <a:path extrusionOk="0" h="14477" w="6315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52"/>
            <p:cNvSpPr/>
            <p:nvPr/>
          </p:nvSpPr>
          <p:spPr>
            <a:xfrm>
              <a:off x="5005196" y="3703319"/>
              <a:ext cx="36671" cy="14477"/>
            </a:xfrm>
            <a:custGeom>
              <a:rect b="b" l="l" r="r" t="t"/>
              <a:pathLst>
                <a:path extrusionOk="0" h="14477" w="36671">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52"/>
            <p:cNvSpPr/>
            <p:nvPr/>
          </p:nvSpPr>
          <p:spPr>
            <a:xfrm>
              <a:off x="5167693" y="3703319"/>
              <a:ext cx="36480" cy="14477"/>
            </a:xfrm>
            <a:custGeom>
              <a:rect b="b" l="l" r="r" t="t"/>
              <a:pathLst>
                <a:path extrusionOk="0" h="14477" w="3648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5" name="Google Shape;4655;p52"/>
            <p:cNvSpPr/>
            <p:nvPr/>
          </p:nvSpPr>
          <p:spPr>
            <a:xfrm>
              <a:off x="5062061" y="3703319"/>
              <a:ext cx="86868" cy="14477"/>
            </a:xfrm>
            <a:custGeom>
              <a:rect b="b" l="l" r="r" t="t"/>
              <a:pathLst>
                <a:path extrusionOk="0" h="14477" w="86868">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6" name="Google Shape;4656;p52"/>
          <p:cNvGrpSpPr/>
          <p:nvPr/>
        </p:nvGrpSpPr>
        <p:grpSpPr>
          <a:xfrm>
            <a:off x="3354985" y="3304789"/>
            <a:ext cx="247117" cy="293809"/>
            <a:chOff x="5347334" y="3466432"/>
            <a:chExt cx="353377" cy="420147"/>
          </a:xfrm>
        </p:grpSpPr>
        <p:sp>
          <p:nvSpPr>
            <p:cNvPr id="4657" name="Google Shape;4657;p52"/>
            <p:cNvSpPr/>
            <p:nvPr/>
          </p:nvSpPr>
          <p:spPr>
            <a:xfrm>
              <a:off x="5446394" y="3546561"/>
              <a:ext cx="154686" cy="154281"/>
            </a:xfrm>
            <a:custGeom>
              <a:rect b="b" l="l" r="r" t="t"/>
              <a:pathLst>
                <a:path extrusionOk="0" h="154281" w="154686">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8" name="Google Shape;4658;p52"/>
            <p:cNvSpPr/>
            <p:nvPr/>
          </p:nvSpPr>
          <p:spPr>
            <a:xfrm>
              <a:off x="5347334" y="3466432"/>
              <a:ext cx="353377" cy="420147"/>
            </a:xfrm>
            <a:custGeom>
              <a:rect b="b" l="l" r="r" t="t"/>
              <a:pathLst>
                <a:path extrusionOk="0" h="420147" w="353377">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9" name="Google Shape;4659;p52"/>
            <p:cNvSpPr/>
            <p:nvPr/>
          </p:nvSpPr>
          <p:spPr>
            <a:xfrm>
              <a:off x="5442394" y="3792282"/>
              <a:ext cx="41624" cy="64103"/>
            </a:xfrm>
            <a:custGeom>
              <a:rect b="b" l="l" r="r" t="t"/>
              <a:pathLst>
                <a:path extrusionOk="0" h="64103" w="41624">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52"/>
            <p:cNvSpPr/>
            <p:nvPr/>
          </p:nvSpPr>
          <p:spPr>
            <a:xfrm>
              <a:off x="5494989" y="3792267"/>
              <a:ext cx="45852" cy="64118"/>
            </a:xfrm>
            <a:custGeom>
              <a:rect b="b" l="l" r="r" t="t"/>
              <a:pathLst>
                <a:path extrusionOk="0" h="64118" w="45852">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1" name="Google Shape;4661;p52"/>
            <p:cNvSpPr/>
            <p:nvPr/>
          </p:nvSpPr>
          <p:spPr>
            <a:xfrm>
              <a:off x="5557647" y="3792282"/>
              <a:ext cx="47815" cy="64008"/>
            </a:xfrm>
            <a:custGeom>
              <a:rect b="b" l="l" r="r" t="t"/>
              <a:pathLst>
                <a:path extrusionOk="0" h="64008" w="47815">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2" name="Google Shape;4662;p52"/>
          <p:cNvGrpSpPr/>
          <p:nvPr/>
        </p:nvGrpSpPr>
        <p:grpSpPr>
          <a:xfrm>
            <a:off x="717494" y="3737447"/>
            <a:ext cx="291819" cy="260513"/>
            <a:chOff x="5862256" y="3462622"/>
            <a:chExt cx="442150" cy="394716"/>
          </a:xfrm>
        </p:grpSpPr>
        <p:sp>
          <p:nvSpPr>
            <p:cNvPr id="4663" name="Google Shape;4663;p52"/>
            <p:cNvSpPr/>
            <p:nvPr/>
          </p:nvSpPr>
          <p:spPr>
            <a:xfrm>
              <a:off x="6061328" y="3739895"/>
              <a:ext cx="44005" cy="12954"/>
            </a:xfrm>
            <a:custGeom>
              <a:rect b="b" l="l" r="r" t="t"/>
              <a:pathLst>
                <a:path extrusionOk="0" h="12954" w="44005">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52"/>
            <p:cNvSpPr/>
            <p:nvPr/>
          </p:nvSpPr>
          <p:spPr>
            <a:xfrm>
              <a:off x="5862256" y="3462622"/>
              <a:ext cx="442150" cy="394716"/>
            </a:xfrm>
            <a:custGeom>
              <a:rect b="b" l="l" r="r" t="t"/>
              <a:pathLst>
                <a:path extrusionOk="0" h="394716" w="44215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5" name="Google Shape;4665;p52"/>
            <p:cNvSpPr/>
            <p:nvPr/>
          </p:nvSpPr>
          <p:spPr>
            <a:xfrm>
              <a:off x="5885021" y="3485482"/>
              <a:ext cx="396430" cy="223551"/>
            </a:xfrm>
            <a:custGeom>
              <a:rect b="b" l="l" r="r" t="t"/>
              <a:pathLst>
                <a:path extrusionOk="0" h="223551" w="39643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6" name="Google Shape;4666;p52"/>
            <p:cNvSpPr/>
            <p:nvPr/>
          </p:nvSpPr>
          <p:spPr>
            <a:xfrm>
              <a:off x="6140767" y="3661314"/>
              <a:ext cx="60959" cy="12954"/>
            </a:xfrm>
            <a:custGeom>
              <a:rect b="b" l="l" r="r" t="t"/>
              <a:pathLst>
                <a:path extrusionOk="0" h="12954" w="60959">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7" name="Google Shape;4667;p52"/>
            <p:cNvSpPr/>
            <p:nvPr/>
          </p:nvSpPr>
          <p:spPr>
            <a:xfrm>
              <a:off x="6140672" y="3639025"/>
              <a:ext cx="101060" cy="12954"/>
            </a:xfrm>
            <a:custGeom>
              <a:rect b="b" l="l" r="r" t="t"/>
              <a:pathLst>
                <a:path extrusionOk="0" h="12954" w="10106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8" name="Google Shape;4668;p52"/>
            <p:cNvSpPr/>
            <p:nvPr/>
          </p:nvSpPr>
          <p:spPr>
            <a:xfrm>
              <a:off x="6140672" y="3616832"/>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9" name="Google Shape;4669;p52"/>
            <p:cNvSpPr/>
            <p:nvPr/>
          </p:nvSpPr>
          <p:spPr>
            <a:xfrm>
              <a:off x="6140672" y="3594543"/>
              <a:ext cx="101060" cy="12954"/>
            </a:xfrm>
            <a:custGeom>
              <a:rect b="b" l="l" r="r" t="t"/>
              <a:pathLst>
                <a:path extrusionOk="0" h="12954" w="10106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0" name="Google Shape;4670;p52"/>
            <p:cNvSpPr/>
            <p:nvPr/>
          </p:nvSpPr>
          <p:spPr>
            <a:xfrm>
              <a:off x="6140672" y="3572350"/>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52"/>
            <p:cNvSpPr/>
            <p:nvPr/>
          </p:nvSpPr>
          <p:spPr>
            <a:xfrm>
              <a:off x="5924835" y="3511581"/>
              <a:ext cx="191642" cy="173831"/>
            </a:xfrm>
            <a:custGeom>
              <a:rect b="b" l="l" r="r" t="t"/>
              <a:pathLst>
                <a:path extrusionOk="0" h="173831" w="191642">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52"/>
            <p:cNvSpPr/>
            <p:nvPr/>
          </p:nvSpPr>
          <p:spPr>
            <a:xfrm>
              <a:off x="6140767" y="3515391"/>
              <a:ext cx="100964" cy="40481"/>
            </a:xfrm>
            <a:custGeom>
              <a:rect b="b" l="l" r="r" t="t"/>
              <a:pathLst>
                <a:path extrusionOk="0" h="40481" w="100964">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52"/>
            <p:cNvSpPr/>
            <p:nvPr/>
          </p:nvSpPr>
          <p:spPr>
            <a:xfrm>
              <a:off x="5966078" y="3551586"/>
              <a:ext cx="108775" cy="93344"/>
            </a:xfrm>
            <a:custGeom>
              <a:rect b="b" l="l" r="r" t="t"/>
              <a:pathLst>
                <a:path extrusionOk="0" h="93344" w="108775">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4" name="Google Shape;4674;p52"/>
          <p:cNvGrpSpPr/>
          <p:nvPr/>
        </p:nvGrpSpPr>
        <p:grpSpPr>
          <a:xfrm>
            <a:off x="1592569" y="3737447"/>
            <a:ext cx="279902" cy="280051"/>
            <a:chOff x="6354127" y="3485482"/>
            <a:chExt cx="358711" cy="358902"/>
          </a:xfrm>
        </p:grpSpPr>
        <p:sp>
          <p:nvSpPr>
            <p:cNvPr id="4675" name="Google Shape;4675;p52"/>
            <p:cNvSpPr/>
            <p:nvPr/>
          </p:nvSpPr>
          <p:spPr>
            <a:xfrm>
              <a:off x="6506622" y="3638073"/>
              <a:ext cx="53721" cy="53720"/>
            </a:xfrm>
            <a:custGeom>
              <a:rect b="b" l="l" r="r" t="t"/>
              <a:pathLst>
                <a:path extrusionOk="0" h="53720" w="53721">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6" name="Google Shape;4676;p52"/>
            <p:cNvSpPr/>
            <p:nvPr/>
          </p:nvSpPr>
          <p:spPr>
            <a:xfrm>
              <a:off x="6354127" y="3485482"/>
              <a:ext cx="358711" cy="358902"/>
            </a:xfrm>
            <a:custGeom>
              <a:rect b="b" l="l" r="r" t="t"/>
              <a:pathLst>
                <a:path extrusionOk="0" h="358902" w="358711">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7" name="Google Shape;4677;p52"/>
          <p:cNvGrpSpPr/>
          <p:nvPr/>
        </p:nvGrpSpPr>
        <p:grpSpPr>
          <a:xfrm>
            <a:off x="2901487" y="3737447"/>
            <a:ext cx="279335" cy="275742"/>
            <a:chOff x="6790658" y="3513295"/>
            <a:chExt cx="328707" cy="324517"/>
          </a:xfrm>
        </p:grpSpPr>
        <p:sp>
          <p:nvSpPr>
            <p:cNvPr id="4678" name="Google Shape;4678;p52"/>
            <p:cNvSpPr/>
            <p:nvPr/>
          </p:nvSpPr>
          <p:spPr>
            <a:xfrm>
              <a:off x="6848199" y="3513295"/>
              <a:ext cx="271166" cy="271748"/>
            </a:xfrm>
            <a:custGeom>
              <a:rect b="b" l="l" r="r" t="t"/>
              <a:pathLst>
                <a:path extrusionOk="0" h="271748" w="271166">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52"/>
            <p:cNvSpPr/>
            <p:nvPr/>
          </p:nvSpPr>
          <p:spPr>
            <a:xfrm>
              <a:off x="6790658" y="3762946"/>
              <a:ext cx="74961" cy="74866"/>
            </a:xfrm>
            <a:custGeom>
              <a:rect b="b" l="l" r="r" t="t"/>
              <a:pathLst>
                <a:path extrusionOk="0" h="74866" w="74961">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52"/>
            <p:cNvSpPr/>
            <p:nvPr/>
          </p:nvSpPr>
          <p:spPr>
            <a:xfrm>
              <a:off x="6790658" y="3715702"/>
              <a:ext cx="51816" cy="51815"/>
            </a:xfrm>
            <a:custGeom>
              <a:rect b="b" l="l" r="r" t="t"/>
              <a:pathLst>
                <a:path extrusionOk="0" h="51815" w="51816">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1" name="Google Shape;4681;p52"/>
            <p:cNvSpPr/>
            <p:nvPr/>
          </p:nvSpPr>
          <p:spPr>
            <a:xfrm>
              <a:off x="6860952" y="3785996"/>
              <a:ext cx="51911" cy="51815"/>
            </a:xfrm>
            <a:custGeom>
              <a:rect b="b" l="l" r="r" t="t"/>
              <a:pathLst>
                <a:path extrusionOk="0" h="51815" w="51911">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82" name="Google Shape;4682;p52"/>
          <p:cNvGrpSpPr/>
          <p:nvPr/>
        </p:nvGrpSpPr>
        <p:grpSpPr>
          <a:xfrm>
            <a:off x="3354976" y="3737447"/>
            <a:ext cx="247135" cy="294105"/>
            <a:chOff x="7352061" y="3502848"/>
            <a:chExt cx="371855" cy="442596"/>
          </a:xfrm>
        </p:grpSpPr>
        <p:sp>
          <p:nvSpPr>
            <p:cNvPr id="4683" name="Google Shape;4683;p52"/>
            <p:cNvSpPr/>
            <p:nvPr/>
          </p:nvSpPr>
          <p:spPr>
            <a:xfrm>
              <a:off x="7352061" y="3502848"/>
              <a:ext cx="371855" cy="442596"/>
            </a:xfrm>
            <a:custGeom>
              <a:rect b="b" l="l" r="r" t="t"/>
              <a:pathLst>
                <a:path extrusionOk="0" h="442596" w="371855">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4" name="Google Shape;4684;p52"/>
            <p:cNvSpPr/>
            <p:nvPr/>
          </p:nvSpPr>
          <p:spPr>
            <a:xfrm>
              <a:off x="7601426" y="3816190"/>
              <a:ext cx="52673" cy="12954"/>
            </a:xfrm>
            <a:custGeom>
              <a:rect b="b" l="l" r="r" t="t"/>
              <a:pathLst>
                <a:path extrusionOk="0" h="12954" w="52673">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5" name="Google Shape;4685;p52"/>
            <p:cNvSpPr/>
            <p:nvPr/>
          </p:nvSpPr>
          <p:spPr>
            <a:xfrm>
              <a:off x="7621238" y="3836955"/>
              <a:ext cx="32861" cy="12954"/>
            </a:xfrm>
            <a:custGeom>
              <a:rect b="b" l="l" r="r" t="t"/>
              <a:pathLst>
                <a:path extrusionOk="0" h="12954" w="32861">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52"/>
            <p:cNvSpPr/>
            <p:nvPr/>
          </p:nvSpPr>
          <p:spPr>
            <a:xfrm>
              <a:off x="7423403" y="3902106"/>
              <a:ext cx="230790" cy="12954"/>
            </a:xfrm>
            <a:custGeom>
              <a:rect b="b" l="l" r="r" t="t"/>
              <a:pathLst>
                <a:path extrusionOk="0" h="12954" w="23079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52"/>
            <p:cNvSpPr/>
            <p:nvPr/>
          </p:nvSpPr>
          <p:spPr>
            <a:xfrm>
              <a:off x="7654575" y="3706939"/>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52"/>
            <p:cNvSpPr/>
            <p:nvPr/>
          </p:nvSpPr>
          <p:spPr>
            <a:xfrm>
              <a:off x="7654575" y="3728370"/>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52"/>
            <p:cNvSpPr/>
            <p:nvPr/>
          </p:nvSpPr>
          <p:spPr>
            <a:xfrm>
              <a:off x="7390066" y="3706939"/>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52"/>
            <p:cNvSpPr/>
            <p:nvPr/>
          </p:nvSpPr>
          <p:spPr>
            <a:xfrm>
              <a:off x="7390066" y="3728370"/>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1" name="Google Shape;4691;p52"/>
            <p:cNvSpPr/>
            <p:nvPr/>
          </p:nvSpPr>
          <p:spPr>
            <a:xfrm>
              <a:off x="7416926" y="3816190"/>
              <a:ext cx="159448" cy="33718"/>
            </a:xfrm>
            <a:custGeom>
              <a:rect b="b" l="l" r="r" t="t"/>
              <a:pathLst>
                <a:path extrusionOk="0" h="33718" w="159448">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2" name="Google Shape;4692;p52"/>
            <p:cNvSpPr/>
            <p:nvPr/>
          </p:nvSpPr>
          <p:spPr>
            <a:xfrm>
              <a:off x="7488169" y="3677982"/>
              <a:ext cx="78685" cy="92301"/>
            </a:xfrm>
            <a:custGeom>
              <a:rect b="b" l="l" r="r" t="t"/>
              <a:pathLst>
                <a:path extrusionOk="0" h="92301" w="78685">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52"/>
            <p:cNvSpPr/>
            <p:nvPr/>
          </p:nvSpPr>
          <p:spPr>
            <a:xfrm>
              <a:off x="7574660" y="3710749"/>
              <a:ext cx="12954" cy="59531"/>
            </a:xfrm>
            <a:custGeom>
              <a:rect b="b" l="l" r="r" t="t"/>
              <a:pathLst>
                <a:path extrusionOk="0" h="59531" w="12954">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4" name="Google Shape;4694;p52"/>
            <p:cNvSpPr/>
            <p:nvPr/>
          </p:nvSpPr>
          <p:spPr>
            <a:xfrm>
              <a:off x="7574660" y="3690555"/>
              <a:ext cx="12954" cy="14097"/>
            </a:xfrm>
            <a:custGeom>
              <a:rect b="b" l="l" r="r" t="t"/>
              <a:pathLst>
                <a:path extrusionOk="0" h="14097" w="12954">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5" name="Google Shape;4695;p52"/>
            <p:cNvSpPr/>
            <p:nvPr/>
          </p:nvSpPr>
          <p:spPr>
            <a:xfrm>
              <a:off x="7405973" y="3523487"/>
              <a:ext cx="113633" cy="113537"/>
            </a:xfrm>
            <a:custGeom>
              <a:rect b="b" l="l" r="r" t="t"/>
              <a:pathLst>
                <a:path extrusionOk="0" h="113537" w="113633">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6" name="Google Shape;4696;p52"/>
          <p:cNvGrpSpPr/>
          <p:nvPr/>
        </p:nvGrpSpPr>
        <p:grpSpPr>
          <a:xfrm>
            <a:off x="7742127" y="1565064"/>
            <a:ext cx="215271" cy="273328"/>
            <a:chOff x="3347959" y="2600420"/>
            <a:chExt cx="572987" cy="727710"/>
          </a:xfrm>
        </p:grpSpPr>
        <p:sp>
          <p:nvSpPr>
            <p:cNvPr id="4697" name="Google Shape;4697;p52"/>
            <p:cNvSpPr/>
            <p:nvPr/>
          </p:nvSpPr>
          <p:spPr>
            <a:xfrm>
              <a:off x="3347959" y="2600420"/>
              <a:ext cx="572987" cy="727710"/>
            </a:xfrm>
            <a:custGeom>
              <a:rect b="b" l="l" r="r" t="t"/>
              <a:pathLst>
                <a:path extrusionOk="0" h="727710" w="572987">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8" name="Google Shape;4698;p52"/>
            <p:cNvSpPr/>
            <p:nvPr/>
          </p:nvSpPr>
          <p:spPr>
            <a:xfrm>
              <a:off x="3574446" y="2683478"/>
              <a:ext cx="119824" cy="119824"/>
            </a:xfrm>
            <a:custGeom>
              <a:rect b="b" l="l" r="r" t="t"/>
              <a:pathLst>
                <a:path extrusionOk="0" h="119824" w="119824">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9" name="Google Shape;4699;p52"/>
          <p:cNvGrpSpPr/>
          <p:nvPr/>
        </p:nvGrpSpPr>
        <p:grpSpPr>
          <a:xfrm>
            <a:off x="6841802" y="1999906"/>
            <a:ext cx="277044" cy="277044"/>
            <a:chOff x="4102607" y="2643282"/>
            <a:chExt cx="611981" cy="611981"/>
          </a:xfrm>
        </p:grpSpPr>
        <p:sp>
          <p:nvSpPr>
            <p:cNvPr id="4700" name="Google Shape;4700;p52"/>
            <p:cNvSpPr/>
            <p:nvPr/>
          </p:nvSpPr>
          <p:spPr>
            <a:xfrm>
              <a:off x="4102607" y="2643282"/>
              <a:ext cx="611981" cy="611981"/>
            </a:xfrm>
            <a:custGeom>
              <a:rect b="b" l="l" r="r" t="t"/>
              <a:pathLst>
                <a:path extrusionOk="0" h="611981" w="611981">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1" name="Google Shape;4701;p52"/>
            <p:cNvSpPr/>
            <p:nvPr/>
          </p:nvSpPr>
          <p:spPr>
            <a:xfrm>
              <a:off x="4274057" y="2814828"/>
              <a:ext cx="268985" cy="268985"/>
            </a:xfrm>
            <a:custGeom>
              <a:rect b="b" l="l" r="r" t="t"/>
              <a:pathLst>
                <a:path extrusionOk="0" h="268985" w="268985">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2" name="Google Shape;4702;p52"/>
            <p:cNvSpPr/>
            <p:nvPr/>
          </p:nvSpPr>
          <p:spPr>
            <a:xfrm>
              <a:off x="4345780" y="2886551"/>
              <a:ext cx="125539" cy="125539"/>
            </a:xfrm>
            <a:custGeom>
              <a:rect b="b" l="l" r="r" t="t"/>
              <a:pathLst>
                <a:path extrusionOk="0" h="125539" w="125539">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3" name="Google Shape;4703;p52"/>
            <p:cNvSpPr/>
            <p:nvPr/>
          </p:nvSpPr>
          <p:spPr>
            <a:xfrm>
              <a:off x="4381689" y="2922460"/>
              <a:ext cx="53721" cy="53720"/>
            </a:xfrm>
            <a:custGeom>
              <a:rect b="b" l="l" r="r" t="t"/>
              <a:pathLst>
                <a:path extrusionOk="0" h="53720" w="53721">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4" name="Google Shape;4704;p52"/>
            <p:cNvSpPr/>
            <p:nvPr/>
          </p:nvSpPr>
          <p:spPr>
            <a:xfrm>
              <a:off x="4309776" y="2850642"/>
              <a:ext cx="197167" cy="197357"/>
            </a:xfrm>
            <a:custGeom>
              <a:rect b="b" l="l" r="r" t="t"/>
              <a:pathLst>
                <a:path extrusionOk="0" h="197357" w="197167">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5" name="Google Shape;4705;p52"/>
          <p:cNvGrpSpPr/>
          <p:nvPr/>
        </p:nvGrpSpPr>
        <p:grpSpPr>
          <a:xfrm>
            <a:off x="5527361" y="2449024"/>
            <a:ext cx="272455" cy="249351"/>
            <a:chOff x="5048630" y="2700568"/>
            <a:chExt cx="548640" cy="502117"/>
          </a:xfrm>
        </p:grpSpPr>
        <p:sp>
          <p:nvSpPr>
            <p:cNvPr id="4706" name="Google Shape;4706;p52"/>
            <p:cNvSpPr/>
            <p:nvPr/>
          </p:nvSpPr>
          <p:spPr>
            <a:xfrm>
              <a:off x="5048630" y="2700568"/>
              <a:ext cx="548640" cy="502117"/>
            </a:xfrm>
            <a:custGeom>
              <a:rect b="b" l="l" r="r" t="t"/>
              <a:pathLst>
                <a:path extrusionOk="0" h="502117" w="54864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7" name="Google Shape;4707;p52"/>
            <p:cNvSpPr/>
            <p:nvPr/>
          </p:nvSpPr>
          <p:spPr>
            <a:xfrm>
              <a:off x="5077777" y="2847879"/>
              <a:ext cx="18668" cy="18669"/>
            </a:xfrm>
            <a:custGeom>
              <a:rect b="b" l="l" r="r" t="t"/>
              <a:pathLst>
                <a:path extrusionOk="0" h="18669"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8" name="Google Shape;4708;p52"/>
            <p:cNvSpPr/>
            <p:nvPr/>
          </p:nvSpPr>
          <p:spPr>
            <a:xfrm>
              <a:off x="5077777" y="2793587"/>
              <a:ext cx="18668" cy="18668"/>
            </a:xfrm>
            <a:custGeom>
              <a:rect b="b" l="l" r="r" t="t"/>
              <a:pathLst>
                <a:path extrusionOk="0" h="18668"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9" name="Google Shape;4709;p52"/>
            <p:cNvSpPr/>
            <p:nvPr/>
          </p:nvSpPr>
          <p:spPr>
            <a:xfrm>
              <a:off x="5135022" y="2847784"/>
              <a:ext cx="18669" cy="18669"/>
            </a:xfrm>
            <a:custGeom>
              <a:rect b="b" l="l" r="r" t="t"/>
              <a:pathLst>
                <a:path extrusionOk="0" h="18669" w="18669">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0" name="Google Shape;4710;p52"/>
            <p:cNvSpPr/>
            <p:nvPr/>
          </p:nvSpPr>
          <p:spPr>
            <a:xfrm>
              <a:off x="5215413" y="2932271"/>
              <a:ext cx="214693" cy="214693"/>
            </a:xfrm>
            <a:custGeom>
              <a:rect b="b" l="l" r="r" t="t"/>
              <a:pathLst>
                <a:path extrusionOk="0" h="214693" w="214693">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1" name="Google Shape;4711;p52"/>
            <p:cNvSpPr/>
            <p:nvPr/>
          </p:nvSpPr>
          <p:spPr>
            <a:xfrm>
              <a:off x="5289803" y="2997422"/>
              <a:ext cx="82676" cy="92011"/>
            </a:xfrm>
            <a:custGeom>
              <a:rect b="b" l="l" r="r" t="t"/>
              <a:pathLst>
                <a:path extrusionOk="0" h="92011" w="82676">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2" name="Google Shape;4712;p52"/>
          <p:cNvGrpSpPr/>
          <p:nvPr/>
        </p:nvGrpSpPr>
        <p:grpSpPr>
          <a:xfrm>
            <a:off x="8140574" y="2447575"/>
            <a:ext cx="293990" cy="252250"/>
            <a:chOff x="5818440" y="2673286"/>
            <a:chExt cx="649414" cy="557212"/>
          </a:xfrm>
        </p:grpSpPr>
        <p:sp>
          <p:nvSpPr>
            <p:cNvPr id="4713" name="Google Shape;4713;p52"/>
            <p:cNvSpPr/>
            <p:nvPr/>
          </p:nvSpPr>
          <p:spPr>
            <a:xfrm>
              <a:off x="5818440" y="2673286"/>
              <a:ext cx="649414" cy="557212"/>
            </a:xfrm>
            <a:custGeom>
              <a:rect b="b" l="l" r="r" t="t"/>
              <a:pathLst>
                <a:path extrusionOk="0" h="557212" w="649414">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4" name="Google Shape;4714;p52"/>
            <p:cNvSpPr/>
            <p:nvPr/>
          </p:nvSpPr>
          <p:spPr>
            <a:xfrm>
              <a:off x="6066948" y="2921698"/>
              <a:ext cx="60007" cy="60007"/>
            </a:xfrm>
            <a:custGeom>
              <a:rect b="b" l="l" r="r" t="t"/>
              <a:pathLst>
                <a:path extrusionOk="0" h="60007" w="60007">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5" name="Google Shape;4715;p52"/>
            <p:cNvSpPr/>
            <p:nvPr/>
          </p:nvSpPr>
          <p:spPr>
            <a:xfrm>
              <a:off x="6036182" y="2752629"/>
              <a:ext cx="121539" cy="121539"/>
            </a:xfrm>
            <a:custGeom>
              <a:rect b="b" l="l" r="r" t="t"/>
              <a:pathLst>
                <a:path extrusionOk="0" h="121539" w="121539">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6" name="Google Shape;4716;p52"/>
            <p:cNvSpPr/>
            <p:nvPr/>
          </p:nvSpPr>
          <p:spPr>
            <a:xfrm>
              <a:off x="5916416" y="2821700"/>
              <a:ext cx="121421" cy="121524"/>
            </a:xfrm>
            <a:custGeom>
              <a:rect b="b" l="l" r="r" t="t"/>
              <a:pathLst>
                <a:path extrusionOk="0" h="121524" w="121421">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7" name="Google Shape;4717;p52"/>
            <p:cNvSpPr/>
            <p:nvPr/>
          </p:nvSpPr>
          <p:spPr>
            <a:xfrm>
              <a:off x="5916395" y="2960098"/>
              <a:ext cx="121463" cy="121524"/>
            </a:xfrm>
            <a:custGeom>
              <a:rect b="b" l="l" r="r" t="t"/>
              <a:pathLst>
                <a:path extrusionOk="0" h="121524" w="121463">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8" name="Google Shape;4718;p52"/>
            <p:cNvSpPr/>
            <p:nvPr/>
          </p:nvSpPr>
          <p:spPr>
            <a:xfrm>
              <a:off x="6036182" y="3029331"/>
              <a:ext cx="121539" cy="121538"/>
            </a:xfrm>
            <a:custGeom>
              <a:rect b="b" l="l" r="r" t="t"/>
              <a:pathLst>
                <a:path extrusionOk="0" h="121538" w="121539">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9" name="Google Shape;4719;p52"/>
            <p:cNvSpPr/>
            <p:nvPr/>
          </p:nvSpPr>
          <p:spPr>
            <a:xfrm>
              <a:off x="6156021" y="2960193"/>
              <a:ext cx="121466" cy="121524"/>
            </a:xfrm>
            <a:custGeom>
              <a:rect b="b" l="l" r="r" t="t"/>
              <a:pathLst>
                <a:path extrusionOk="0" h="121524" w="121466">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0" name="Google Shape;4720;p52"/>
            <p:cNvSpPr/>
            <p:nvPr/>
          </p:nvSpPr>
          <p:spPr>
            <a:xfrm>
              <a:off x="6156116" y="2821795"/>
              <a:ext cx="121487" cy="121524"/>
            </a:xfrm>
            <a:custGeom>
              <a:rect b="b" l="l" r="r" t="t"/>
              <a:pathLst>
                <a:path extrusionOk="0" h="121524" w="121487">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1" name="Google Shape;4721;p52"/>
            <p:cNvSpPr/>
            <p:nvPr/>
          </p:nvSpPr>
          <p:spPr>
            <a:xfrm>
              <a:off x="5859398" y="2714244"/>
              <a:ext cx="475107" cy="475107"/>
            </a:xfrm>
            <a:custGeom>
              <a:rect b="b" l="l" r="r" t="t"/>
              <a:pathLst>
                <a:path extrusionOk="0" h="475107" w="475107">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22" name="Google Shape;4722;p52"/>
          <p:cNvGrpSpPr/>
          <p:nvPr/>
        </p:nvGrpSpPr>
        <p:grpSpPr>
          <a:xfrm>
            <a:off x="5549473" y="2879491"/>
            <a:ext cx="228232" cy="253975"/>
            <a:chOff x="6636638" y="2702814"/>
            <a:chExt cx="504158" cy="561022"/>
          </a:xfrm>
        </p:grpSpPr>
        <p:sp>
          <p:nvSpPr>
            <p:cNvPr id="4723" name="Google Shape;4723;p52"/>
            <p:cNvSpPr/>
            <p:nvPr/>
          </p:nvSpPr>
          <p:spPr>
            <a:xfrm>
              <a:off x="6636638" y="2702814"/>
              <a:ext cx="504158" cy="561022"/>
            </a:xfrm>
            <a:custGeom>
              <a:rect b="b" l="l" r="r" t="t"/>
              <a:pathLst>
                <a:path extrusionOk="0" h="561022" w="504158">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4" name="Google Shape;4724;p52"/>
            <p:cNvSpPr/>
            <p:nvPr/>
          </p:nvSpPr>
          <p:spPr>
            <a:xfrm>
              <a:off x="6836568" y="2841307"/>
              <a:ext cx="104203" cy="16383"/>
            </a:xfrm>
            <a:custGeom>
              <a:rect b="b" l="l" r="r" t="t"/>
              <a:pathLst>
                <a:path extrusionOk="0" h="16383" w="104203">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5" name="Google Shape;4725;p52"/>
            <p:cNvSpPr/>
            <p:nvPr/>
          </p:nvSpPr>
          <p:spPr>
            <a:xfrm>
              <a:off x="6792658" y="3033617"/>
              <a:ext cx="191928" cy="16382"/>
            </a:xfrm>
            <a:custGeom>
              <a:rect b="b" l="l" r="r" t="t"/>
              <a:pathLst>
                <a:path extrusionOk="0" h="16382" w="191928">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6" name="Google Shape;4726;p52"/>
            <p:cNvSpPr/>
            <p:nvPr/>
          </p:nvSpPr>
          <p:spPr>
            <a:xfrm>
              <a:off x="6792658" y="2918269"/>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7" name="Google Shape;4727;p52"/>
            <p:cNvSpPr/>
            <p:nvPr/>
          </p:nvSpPr>
          <p:spPr>
            <a:xfrm>
              <a:off x="6792658" y="2956655"/>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8" name="Google Shape;4728;p52"/>
            <p:cNvSpPr/>
            <p:nvPr/>
          </p:nvSpPr>
          <p:spPr>
            <a:xfrm>
              <a:off x="6792658" y="2995136"/>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9" name="Google Shape;4729;p52"/>
            <p:cNvSpPr/>
            <p:nvPr/>
          </p:nvSpPr>
          <p:spPr>
            <a:xfrm>
              <a:off x="6792658" y="2879788"/>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0" name="Google Shape;4730;p52"/>
            <p:cNvSpPr/>
            <p:nvPr/>
          </p:nvSpPr>
          <p:spPr>
            <a:xfrm>
              <a:off x="6792658" y="3072098"/>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1" name="Google Shape;4731;p52"/>
            <p:cNvSpPr/>
            <p:nvPr/>
          </p:nvSpPr>
          <p:spPr>
            <a:xfrm>
              <a:off x="6792658" y="3110579"/>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32" name="Google Shape;4732;p52"/>
          <p:cNvGrpSpPr/>
          <p:nvPr/>
        </p:nvGrpSpPr>
        <p:grpSpPr>
          <a:xfrm>
            <a:off x="6864979" y="2891133"/>
            <a:ext cx="230690" cy="230690"/>
            <a:chOff x="7309484" y="2688526"/>
            <a:chExt cx="509587" cy="509587"/>
          </a:xfrm>
        </p:grpSpPr>
        <p:sp>
          <p:nvSpPr>
            <p:cNvPr id="4733" name="Google Shape;4733;p52"/>
            <p:cNvSpPr/>
            <p:nvPr/>
          </p:nvSpPr>
          <p:spPr>
            <a:xfrm>
              <a:off x="7309484" y="2688526"/>
              <a:ext cx="509587" cy="509587"/>
            </a:xfrm>
            <a:custGeom>
              <a:rect b="b" l="l" r="r" t="t"/>
              <a:pathLst>
                <a:path extrusionOk="0" h="509587" w="509587">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4" name="Google Shape;4734;p52"/>
            <p:cNvSpPr/>
            <p:nvPr/>
          </p:nvSpPr>
          <p:spPr>
            <a:xfrm>
              <a:off x="7513414" y="2892361"/>
              <a:ext cx="101917" cy="101917"/>
            </a:xfrm>
            <a:custGeom>
              <a:rect b="b" l="l" r="r" t="t"/>
              <a:pathLst>
                <a:path extrusionOk="0" h="101917" w="101917">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35" name="Google Shape;4735;p52"/>
          <p:cNvGrpSpPr/>
          <p:nvPr/>
        </p:nvGrpSpPr>
        <p:grpSpPr>
          <a:xfrm>
            <a:off x="5091559" y="3314889"/>
            <a:ext cx="274759" cy="273982"/>
            <a:chOff x="8239600" y="2722721"/>
            <a:chExt cx="606933" cy="605218"/>
          </a:xfrm>
        </p:grpSpPr>
        <p:sp>
          <p:nvSpPr>
            <p:cNvPr id="4736" name="Google Shape;4736;p52"/>
            <p:cNvSpPr/>
            <p:nvPr/>
          </p:nvSpPr>
          <p:spPr>
            <a:xfrm>
              <a:off x="8239600" y="2722721"/>
              <a:ext cx="606933" cy="605218"/>
            </a:xfrm>
            <a:custGeom>
              <a:rect b="b" l="l" r="r" t="t"/>
              <a:pathLst>
                <a:path extrusionOk="0" h="605218" w="606933">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7" name="Google Shape;4737;p52"/>
            <p:cNvSpPr/>
            <p:nvPr/>
          </p:nvSpPr>
          <p:spPr>
            <a:xfrm>
              <a:off x="8320944" y="2946463"/>
              <a:ext cx="444245" cy="300132"/>
            </a:xfrm>
            <a:custGeom>
              <a:rect b="b" l="l" r="r" t="t"/>
              <a:pathLst>
                <a:path extrusionOk="0" h="300132" w="444245">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38" name="Google Shape;4738;p52"/>
          <p:cNvSpPr/>
          <p:nvPr/>
        </p:nvSpPr>
        <p:spPr>
          <a:xfrm>
            <a:off x="5559741" y="3319604"/>
            <a:ext cx="207695" cy="264551"/>
          </a:xfrm>
          <a:custGeom>
            <a:rect b="b" l="l" r="r" t="t"/>
            <a:pathLst>
              <a:path extrusionOk="0" h="584644" w="458995">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9" name="Google Shape;4739;p52"/>
          <p:cNvSpPr/>
          <p:nvPr/>
        </p:nvSpPr>
        <p:spPr>
          <a:xfrm>
            <a:off x="6438323" y="3313482"/>
            <a:ext cx="208344" cy="276796"/>
          </a:xfrm>
          <a:custGeom>
            <a:rect b="b" l="l" r="r" t="t"/>
            <a:pathLst>
              <a:path extrusionOk="0" h="733234" w="551904">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40" name="Google Shape;4740;p52"/>
          <p:cNvGrpSpPr/>
          <p:nvPr/>
        </p:nvGrpSpPr>
        <p:grpSpPr>
          <a:xfrm>
            <a:off x="7729588" y="3351605"/>
            <a:ext cx="240349" cy="200549"/>
            <a:chOff x="5106828" y="3603783"/>
            <a:chExt cx="530923" cy="443007"/>
          </a:xfrm>
        </p:grpSpPr>
        <p:sp>
          <p:nvSpPr>
            <p:cNvPr id="4741" name="Google Shape;4741;p52"/>
            <p:cNvSpPr/>
            <p:nvPr/>
          </p:nvSpPr>
          <p:spPr>
            <a:xfrm>
              <a:off x="5250477" y="3877627"/>
              <a:ext cx="243911" cy="169073"/>
            </a:xfrm>
            <a:custGeom>
              <a:rect b="b" l="l" r="r" t="t"/>
              <a:pathLst>
                <a:path extrusionOk="0" h="169073" w="243911">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2" name="Google Shape;4742;p52"/>
            <p:cNvSpPr/>
            <p:nvPr/>
          </p:nvSpPr>
          <p:spPr>
            <a:xfrm>
              <a:off x="5106828" y="3603783"/>
              <a:ext cx="530923" cy="443007"/>
            </a:xfrm>
            <a:custGeom>
              <a:rect b="b" l="l" r="r" t="t"/>
              <a:pathLst>
                <a:path extrusionOk="0" h="443007" w="530923">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43" name="Google Shape;4743;p52"/>
          <p:cNvGrpSpPr/>
          <p:nvPr/>
        </p:nvGrpSpPr>
        <p:grpSpPr>
          <a:xfrm>
            <a:off x="6928466" y="2429670"/>
            <a:ext cx="103716" cy="288058"/>
            <a:chOff x="7020549" y="2299902"/>
            <a:chExt cx="198957" cy="552682"/>
          </a:xfrm>
        </p:grpSpPr>
        <p:sp>
          <p:nvSpPr>
            <p:cNvPr id="4744" name="Google Shape;4744;p52"/>
            <p:cNvSpPr/>
            <p:nvPr/>
          </p:nvSpPr>
          <p:spPr>
            <a:xfrm>
              <a:off x="7020549" y="2299902"/>
              <a:ext cx="198957" cy="552682"/>
            </a:xfrm>
            <a:custGeom>
              <a:rect b="b" l="l" r="r" t="t"/>
              <a:pathLst>
                <a:path extrusionOk="0" h="6502145" w="234067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5" name="Google Shape;4745;p52"/>
            <p:cNvSpPr/>
            <p:nvPr/>
          </p:nvSpPr>
          <p:spPr>
            <a:xfrm>
              <a:off x="7085459" y="2729171"/>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6" name="Google Shape;4746;p52"/>
            <p:cNvSpPr/>
            <p:nvPr/>
          </p:nvSpPr>
          <p:spPr>
            <a:xfrm>
              <a:off x="7085459" y="2763512"/>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47" name="Google Shape;4747;p52"/>
          <p:cNvGrpSpPr/>
          <p:nvPr/>
        </p:nvGrpSpPr>
        <p:grpSpPr>
          <a:xfrm>
            <a:off x="8172229" y="1553084"/>
            <a:ext cx="230680" cy="293787"/>
            <a:chOff x="4891988" y="2428300"/>
            <a:chExt cx="285424" cy="363507"/>
          </a:xfrm>
        </p:grpSpPr>
        <p:sp>
          <p:nvSpPr>
            <p:cNvPr id="4748" name="Google Shape;4748;p52"/>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2"/>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3" name="Shape 4753"/>
        <p:cNvGrpSpPr/>
        <p:nvPr/>
      </p:nvGrpSpPr>
      <p:grpSpPr>
        <a:xfrm>
          <a:off x="0" y="0"/>
          <a:ext cx="0" cy="0"/>
          <a:chOff x="0" y="0"/>
          <a:chExt cx="0" cy="0"/>
        </a:xfrm>
      </p:grpSpPr>
      <p:sp>
        <p:nvSpPr>
          <p:cNvPr id="4754" name="Google Shape;4754;p53"/>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55" name="Google Shape;4755;p53"/>
          <p:cNvGrpSpPr/>
          <p:nvPr/>
        </p:nvGrpSpPr>
        <p:grpSpPr>
          <a:xfrm>
            <a:off x="6397841" y="2437886"/>
            <a:ext cx="279411" cy="279137"/>
            <a:chOff x="849677" y="1500658"/>
            <a:chExt cx="347872" cy="347488"/>
          </a:xfrm>
        </p:grpSpPr>
        <p:sp>
          <p:nvSpPr>
            <p:cNvPr id="4756" name="Google Shape;4756;p5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 name="Google Shape;4762;p53"/>
          <p:cNvGrpSpPr/>
          <p:nvPr/>
        </p:nvGrpSpPr>
        <p:grpSpPr>
          <a:xfrm>
            <a:off x="6849484" y="2437521"/>
            <a:ext cx="254403" cy="279867"/>
            <a:chOff x="1415853" y="1500658"/>
            <a:chExt cx="315872" cy="347488"/>
          </a:xfrm>
        </p:grpSpPr>
        <p:sp>
          <p:nvSpPr>
            <p:cNvPr id="4763" name="Google Shape;4763;p5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53"/>
          <p:cNvGrpSpPr/>
          <p:nvPr/>
        </p:nvGrpSpPr>
        <p:grpSpPr>
          <a:xfrm>
            <a:off x="5521813" y="1992394"/>
            <a:ext cx="281734" cy="286829"/>
            <a:chOff x="3603533" y="1964946"/>
            <a:chExt cx="347520" cy="353760"/>
          </a:xfrm>
        </p:grpSpPr>
        <p:sp>
          <p:nvSpPr>
            <p:cNvPr id="4768" name="Google Shape;4768;p5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53"/>
          <p:cNvGrpSpPr/>
          <p:nvPr/>
        </p:nvGrpSpPr>
        <p:grpSpPr>
          <a:xfrm>
            <a:off x="5086659" y="2874695"/>
            <a:ext cx="280895" cy="269846"/>
            <a:chOff x="7435629" y="1964690"/>
            <a:chExt cx="367712" cy="353248"/>
          </a:xfrm>
        </p:grpSpPr>
        <p:sp>
          <p:nvSpPr>
            <p:cNvPr id="4772" name="Google Shape;4772;p5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53"/>
          <p:cNvGrpSpPr/>
          <p:nvPr/>
        </p:nvGrpSpPr>
        <p:grpSpPr>
          <a:xfrm>
            <a:off x="2464133" y="2491910"/>
            <a:ext cx="281189" cy="171089"/>
            <a:chOff x="1404013" y="2958066"/>
            <a:chExt cx="368096" cy="223968"/>
          </a:xfrm>
        </p:grpSpPr>
        <p:sp>
          <p:nvSpPr>
            <p:cNvPr id="4777" name="Google Shape;4777;p5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53"/>
          <p:cNvSpPr/>
          <p:nvPr/>
        </p:nvSpPr>
        <p:spPr>
          <a:xfrm>
            <a:off x="718899" y="2869181"/>
            <a:ext cx="280897" cy="280873"/>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0" name="Google Shape;4780;p53"/>
          <p:cNvGrpSpPr/>
          <p:nvPr/>
        </p:nvGrpSpPr>
        <p:grpSpPr>
          <a:xfrm>
            <a:off x="3340041" y="2437153"/>
            <a:ext cx="282924" cy="280602"/>
            <a:chOff x="1951149" y="2885202"/>
            <a:chExt cx="370368" cy="367328"/>
          </a:xfrm>
        </p:grpSpPr>
        <p:sp>
          <p:nvSpPr>
            <p:cNvPr id="4781" name="Google Shape;4781;p5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53"/>
          <p:cNvGrpSpPr/>
          <p:nvPr/>
        </p:nvGrpSpPr>
        <p:grpSpPr>
          <a:xfrm>
            <a:off x="5515492" y="2446307"/>
            <a:ext cx="294377" cy="262295"/>
            <a:chOff x="2501677" y="2906162"/>
            <a:chExt cx="367328" cy="327296"/>
          </a:xfrm>
        </p:grpSpPr>
        <p:sp>
          <p:nvSpPr>
            <p:cNvPr id="4785" name="Google Shape;4785;p5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8" name="Google Shape;4788;p53"/>
          <p:cNvSpPr/>
          <p:nvPr/>
        </p:nvSpPr>
        <p:spPr>
          <a:xfrm>
            <a:off x="2903579" y="2902060"/>
            <a:ext cx="281753" cy="215116"/>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9" name="Google Shape;4789;p53"/>
          <p:cNvGrpSpPr/>
          <p:nvPr/>
        </p:nvGrpSpPr>
        <p:grpSpPr>
          <a:xfrm>
            <a:off x="4214754" y="2874316"/>
            <a:ext cx="280895" cy="270604"/>
            <a:chOff x="3050317" y="2893714"/>
            <a:chExt cx="367712" cy="354240"/>
          </a:xfrm>
        </p:grpSpPr>
        <p:sp>
          <p:nvSpPr>
            <p:cNvPr id="4790" name="Google Shape;4790;p5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53"/>
          <p:cNvGrpSpPr/>
          <p:nvPr/>
        </p:nvGrpSpPr>
        <p:grpSpPr>
          <a:xfrm>
            <a:off x="2055058" y="2869329"/>
            <a:ext cx="227019" cy="280577"/>
            <a:chOff x="6926637" y="2886738"/>
            <a:chExt cx="297184" cy="367296"/>
          </a:xfrm>
        </p:grpSpPr>
        <p:sp>
          <p:nvSpPr>
            <p:cNvPr id="4793" name="Google Shape;4793;p5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6" name="Google Shape;4796;p53"/>
          <p:cNvSpPr/>
          <p:nvPr/>
        </p:nvSpPr>
        <p:spPr>
          <a:xfrm>
            <a:off x="1163013" y="1995225"/>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3"/>
          <p:cNvSpPr/>
          <p:nvPr/>
        </p:nvSpPr>
        <p:spPr>
          <a:xfrm>
            <a:off x="8175568" y="1995054"/>
            <a:ext cx="220934" cy="281509"/>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8" name="Google Shape;4798;p53"/>
          <p:cNvGrpSpPr/>
          <p:nvPr/>
        </p:nvGrpSpPr>
        <p:grpSpPr>
          <a:xfrm>
            <a:off x="2463265" y="1995226"/>
            <a:ext cx="282924" cy="281164"/>
            <a:chOff x="6340653" y="2886354"/>
            <a:chExt cx="370368" cy="368064"/>
          </a:xfrm>
        </p:grpSpPr>
        <p:sp>
          <p:nvSpPr>
            <p:cNvPr id="4799" name="Google Shape;4799;p5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53"/>
          <p:cNvGrpSpPr/>
          <p:nvPr/>
        </p:nvGrpSpPr>
        <p:grpSpPr>
          <a:xfrm>
            <a:off x="4212029" y="2433737"/>
            <a:ext cx="286345" cy="287434"/>
            <a:chOff x="1404013" y="2424754"/>
            <a:chExt cx="353600" cy="354944"/>
          </a:xfrm>
        </p:grpSpPr>
        <p:sp>
          <p:nvSpPr>
            <p:cNvPr id="4806" name="Google Shape;4806;p5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 name="Google Shape;4811;p53"/>
          <p:cNvGrpSpPr/>
          <p:nvPr/>
        </p:nvGrpSpPr>
        <p:grpSpPr>
          <a:xfrm>
            <a:off x="1590732" y="2434392"/>
            <a:ext cx="286374" cy="286125"/>
            <a:chOff x="4699693" y="2424946"/>
            <a:chExt cx="354336" cy="353984"/>
          </a:xfrm>
        </p:grpSpPr>
        <p:sp>
          <p:nvSpPr>
            <p:cNvPr id="4812" name="Google Shape;4812;p5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53"/>
          <p:cNvGrpSpPr/>
          <p:nvPr/>
        </p:nvGrpSpPr>
        <p:grpSpPr>
          <a:xfrm>
            <a:off x="5957047" y="2908525"/>
            <a:ext cx="286072" cy="202186"/>
            <a:chOff x="2500941" y="2527218"/>
            <a:chExt cx="355104" cy="250944"/>
          </a:xfrm>
        </p:grpSpPr>
        <p:sp>
          <p:nvSpPr>
            <p:cNvPr id="4815" name="Google Shape;4815;p5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53"/>
          <p:cNvGrpSpPr/>
          <p:nvPr/>
        </p:nvGrpSpPr>
        <p:grpSpPr>
          <a:xfrm>
            <a:off x="3334316" y="1990459"/>
            <a:ext cx="294374" cy="290699"/>
            <a:chOff x="7993805" y="2427122"/>
            <a:chExt cx="356256" cy="351808"/>
          </a:xfrm>
        </p:grpSpPr>
        <p:sp>
          <p:nvSpPr>
            <p:cNvPr id="4821" name="Google Shape;4821;p5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53"/>
          <p:cNvGrpSpPr/>
          <p:nvPr/>
        </p:nvGrpSpPr>
        <p:grpSpPr>
          <a:xfrm>
            <a:off x="4231375" y="1994060"/>
            <a:ext cx="247653" cy="283498"/>
            <a:chOff x="878637" y="1965010"/>
            <a:chExt cx="308640" cy="353312"/>
          </a:xfrm>
        </p:grpSpPr>
        <p:sp>
          <p:nvSpPr>
            <p:cNvPr id="4825" name="Google Shape;4825;p5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53"/>
          <p:cNvGrpSpPr/>
          <p:nvPr/>
        </p:nvGrpSpPr>
        <p:grpSpPr>
          <a:xfrm>
            <a:off x="1152143" y="2434446"/>
            <a:ext cx="286333" cy="286017"/>
            <a:chOff x="5246797" y="1500658"/>
            <a:chExt cx="347872" cy="347488"/>
          </a:xfrm>
        </p:grpSpPr>
        <p:sp>
          <p:nvSpPr>
            <p:cNvPr id="4829" name="Google Shape;4829;p5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53"/>
          <p:cNvGrpSpPr/>
          <p:nvPr/>
        </p:nvGrpSpPr>
        <p:grpSpPr>
          <a:xfrm>
            <a:off x="5515375" y="2863254"/>
            <a:ext cx="294611" cy="292728"/>
            <a:chOff x="5796589" y="1500658"/>
            <a:chExt cx="349024" cy="346752"/>
          </a:xfrm>
        </p:grpSpPr>
        <p:sp>
          <p:nvSpPr>
            <p:cNvPr id="4834" name="Google Shape;4834;p5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5" name="Google Shape;4835;p53"/>
            <p:cNvGrpSpPr/>
            <p:nvPr/>
          </p:nvGrpSpPr>
          <p:grpSpPr>
            <a:xfrm>
              <a:off x="5796589" y="1500658"/>
              <a:ext cx="349024" cy="346752"/>
              <a:chOff x="5796589" y="1500658"/>
              <a:chExt cx="349024" cy="346752"/>
            </a:xfrm>
          </p:grpSpPr>
          <p:sp>
            <p:nvSpPr>
              <p:cNvPr id="4836" name="Google Shape;4836;p5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0" name="Google Shape;4840;p53"/>
          <p:cNvGrpSpPr/>
          <p:nvPr/>
        </p:nvGrpSpPr>
        <p:grpSpPr>
          <a:xfrm>
            <a:off x="5083938" y="2436480"/>
            <a:ext cx="286338" cy="281949"/>
            <a:chOff x="6895373" y="1502578"/>
            <a:chExt cx="348640" cy="343296"/>
          </a:xfrm>
        </p:grpSpPr>
        <p:sp>
          <p:nvSpPr>
            <p:cNvPr id="4841" name="Google Shape;4841;p5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53"/>
          <p:cNvGrpSpPr/>
          <p:nvPr/>
        </p:nvGrpSpPr>
        <p:grpSpPr>
          <a:xfrm>
            <a:off x="4650803" y="2436707"/>
            <a:ext cx="280909" cy="281495"/>
            <a:chOff x="2499405" y="1499890"/>
            <a:chExt cx="347488" cy="348256"/>
          </a:xfrm>
        </p:grpSpPr>
        <p:sp>
          <p:nvSpPr>
            <p:cNvPr id="4845" name="Google Shape;4845;p5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53"/>
          <p:cNvGrpSpPr/>
          <p:nvPr/>
        </p:nvGrpSpPr>
        <p:grpSpPr>
          <a:xfrm>
            <a:off x="5084077" y="2032977"/>
            <a:ext cx="286059" cy="205663"/>
            <a:chOff x="6345613" y="1549874"/>
            <a:chExt cx="348640" cy="250656"/>
          </a:xfrm>
        </p:grpSpPr>
        <p:sp>
          <p:nvSpPr>
            <p:cNvPr id="4851" name="Google Shape;4851;p5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53"/>
          <p:cNvGrpSpPr/>
          <p:nvPr/>
        </p:nvGrpSpPr>
        <p:grpSpPr>
          <a:xfrm>
            <a:off x="7282629" y="1990556"/>
            <a:ext cx="254390" cy="290505"/>
            <a:chOff x="1133133" y="3351922"/>
            <a:chExt cx="313984" cy="358560"/>
          </a:xfrm>
        </p:grpSpPr>
        <p:sp>
          <p:nvSpPr>
            <p:cNvPr id="4858" name="Google Shape;4858;p5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4" name="Google Shape;4874;p53"/>
          <p:cNvSpPr/>
          <p:nvPr/>
        </p:nvSpPr>
        <p:spPr>
          <a:xfrm>
            <a:off x="2944003" y="2000308"/>
            <a:ext cx="200906" cy="271001"/>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5" name="Google Shape;4875;p53"/>
          <p:cNvGrpSpPr/>
          <p:nvPr/>
        </p:nvGrpSpPr>
        <p:grpSpPr>
          <a:xfrm>
            <a:off x="1613503" y="1994701"/>
            <a:ext cx="241305" cy="282215"/>
            <a:chOff x="2236525" y="3353202"/>
            <a:chExt cx="304832" cy="356512"/>
          </a:xfrm>
        </p:grpSpPr>
        <p:sp>
          <p:nvSpPr>
            <p:cNvPr id="4876" name="Google Shape;4876;p5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9" name="Google Shape;4879;p53"/>
          <p:cNvGrpSpPr/>
          <p:nvPr/>
        </p:nvGrpSpPr>
        <p:grpSpPr>
          <a:xfrm>
            <a:off x="2068120" y="1996158"/>
            <a:ext cx="200895" cy="279300"/>
            <a:chOff x="3910637" y="3352690"/>
            <a:chExt cx="256800" cy="357024"/>
          </a:xfrm>
        </p:grpSpPr>
        <p:sp>
          <p:nvSpPr>
            <p:cNvPr id="4880" name="Google Shape;4880;p5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53"/>
          <p:cNvGrpSpPr/>
          <p:nvPr/>
        </p:nvGrpSpPr>
        <p:grpSpPr>
          <a:xfrm>
            <a:off x="6390352" y="2862411"/>
            <a:ext cx="294388" cy="294414"/>
            <a:chOff x="6056429" y="3351922"/>
            <a:chExt cx="360064" cy="360096"/>
          </a:xfrm>
        </p:grpSpPr>
        <p:sp>
          <p:nvSpPr>
            <p:cNvPr id="4884" name="Google Shape;4884;p5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7" name="Google Shape;4887;p53"/>
          <p:cNvSpPr/>
          <p:nvPr/>
        </p:nvSpPr>
        <p:spPr>
          <a:xfrm>
            <a:off x="726042" y="1992105"/>
            <a:ext cx="266612" cy="287408"/>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8" name="Google Shape;4888;p53"/>
          <p:cNvGrpSpPr/>
          <p:nvPr/>
        </p:nvGrpSpPr>
        <p:grpSpPr>
          <a:xfrm>
            <a:off x="6833509" y="2006219"/>
            <a:ext cx="286355" cy="259179"/>
            <a:chOff x="4959533" y="3370226"/>
            <a:chExt cx="357408" cy="323488"/>
          </a:xfrm>
        </p:grpSpPr>
        <p:sp>
          <p:nvSpPr>
            <p:cNvPr id="4889" name="Google Shape;4889;p5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53"/>
          <p:cNvGrpSpPr/>
          <p:nvPr/>
        </p:nvGrpSpPr>
        <p:grpSpPr>
          <a:xfrm>
            <a:off x="7273443" y="2436441"/>
            <a:ext cx="272762" cy="282026"/>
            <a:chOff x="3316269" y="3352402"/>
            <a:chExt cx="344832" cy="356544"/>
          </a:xfrm>
        </p:grpSpPr>
        <p:sp>
          <p:nvSpPr>
            <p:cNvPr id="4892" name="Google Shape;4892;p5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5" name="Google Shape;4895;p53"/>
          <p:cNvSpPr/>
          <p:nvPr/>
        </p:nvSpPr>
        <p:spPr>
          <a:xfrm>
            <a:off x="3771523" y="2024382"/>
            <a:ext cx="294375" cy="222853"/>
          </a:xfrm>
          <a:custGeom>
            <a:rect b="b" l="l" r="r" t="t"/>
            <a:pathLst>
              <a:path extrusionOk="0" h="394430" w="521017">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96" name="Google Shape;4896;p53"/>
          <p:cNvGrpSpPr/>
          <p:nvPr/>
        </p:nvGrpSpPr>
        <p:grpSpPr>
          <a:xfrm>
            <a:off x="4655172" y="1999806"/>
            <a:ext cx="272171" cy="272005"/>
            <a:chOff x="3375659" y="2803780"/>
            <a:chExt cx="468534" cy="468247"/>
          </a:xfrm>
        </p:grpSpPr>
        <p:sp>
          <p:nvSpPr>
            <p:cNvPr id="4897" name="Google Shape;4897;p53"/>
            <p:cNvSpPr/>
            <p:nvPr/>
          </p:nvSpPr>
          <p:spPr>
            <a:xfrm>
              <a:off x="3424903" y="2803780"/>
              <a:ext cx="225456" cy="113346"/>
            </a:xfrm>
            <a:custGeom>
              <a:rect b="b" l="l" r="r" t="t"/>
              <a:pathLst>
                <a:path extrusionOk="0" h="113346" w="225456">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8" name="Google Shape;4898;p53"/>
            <p:cNvSpPr/>
            <p:nvPr/>
          </p:nvSpPr>
          <p:spPr>
            <a:xfrm>
              <a:off x="3375659" y="2953608"/>
              <a:ext cx="468534" cy="318419"/>
            </a:xfrm>
            <a:custGeom>
              <a:rect b="b" l="l" r="r" t="t"/>
              <a:pathLst>
                <a:path extrusionOk="0" h="318419" w="468534">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9" name="Google Shape;4899;p53"/>
            <p:cNvSpPr/>
            <p:nvPr/>
          </p:nvSpPr>
          <p:spPr>
            <a:xfrm>
              <a:off x="3658932" y="3012281"/>
              <a:ext cx="13716" cy="188594"/>
            </a:xfrm>
            <a:custGeom>
              <a:rect b="b" l="l" r="r" t="t"/>
              <a:pathLst>
                <a:path extrusionOk="0" h="188594" w="13716">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0" name="Google Shape;4900;p53"/>
          <p:cNvGrpSpPr/>
          <p:nvPr/>
        </p:nvGrpSpPr>
        <p:grpSpPr>
          <a:xfrm>
            <a:off x="5999639" y="1993430"/>
            <a:ext cx="200888" cy="284756"/>
            <a:chOff x="4079366" y="2807574"/>
            <a:chExt cx="327659" cy="464453"/>
          </a:xfrm>
        </p:grpSpPr>
        <p:sp>
          <p:nvSpPr>
            <p:cNvPr id="4901" name="Google Shape;4901;p53"/>
            <p:cNvSpPr/>
            <p:nvPr/>
          </p:nvSpPr>
          <p:spPr>
            <a:xfrm>
              <a:off x="4292611" y="3057525"/>
              <a:ext cx="54312" cy="155162"/>
            </a:xfrm>
            <a:custGeom>
              <a:rect b="b" l="l" r="r" t="t"/>
              <a:pathLst>
                <a:path extrusionOk="0" h="155162" w="54312">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2" name="Google Shape;4902;p53"/>
            <p:cNvSpPr/>
            <p:nvPr/>
          </p:nvSpPr>
          <p:spPr>
            <a:xfrm>
              <a:off x="4079366" y="2807574"/>
              <a:ext cx="327659" cy="464453"/>
            </a:xfrm>
            <a:custGeom>
              <a:rect b="b" l="l" r="r" t="t"/>
              <a:pathLst>
                <a:path extrusionOk="0" h="464453" w="327659">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3" name="Google Shape;4903;p53"/>
            <p:cNvSpPr/>
            <p:nvPr/>
          </p:nvSpPr>
          <p:spPr>
            <a:xfrm>
              <a:off x="4252901" y="3114560"/>
              <a:ext cx="132903" cy="157277"/>
            </a:xfrm>
            <a:custGeom>
              <a:rect b="b" l="l" r="r" t="t"/>
              <a:pathLst>
                <a:path extrusionOk="0" h="157277" w="132903">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4" name="Google Shape;4904;p53"/>
          <p:cNvGrpSpPr/>
          <p:nvPr/>
        </p:nvGrpSpPr>
        <p:grpSpPr>
          <a:xfrm>
            <a:off x="6405248" y="1988424"/>
            <a:ext cx="264596" cy="294769"/>
            <a:chOff x="4642103" y="2784941"/>
            <a:chExt cx="421667" cy="469751"/>
          </a:xfrm>
        </p:grpSpPr>
        <p:sp>
          <p:nvSpPr>
            <p:cNvPr id="4905" name="Google Shape;4905;p53"/>
            <p:cNvSpPr/>
            <p:nvPr/>
          </p:nvSpPr>
          <p:spPr>
            <a:xfrm>
              <a:off x="4642103" y="2904890"/>
              <a:ext cx="396525" cy="349802"/>
            </a:xfrm>
            <a:custGeom>
              <a:rect b="b" l="l" r="r" t="t"/>
              <a:pathLst>
                <a:path extrusionOk="0" h="349802" w="396525">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6" name="Google Shape;4906;p53"/>
            <p:cNvSpPr/>
            <p:nvPr/>
          </p:nvSpPr>
          <p:spPr>
            <a:xfrm>
              <a:off x="4850824" y="2904795"/>
              <a:ext cx="156487" cy="57289"/>
            </a:xfrm>
            <a:custGeom>
              <a:rect b="b" l="l" r="r" t="t"/>
              <a:pathLst>
                <a:path extrusionOk="0" h="57289" w="156487">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7" name="Google Shape;4907;p53"/>
            <p:cNvSpPr/>
            <p:nvPr/>
          </p:nvSpPr>
          <p:spPr>
            <a:xfrm>
              <a:off x="4792884" y="2784941"/>
              <a:ext cx="270886" cy="183524"/>
            </a:xfrm>
            <a:custGeom>
              <a:rect b="b" l="l" r="r" t="t"/>
              <a:pathLst>
                <a:path extrusionOk="0" h="183524" w="270886">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08" name="Google Shape;4908;p53"/>
          <p:cNvGrpSpPr/>
          <p:nvPr/>
        </p:nvGrpSpPr>
        <p:grpSpPr>
          <a:xfrm>
            <a:off x="7707090" y="1992664"/>
            <a:ext cx="286343" cy="286289"/>
            <a:chOff x="5243988" y="2762345"/>
            <a:chExt cx="506443" cy="506348"/>
          </a:xfrm>
        </p:grpSpPr>
        <p:sp>
          <p:nvSpPr>
            <p:cNvPr id="4909" name="Google Shape;4909;p53"/>
            <p:cNvSpPr/>
            <p:nvPr/>
          </p:nvSpPr>
          <p:spPr>
            <a:xfrm>
              <a:off x="5292375" y="3168586"/>
              <a:ext cx="62102" cy="14859"/>
            </a:xfrm>
            <a:custGeom>
              <a:rect b="b" l="l" r="r" t="t"/>
              <a:pathLst>
                <a:path extrusionOk="0" h="14859" w="62102">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0" name="Google Shape;4910;p53"/>
            <p:cNvSpPr/>
            <p:nvPr/>
          </p:nvSpPr>
          <p:spPr>
            <a:xfrm>
              <a:off x="5369432" y="3168586"/>
              <a:ext cx="32480" cy="14859"/>
            </a:xfrm>
            <a:custGeom>
              <a:rect b="b" l="l" r="r" t="t"/>
              <a:pathLst>
                <a:path extrusionOk="0" h="14859" w="3248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1" name="Google Shape;4911;p53"/>
            <p:cNvSpPr/>
            <p:nvPr/>
          </p:nvSpPr>
          <p:spPr>
            <a:xfrm>
              <a:off x="5465349" y="3208210"/>
              <a:ext cx="35433" cy="14859"/>
            </a:xfrm>
            <a:custGeom>
              <a:rect b="b" l="l" r="r" t="t"/>
              <a:pathLst>
                <a:path extrusionOk="0" h="14859" w="35433">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2" name="Google Shape;4912;p53"/>
            <p:cNvSpPr/>
            <p:nvPr/>
          </p:nvSpPr>
          <p:spPr>
            <a:xfrm>
              <a:off x="5361526" y="3208210"/>
              <a:ext cx="88772" cy="14859"/>
            </a:xfrm>
            <a:custGeom>
              <a:rect b="b" l="l" r="r" t="t"/>
              <a:pathLst>
                <a:path extrusionOk="0" h="14859" w="88772">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3" name="Google Shape;4913;p53"/>
            <p:cNvSpPr/>
            <p:nvPr/>
          </p:nvSpPr>
          <p:spPr>
            <a:xfrm>
              <a:off x="5552121" y="3168586"/>
              <a:ext cx="81915" cy="14859"/>
            </a:xfrm>
            <a:custGeom>
              <a:rect b="b" l="l" r="r" t="t"/>
              <a:pathLst>
                <a:path extrusionOk="0" h="14859" w="81915">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4" name="Google Shape;4914;p53"/>
            <p:cNvSpPr/>
            <p:nvPr/>
          </p:nvSpPr>
          <p:spPr>
            <a:xfrm>
              <a:off x="5494781" y="3168586"/>
              <a:ext cx="42386" cy="14859"/>
            </a:xfrm>
            <a:custGeom>
              <a:rect b="b" l="l" r="r" t="t"/>
              <a:pathLst>
                <a:path extrusionOk="0" h="14859" w="42386">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5" name="Google Shape;4915;p53"/>
            <p:cNvSpPr/>
            <p:nvPr/>
          </p:nvSpPr>
          <p:spPr>
            <a:xfrm>
              <a:off x="5575362" y="3208210"/>
              <a:ext cx="117824" cy="14859"/>
            </a:xfrm>
            <a:custGeom>
              <a:rect b="b" l="l" r="r" t="t"/>
              <a:pathLst>
                <a:path extrusionOk="0" h="14859" w="117824">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6" name="Google Shape;4916;p53"/>
            <p:cNvSpPr/>
            <p:nvPr/>
          </p:nvSpPr>
          <p:spPr>
            <a:xfrm>
              <a:off x="5645086" y="3253835"/>
              <a:ext cx="105251" cy="14858"/>
            </a:xfrm>
            <a:custGeom>
              <a:rect b="b" l="l" r="r" t="t"/>
              <a:pathLst>
                <a:path extrusionOk="0" h="14858" w="105251">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7" name="Google Shape;4917;p53"/>
            <p:cNvSpPr/>
            <p:nvPr/>
          </p:nvSpPr>
          <p:spPr>
            <a:xfrm>
              <a:off x="5243988" y="3104197"/>
              <a:ext cx="506349" cy="34670"/>
            </a:xfrm>
            <a:custGeom>
              <a:rect b="b" l="l" r="r" t="t"/>
              <a:pathLst>
                <a:path extrusionOk="0" h="34670" w="506349">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8" name="Google Shape;4918;p53"/>
            <p:cNvSpPr/>
            <p:nvPr/>
          </p:nvSpPr>
          <p:spPr>
            <a:xfrm>
              <a:off x="5244178" y="3253835"/>
              <a:ext cx="381380" cy="14858"/>
            </a:xfrm>
            <a:custGeom>
              <a:rect b="b" l="l" r="r" t="t"/>
              <a:pathLst>
                <a:path extrusionOk="0" h="14858" w="38138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9" name="Google Shape;4919;p53"/>
            <p:cNvSpPr/>
            <p:nvPr/>
          </p:nvSpPr>
          <p:spPr>
            <a:xfrm>
              <a:off x="5244273" y="2842545"/>
              <a:ext cx="506158" cy="246887"/>
            </a:xfrm>
            <a:custGeom>
              <a:rect b="b" l="l" r="r" t="t"/>
              <a:pathLst>
                <a:path extrusionOk="0" h="246887" w="506158">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0" name="Google Shape;4920;p53"/>
            <p:cNvSpPr/>
            <p:nvPr/>
          </p:nvSpPr>
          <p:spPr>
            <a:xfrm>
              <a:off x="5321045" y="2809684"/>
              <a:ext cx="61721" cy="61722"/>
            </a:xfrm>
            <a:custGeom>
              <a:rect b="b" l="l" r="r" t="t"/>
              <a:pathLst>
                <a:path extrusionOk="0" h="61722" w="61721">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1" name="Google Shape;4921;p53"/>
            <p:cNvSpPr/>
            <p:nvPr/>
          </p:nvSpPr>
          <p:spPr>
            <a:xfrm>
              <a:off x="5344477" y="2886265"/>
              <a:ext cx="14858" cy="32480"/>
            </a:xfrm>
            <a:custGeom>
              <a:rect b="b" l="l" r="r" t="t"/>
              <a:pathLst>
                <a:path extrusionOk="0" h="32480" w="14858">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2" name="Google Shape;4922;p53"/>
            <p:cNvSpPr/>
            <p:nvPr/>
          </p:nvSpPr>
          <p:spPr>
            <a:xfrm>
              <a:off x="5344477" y="2762345"/>
              <a:ext cx="14858" cy="32480"/>
            </a:xfrm>
            <a:custGeom>
              <a:rect b="b" l="l" r="r" t="t"/>
              <a:pathLst>
                <a:path extrusionOk="0" h="32480" w="14858">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3" name="Google Shape;4923;p53"/>
            <p:cNvSpPr/>
            <p:nvPr/>
          </p:nvSpPr>
          <p:spPr>
            <a:xfrm>
              <a:off x="5273801" y="2833115"/>
              <a:ext cx="32480" cy="14859"/>
            </a:xfrm>
            <a:custGeom>
              <a:rect b="b" l="l" r="r" t="t"/>
              <a:pathLst>
                <a:path extrusionOk="0" h="14859" w="3248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4" name="Google Shape;4924;p53"/>
            <p:cNvSpPr/>
            <p:nvPr/>
          </p:nvSpPr>
          <p:spPr>
            <a:xfrm>
              <a:off x="5397531" y="2833115"/>
              <a:ext cx="32479" cy="14859"/>
            </a:xfrm>
            <a:custGeom>
              <a:rect b="b" l="l" r="r" t="t"/>
              <a:pathLst>
                <a:path extrusionOk="0" h="14859" w="32479">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5" name="Google Shape;4925;p53"/>
            <p:cNvSpPr/>
            <p:nvPr/>
          </p:nvSpPr>
          <p:spPr>
            <a:xfrm>
              <a:off x="5294518" y="2870692"/>
              <a:ext cx="27241" cy="27289"/>
            </a:xfrm>
            <a:custGeom>
              <a:rect b="b" l="l" r="r" t="t"/>
              <a:pathLst>
                <a:path extrusionOk="0" h="27289" w="27241">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6" name="Google Shape;4926;p53"/>
            <p:cNvSpPr/>
            <p:nvPr/>
          </p:nvSpPr>
          <p:spPr>
            <a:xfrm>
              <a:off x="5382053" y="2783062"/>
              <a:ext cx="27241" cy="27289"/>
            </a:xfrm>
            <a:custGeom>
              <a:rect b="b" l="l" r="r" t="t"/>
              <a:pathLst>
                <a:path extrusionOk="0" h="27289" w="27241">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7" name="Google Shape;4927;p53"/>
            <p:cNvSpPr/>
            <p:nvPr/>
          </p:nvSpPr>
          <p:spPr>
            <a:xfrm>
              <a:off x="5294518" y="2783157"/>
              <a:ext cx="27241" cy="27289"/>
            </a:xfrm>
            <a:custGeom>
              <a:rect b="b" l="l" r="r" t="t"/>
              <a:pathLst>
                <a:path extrusionOk="0" h="27289" w="27241">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8" name="Google Shape;4928;p53"/>
            <p:cNvSpPr/>
            <p:nvPr/>
          </p:nvSpPr>
          <p:spPr>
            <a:xfrm>
              <a:off x="5382053" y="2870692"/>
              <a:ext cx="27241" cy="27289"/>
            </a:xfrm>
            <a:custGeom>
              <a:rect b="b" l="l" r="r" t="t"/>
              <a:pathLst>
                <a:path extrusionOk="0" h="27289" w="27241">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29" name="Google Shape;4929;p53"/>
          <p:cNvGrpSpPr/>
          <p:nvPr/>
        </p:nvGrpSpPr>
        <p:grpSpPr>
          <a:xfrm>
            <a:off x="741579" y="2431963"/>
            <a:ext cx="235538" cy="290982"/>
            <a:chOff x="5930931" y="2838259"/>
            <a:chExt cx="345566" cy="426910"/>
          </a:xfrm>
        </p:grpSpPr>
        <p:sp>
          <p:nvSpPr>
            <p:cNvPr id="4930" name="Google Shape;4930;p53"/>
            <p:cNvSpPr/>
            <p:nvPr/>
          </p:nvSpPr>
          <p:spPr>
            <a:xfrm>
              <a:off x="6020942"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1" name="Google Shape;4931;p53"/>
            <p:cNvSpPr/>
            <p:nvPr/>
          </p:nvSpPr>
          <p:spPr>
            <a:xfrm>
              <a:off x="6147720"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2" name="Google Shape;4932;p53"/>
            <p:cNvSpPr/>
            <p:nvPr/>
          </p:nvSpPr>
          <p:spPr>
            <a:xfrm>
              <a:off x="5930931" y="3071145"/>
              <a:ext cx="345090" cy="194024"/>
            </a:xfrm>
            <a:custGeom>
              <a:rect b="b" l="l" r="r" t="t"/>
              <a:pathLst>
                <a:path extrusionOk="0" h="194024" w="34509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3" name="Google Shape;4933;p53"/>
            <p:cNvSpPr/>
            <p:nvPr/>
          </p:nvSpPr>
          <p:spPr>
            <a:xfrm>
              <a:off x="5931121" y="2838259"/>
              <a:ext cx="345376" cy="340233"/>
            </a:xfrm>
            <a:custGeom>
              <a:rect b="b" l="l" r="r" t="t"/>
              <a:pathLst>
                <a:path extrusionOk="0" h="340233" w="345376">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4" name="Google Shape;4934;p53"/>
            <p:cNvSpPr/>
            <p:nvPr/>
          </p:nvSpPr>
          <p:spPr>
            <a:xfrm>
              <a:off x="5967412" y="3053429"/>
              <a:ext cx="272224" cy="179641"/>
            </a:xfrm>
            <a:custGeom>
              <a:rect b="b" l="l" r="r" t="t"/>
              <a:pathLst>
                <a:path extrusionOk="0" h="179641" w="272224">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5" name="Google Shape;4935;p53"/>
            <p:cNvSpPr/>
            <p:nvPr/>
          </p:nvSpPr>
          <p:spPr>
            <a:xfrm>
              <a:off x="6072091" y="3078384"/>
              <a:ext cx="63246" cy="46863"/>
            </a:xfrm>
            <a:custGeom>
              <a:rect b="b" l="l" r="r" t="t"/>
              <a:pathLst>
                <a:path extrusionOk="0" h="46863" w="63246">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36" name="Google Shape;4936;p53"/>
          <p:cNvGrpSpPr/>
          <p:nvPr/>
        </p:nvGrpSpPr>
        <p:grpSpPr>
          <a:xfrm>
            <a:off x="2021371" y="2447288"/>
            <a:ext cx="294392" cy="260333"/>
            <a:chOff x="6410514" y="2827010"/>
            <a:chExt cx="482610" cy="426776"/>
          </a:xfrm>
        </p:grpSpPr>
        <p:sp>
          <p:nvSpPr>
            <p:cNvPr id="4937" name="Google Shape;4937;p53"/>
            <p:cNvSpPr/>
            <p:nvPr/>
          </p:nvSpPr>
          <p:spPr>
            <a:xfrm>
              <a:off x="6410514" y="2827010"/>
              <a:ext cx="482610" cy="426776"/>
            </a:xfrm>
            <a:custGeom>
              <a:rect b="b" l="l" r="r" t="t"/>
              <a:pathLst>
                <a:path extrusionOk="0" h="426776" w="48261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8" name="Google Shape;4938;p53"/>
            <p:cNvSpPr/>
            <p:nvPr/>
          </p:nvSpPr>
          <p:spPr>
            <a:xfrm>
              <a:off x="6510203" y="2962323"/>
              <a:ext cx="75782" cy="42853"/>
            </a:xfrm>
            <a:custGeom>
              <a:rect b="b" l="l" r="r" t="t"/>
              <a:pathLst>
                <a:path extrusionOk="0" h="42853" w="75782">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53"/>
            <p:cNvSpPr/>
            <p:nvPr/>
          </p:nvSpPr>
          <p:spPr>
            <a:xfrm>
              <a:off x="6717039" y="2962570"/>
              <a:ext cx="75181" cy="42566"/>
            </a:xfrm>
            <a:custGeom>
              <a:rect b="b" l="l" r="r" t="t"/>
              <a:pathLst>
                <a:path extrusionOk="0" h="42566" w="75181">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40" name="Google Shape;4940;p53"/>
          <p:cNvGrpSpPr/>
          <p:nvPr/>
        </p:nvGrpSpPr>
        <p:grpSpPr>
          <a:xfrm>
            <a:off x="2901271" y="2434311"/>
            <a:ext cx="286370" cy="286287"/>
            <a:chOff x="7074187" y="2821019"/>
            <a:chExt cx="473261" cy="473201"/>
          </a:xfrm>
        </p:grpSpPr>
        <p:sp>
          <p:nvSpPr>
            <p:cNvPr id="4941" name="Google Shape;4941;p53"/>
            <p:cNvSpPr/>
            <p:nvPr/>
          </p:nvSpPr>
          <p:spPr>
            <a:xfrm>
              <a:off x="7103053" y="3059310"/>
              <a:ext cx="205978" cy="206049"/>
            </a:xfrm>
            <a:custGeom>
              <a:rect b="b" l="l" r="r" t="t"/>
              <a:pathLst>
                <a:path extrusionOk="0" h="206049" w="205978">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53"/>
            <p:cNvSpPr/>
            <p:nvPr/>
          </p:nvSpPr>
          <p:spPr>
            <a:xfrm>
              <a:off x="7218116" y="3052548"/>
              <a:ext cx="97678" cy="97655"/>
            </a:xfrm>
            <a:custGeom>
              <a:rect b="b" l="l" r="r" t="t"/>
              <a:pathLst>
                <a:path extrusionOk="0" h="97655" w="97678">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3" name="Google Shape;4943;p53"/>
            <p:cNvSpPr/>
            <p:nvPr/>
          </p:nvSpPr>
          <p:spPr>
            <a:xfrm>
              <a:off x="7285171" y="3030069"/>
              <a:ext cx="53101" cy="53078"/>
            </a:xfrm>
            <a:custGeom>
              <a:rect b="b" l="l" r="r" t="t"/>
              <a:pathLst>
                <a:path extrusionOk="0" h="53078" w="53101">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4" name="Google Shape;4944;p53"/>
            <p:cNvSpPr/>
            <p:nvPr/>
          </p:nvSpPr>
          <p:spPr>
            <a:xfrm>
              <a:off x="7074187" y="2821019"/>
              <a:ext cx="473261" cy="473201"/>
            </a:xfrm>
            <a:custGeom>
              <a:rect b="b" l="l" r="r" t="t"/>
              <a:pathLst>
                <a:path extrusionOk="0" h="473201" w="473261">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45" name="Google Shape;4945;p53"/>
          <p:cNvGrpSpPr/>
          <p:nvPr/>
        </p:nvGrpSpPr>
        <p:grpSpPr>
          <a:xfrm>
            <a:off x="3784900" y="2431822"/>
            <a:ext cx="267621" cy="291265"/>
            <a:chOff x="7728282" y="2752760"/>
            <a:chExt cx="500133" cy="544318"/>
          </a:xfrm>
        </p:grpSpPr>
        <p:sp>
          <p:nvSpPr>
            <p:cNvPr id="4946" name="Google Shape;4946;p53"/>
            <p:cNvSpPr/>
            <p:nvPr/>
          </p:nvSpPr>
          <p:spPr>
            <a:xfrm>
              <a:off x="8102535" y="2797492"/>
              <a:ext cx="16002" cy="16002"/>
            </a:xfrm>
            <a:custGeom>
              <a:rect b="b" l="l" r="r" t="t"/>
              <a:pathLst>
                <a:path extrusionOk="0" h="16002" w="16002">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53"/>
            <p:cNvSpPr/>
            <p:nvPr/>
          </p:nvSpPr>
          <p:spPr>
            <a:xfrm>
              <a:off x="7728282" y="2752760"/>
              <a:ext cx="500133" cy="544318"/>
            </a:xfrm>
            <a:custGeom>
              <a:rect b="b" l="l" r="r" t="t"/>
              <a:pathLst>
                <a:path extrusionOk="0" h="544318" w="500133">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48" name="Google Shape;4948;p53"/>
          <p:cNvGrpSpPr/>
          <p:nvPr/>
        </p:nvGrpSpPr>
        <p:grpSpPr>
          <a:xfrm>
            <a:off x="5952902" y="2438525"/>
            <a:ext cx="294361" cy="277859"/>
            <a:chOff x="8345349" y="2840924"/>
            <a:chExt cx="505948" cy="477585"/>
          </a:xfrm>
        </p:grpSpPr>
        <p:sp>
          <p:nvSpPr>
            <p:cNvPr id="4949" name="Google Shape;4949;p53"/>
            <p:cNvSpPr/>
            <p:nvPr/>
          </p:nvSpPr>
          <p:spPr>
            <a:xfrm>
              <a:off x="8345349" y="2840924"/>
              <a:ext cx="505948" cy="477585"/>
            </a:xfrm>
            <a:custGeom>
              <a:rect b="b" l="l" r="r" t="t"/>
              <a:pathLst>
                <a:path extrusionOk="0" h="477585" w="505948">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53"/>
            <p:cNvSpPr/>
            <p:nvPr/>
          </p:nvSpPr>
          <p:spPr>
            <a:xfrm>
              <a:off x="8756683" y="2923287"/>
              <a:ext cx="59875" cy="59942"/>
            </a:xfrm>
            <a:custGeom>
              <a:rect b="b" l="l" r="r" t="t"/>
              <a:pathLst>
                <a:path extrusionOk="0" h="59942" w="59875">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53"/>
            <p:cNvSpPr/>
            <p:nvPr/>
          </p:nvSpPr>
          <p:spPr>
            <a:xfrm>
              <a:off x="8379930" y="3209766"/>
              <a:ext cx="87761" cy="66356"/>
            </a:xfrm>
            <a:custGeom>
              <a:rect b="b" l="l" r="r" t="t"/>
              <a:pathLst>
                <a:path extrusionOk="0" h="66356" w="87761">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53"/>
            <p:cNvSpPr/>
            <p:nvPr/>
          </p:nvSpPr>
          <p:spPr>
            <a:xfrm>
              <a:off x="8740330" y="289236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53"/>
            <p:cNvSpPr/>
            <p:nvPr/>
          </p:nvSpPr>
          <p:spPr>
            <a:xfrm>
              <a:off x="8706421" y="288293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4" name="Google Shape;4954;p53"/>
            <p:cNvSpPr/>
            <p:nvPr/>
          </p:nvSpPr>
          <p:spPr>
            <a:xfrm>
              <a:off x="8805385" y="3008661"/>
              <a:ext cx="14858" cy="14859"/>
            </a:xfrm>
            <a:custGeom>
              <a:rect b="b" l="l" r="r" t="t"/>
              <a:pathLst>
                <a:path extrusionOk="0" h="14859" w="14858">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55" name="Google Shape;4955;p53"/>
          <p:cNvGrpSpPr/>
          <p:nvPr/>
        </p:nvGrpSpPr>
        <p:grpSpPr>
          <a:xfrm>
            <a:off x="7707078" y="2434277"/>
            <a:ext cx="286368" cy="286355"/>
            <a:chOff x="9062809" y="2809494"/>
            <a:chExt cx="438005" cy="438053"/>
          </a:xfrm>
        </p:grpSpPr>
        <p:sp>
          <p:nvSpPr>
            <p:cNvPr id="4956" name="Google Shape;4956;p53"/>
            <p:cNvSpPr/>
            <p:nvPr/>
          </p:nvSpPr>
          <p:spPr>
            <a:xfrm>
              <a:off x="9418271" y="3052810"/>
              <a:ext cx="82528" cy="26622"/>
            </a:xfrm>
            <a:custGeom>
              <a:rect b="b" l="l" r="r" t="t"/>
              <a:pathLst>
                <a:path extrusionOk="0" h="26622" w="82528">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53"/>
            <p:cNvSpPr/>
            <p:nvPr/>
          </p:nvSpPr>
          <p:spPr>
            <a:xfrm>
              <a:off x="9063037" y="2809494"/>
              <a:ext cx="437757" cy="303085"/>
            </a:xfrm>
            <a:custGeom>
              <a:rect b="b" l="l" r="r" t="t"/>
              <a:pathLst>
                <a:path extrusionOk="0" h="303085" w="437757">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8" name="Google Shape;4958;p53"/>
            <p:cNvSpPr/>
            <p:nvPr/>
          </p:nvSpPr>
          <p:spPr>
            <a:xfrm>
              <a:off x="9063013" y="3234689"/>
              <a:ext cx="437720" cy="12858"/>
            </a:xfrm>
            <a:custGeom>
              <a:rect b="b" l="l" r="r" t="t"/>
              <a:pathLst>
                <a:path extrusionOk="0" h="12858" w="43772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9" name="Google Shape;4959;p53"/>
            <p:cNvSpPr/>
            <p:nvPr/>
          </p:nvSpPr>
          <p:spPr>
            <a:xfrm>
              <a:off x="9062809" y="3079359"/>
              <a:ext cx="438005" cy="113040"/>
            </a:xfrm>
            <a:custGeom>
              <a:rect b="b" l="l" r="r" t="t"/>
              <a:pathLst>
                <a:path extrusionOk="0" h="113040" w="438005">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60" name="Google Shape;4960;p53"/>
          <p:cNvGrpSpPr/>
          <p:nvPr/>
        </p:nvGrpSpPr>
        <p:grpSpPr>
          <a:xfrm>
            <a:off x="8145441" y="2453754"/>
            <a:ext cx="281189" cy="247401"/>
            <a:chOff x="2691097" y="3631310"/>
            <a:chExt cx="470058" cy="413575"/>
          </a:xfrm>
        </p:grpSpPr>
        <p:sp>
          <p:nvSpPr>
            <p:cNvPr id="4961" name="Google Shape;4961;p53"/>
            <p:cNvSpPr/>
            <p:nvPr/>
          </p:nvSpPr>
          <p:spPr>
            <a:xfrm>
              <a:off x="2691097" y="3631310"/>
              <a:ext cx="470058" cy="413575"/>
            </a:xfrm>
            <a:custGeom>
              <a:rect b="b" l="l" r="r" t="t"/>
              <a:pathLst>
                <a:path extrusionOk="0" h="413575" w="470058">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53"/>
            <p:cNvSpPr/>
            <p:nvPr/>
          </p:nvSpPr>
          <p:spPr>
            <a:xfrm>
              <a:off x="2815055" y="3815129"/>
              <a:ext cx="20346" cy="47734"/>
            </a:xfrm>
            <a:custGeom>
              <a:rect b="b" l="l" r="r" t="t"/>
              <a:pathLst>
                <a:path extrusionOk="0" h="47734" w="20346">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3" name="Google Shape;4963;p53"/>
            <p:cNvSpPr/>
            <p:nvPr/>
          </p:nvSpPr>
          <p:spPr>
            <a:xfrm>
              <a:off x="2849009" y="3924953"/>
              <a:ext cx="28478" cy="41065"/>
            </a:xfrm>
            <a:custGeom>
              <a:rect b="b" l="l" r="r" t="t"/>
              <a:pathLst>
                <a:path extrusionOk="0" h="41065" w="28478">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4" name="Google Shape;4964;p53"/>
            <p:cNvSpPr/>
            <p:nvPr/>
          </p:nvSpPr>
          <p:spPr>
            <a:xfrm>
              <a:off x="2966306" y="3961348"/>
              <a:ext cx="65546" cy="18958"/>
            </a:xfrm>
            <a:custGeom>
              <a:rect b="b" l="l" r="r" t="t"/>
              <a:pathLst>
                <a:path extrusionOk="0" h="18958" w="65546">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53"/>
            <p:cNvSpPr/>
            <p:nvPr/>
          </p:nvSpPr>
          <p:spPr>
            <a:xfrm>
              <a:off x="2924480" y="3986935"/>
              <a:ext cx="49268" cy="25566"/>
            </a:xfrm>
            <a:custGeom>
              <a:rect b="b" l="l" r="r" t="t"/>
              <a:pathLst>
                <a:path extrusionOk="0" h="25566" w="49268">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66" name="Google Shape;4966;p53"/>
          <p:cNvSpPr/>
          <p:nvPr/>
        </p:nvSpPr>
        <p:spPr>
          <a:xfrm>
            <a:off x="1152054" y="2866362"/>
            <a:ext cx="286511" cy="286512"/>
          </a:xfrm>
          <a:custGeom>
            <a:rect b="b" l="l" r="r" t="t"/>
            <a:pathLst>
              <a:path extrusionOk="0" h="487680" w="487679">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67" name="Google Shape;4967;p53"/>
          <p:cNvGrpSpPr/>
          <p:nvPr/>
        </p:nvGrpSpPr>
        <p:grpSpPr>
          <a:xfrm>
            <a:off x="2457541" y="2881442"/>
            <a:ext cx="294371" cy="256351"/>
            <a:chOff x="4115847" y="3637978"/>
            <a:chExt cx="538353" cy="468821"/>
          </a:xfrm>
        </p:grpSpPr>
        <p:sp>
          <p:nvSpPr>
            <p:cNvPr id="4968" name="Google Shape;4968;p53"/>
            <p:cNvSpPr/>
            <p:nvPr/>
          </p:nvSpPr>
          <p:spPr>
            <a:xfrm>
              <a:off x="4115847" y="3690366"/>
              <a:ext cx="538353" cy="416433"/>
            </a:xfrm>
            <a:custGeom>
              <a:rect b="b" l="l" r="r" t="t"/>
              <a:pathLst>
                <a:path extrusionOk="0" h="416433" w="538353">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53"/>
            <p:cNvSpPr/>
            <p:nvPr/>
          </p:nvSpPr>
          <p:spPr>
            <a:xfrm>
              <a:off x="4141850" y="3637978"/>
              <a:ext cx="164020" cy="76866"/>
            </a:xfrm>
            <a:custGeom>
              <a:rect b="b" l="l" r="r" t="t"/>
              <a:pathLst>
                <a:path extrusionOk="0" h="76866" w="16402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53"/>
            <p:cNvSpPr/>
            <p:nvPr/>
          </p:nvSpPr>
          <p:spPr>
            <a:xfrm>
              <a:off x="4481607" y="3698938"/>
              <a:ext cx="163925" cy="76866"/>
            </a:xfrm>
            <a:custGeom>
              <a:rect b="b" l="l" r="r" t="t"/>
              <a:pathLst>
                <a:path extrusionOk="0" h="76866" w="163925">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71" name="Google Shape;4971;p53"/>
          <p:cNvSpPr/>
          <p:nvPr/>
        </p:nvSpPr>
        <p:spPr>
          <a:xfrm>
            <a:off x="3334190" y="2903819"/>
            <a:ext cx="294628" cy="211597"/>
          </a:xfrm>
          <a:custGeom>
            <a:rect b="b" l="l" r="r" t="t"/>
            <a:pathLst>
              <a:path extrusionOk="0" h="419004" w="583421">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53"/>
          <p:cNvSpPr/>
          <p:nvPr/>
        </p:nvSpPr>
        <p:spPr>
          <a:xfrm>
            <a:off x="3781151" y="2869503"/>
            <a:ext cx="275118" cy="280229"/>
          </a:xfrm>
          <a:custGeom>
            <a:rect b="b" l="l" r="r" t="t"/>
            <a:pathLst>
              <a:path extrusionOk="0" h="424590" w="416846">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3" name="Google Shape;4973;p53"/>
          <p:cNvSpPr/>
          <p:nvPr/>
        </p:nvSpPr>
        <p:spPr>
          <a:xfrm>
            <a:off x="3564761" y="3927092"/>
            <a:ext cx="9148" cy="15283"/>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74" name="Google Shape;4974;p53"/>
          <p:cNvGrpSpPr/>
          <p:nvPr/>
        </p:nvGrpSpPr>
        <p:grpSpPr>
          <a:xfrm>
            <a:off x="4643949" y="2885361"/>
            <a:ext cx="294618" cy="248513"/>
            <a:chOff x="6135242" y="3623482"/>
            <a:chExt cx="551307" cy="465032"/>
          </a:xfrm>
        </p:grpSpPr>
        <p:sp>
          <p:nvSpPr>
            <p:cNvPr id="4975" name="Google Shape;4975;p53"/>
            <p:cNvSpPr/>
            <p:nvPr/>
          </p:nvSpPr>
          <p:spPr>
            <a:xfrm>
              <a:off x="6240398"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6" name="Google Shape;4976;p53"/>
            <p:cNvSpPr/>
            <p:nvPr/>
          </p:nvSpPr>
          <p:spPr>
            <a:xfrm>
              <a:off x="6393370"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7" name="Google Shape;4977;p53"/>
            <p:cNvSpPr/>
            <p:nvPr/>
          </p:nvSpPr>
          <p:spPr>
            <a:xfrm>
              <a:off x="6342411"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8" name="Google Shape;4978;p53"/>
            <p:cNvSpPr/>
            <p:nvPr/>
          </p:nvSpPr>
          <p:spPr>
            <a:xfrm>
              <a:off x="6291357"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9" name="Google Shape;4979;p53"/>
            <p:cNvSpPr/>
            <p:nvPr/>
          </p:nvSpPr>
          <p:spPr>
            <a:xfrm>
              <a:off x="6240398"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0" name="Google Shape;4980;p53"/>
            <p:cNvSpPr/>
            <p:nvPr/>
          </p:nvSpPr>
          <p:spPr>
            <a:xfrm>
              <a:off x="6342411"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1" name="Google Shape;4981;p53"/>
            <p:cNvSpPr/>
            <p:nvPr/>
          </p:nvSpPr>
          <p:spPr>
            <a:xfrm>
              <a:off x="6291357"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2" name="Google Shape;4982;p53"/>
            <p:cNvSpPr/>
            <p:nvPr/>
          </p:nvSpPr>
          <p:spPr>
            <a:xfrm>
              <a:off x="6214014"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3" name="Google Shape;4983;p53"/>
            <p:cNvSpPr/>
            <p:nvPr/>
          </p:nvSpPr>
          <p:spPr>
            <a:xfrm>
              <a:off x="6366985"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4" name="Google Shape;4984;p53"/>
            <p:cNvSpPr/>
            <p:nvPr/>
          </p:nvSpPr>
          <p:spPr>
            <a:xfrm>
              <a:off x="6316027"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5" name="Google Shape;4985;p53"/>
            <p:cNvSpPr/>
            <p:nvPr/>
          </p:nvSpPr>
          <p:spPr>
            <a:xfrm>
              <a:off x="6264972"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6" name="Google Shape;4986;p53"/>
            <p:cNvSpPr/>
            <p:nvPr/>
          </p:nvSpPr>
          <p:spPr>
            <a:xfrm>
              <a:off x="6316027"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7" name="Google Shape;4987;p53"/>
            <p:cNvSpPr/>
            <p:nvPr/>
          </p:nvSpPr>
          <p:spPr>
            <a:xfrm>
              <a:off x="6264972"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8" name="Google Shape;4988;p53"/>
            <p:cNvSpPr/>
            <p:nvPr/>
          </p:nvSpPr>
          <p:spPr>
            <a:xfrm>
              <a:off x="6135242" y="3623482"/>
              <a:ext cx="551307" cy="465032"/>
            </a:xfrm>
            <a:custGeom>
              <a:rect b="b" l="l" r="r" t="t"/>
              <a:pathLst>
                <a:path extrusionOk="0" h="465032" w="551307">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9" name="Google Shape;4989;p53"/>
            <p:cNvSpPr/>
            <p:nvPr/>
          </p:nvSpPr>
          <p:spPr>
            <a:xfrm>
              <a:off x="6558176" y="3967472"/>
              <a:ext cx="23860" cy="23860"/>
            </a:xfrm>
            <a:custGeom>
              <a:rect b="b" l="l" r="r" t="t"/>
              <a:pathLst>
                <a:path extrusionOk="0" h="23860" w="2386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0" name="Google Shape;4990;p53"/>
            <p:cNvSpPr/>
            <p:nvPr/>
          </p:nvSpPr>
          <p:spPr>
            <a:xfrm>
              <a:off x="6522076" y="39314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1" name="Google Shape;4991;p53"/>
            <p:cNvSpPr/>
            <p:nvPr/>
          </p:nvSpPr>
          <p:spPr>
            <a:xfrm>
              <a:off x="6486072" y="38953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2" name="Google Shape;4992;p53"/>
            <p:cNvSpPr/>
            <p:nvPr/>
          </p:nvSpPr>
          <p:spPr>
            <a:xfrm>
              <a:off x="6457782" y="3995761"/>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3" name="Google Shape;4993;p53"/>
            <p:cNvSpPr/>
            <p:nvPr/>
          </p:nvSpPr>
          <p:spPr>
            <a:xfrm>
              <a:off x="6421682" y="3959661"/>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4" name="Google Shape;4994;p53"/>
            <p:cNvSpPr/>
            <p:nvPr/>
          </p:nvSpPr>
          <p:spPr>
            <a:xfrm>
              <a:off x="6508265" y="3980045"/>
              <a:ext cx="23860" cy="23860"/>
            </a:xfrm>
            <a:custGeom>
              <a:rect b="b" l="l" r="r" t="t"/>
              <a:pathLst>
                <a:path extrusionOk="0" h="23860" w="2386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5" name="Google Shape;4995;p53"/>
            <p:cNvSpPr/>
            <p:nvPr/>
          </p:nvSpPr>
          <p:spPr>
            <a:xfrm>
              <a:off x="6472165" y="3944040"/>
              <a:ext cx="23860" cy="23860"/>
            </a:xfrm>
            <a:custGeom>
              <a:rect b="b" l="l" r="r" t="t"/>
              <a:pathLst>
                <a:path extrusionOk="0" h="23860" w="2386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6" name="Google Shape;4996;p53"/>
            <p:cNvSpPr/>
            <p:nvPr/>
          </p:nvSpPr>
          <p:spPr>
            <a:xfrm>
              <a:off x="6406823" y="4009382"/>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97" name="Google Shape;4997;p53"/>
          <p:cNvGrpSpPr/>
          <p:nvPr/>
        </p:nvGrpSpPr>
        <p:grpSpPr>
          <a:xfrm>
            <a:off x="1590783" y="2901856"/>
            <a:ext cx="286274" cy="215523"/>
            <a:chOff x="3657504" y="1595437"/>
            <a:chExt cx="4876896" cy="3671600"/>
          </a:xfrm>
        </p:grpSpPr>
        <p:sp>
          <p:nvSpPr>
            <p:cNvPr id="4998" name="Google Shape;4998;p53"/>
            <p:cNvSpPr/>
            <p:nvPr/>
          </p:nvSpPr>
          <p:spPr>
            <a:xfrm>
              <a:off x="6024657" y="1595437"/>
              <a:ext cx="142684" cy="760190"/>
            </a:xfrm>
            <a:custGeom>
              <a:rect b="b" l="l" r="r" t="t"/>
              <a:pathLst>
                <a:path extrusionOk="0" h="760190" w="142684">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9" name="Google Shape;4999;p53"/>
            <p:cNvSpPr/>
            <p:nvPr/>
          </p:nvSpPr>
          <p:spPr>
            <a:xfrm>
              <a:off x="4662538" y="2091169"/>
              <a:ext cx="539584" cy="615720"/>
            </a:xfrm>
            <a:custGeom>
              <a:rect b="b" l="l" r="r" t="t"/>
              <a:pathLst>
                <a:path extrusionOk="0" h="615720" w="539584">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0" name="Google Shape;5000;p53"/>
            <p:cNvSpPr/>
            <p:nvPr/>
          </p:nvSpPr>
          <p:spPr>
            <a:xfrm>
              <a:off x="3937772" y="3346365"/>
              <a:ext cx="750865" cy="249988"/>
            </a:xfrm>
            <a:custGeom>
              <a:rect b="b" l="l" r="r" t="t"/>
              <a:pathLst>
                <a:path extrusionOk="0" h="249988" w="750865">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1" name="Google Shape;5001;p53"/>
            <p:cNvSpPr/>
            <p:nvPr/>
          </p:nvSpPr>
          <p:spPr>
            <a:xfrm>
              <a:off x="7503388" y="3346487"/>
              <a:ext cx="750810" cy="249961"/>
            </a:xfrm>
            <a:custGeom>
              <a:rect b="b" l="l" r="r" t="t"/>
              <a:pathLst>
                <a:path extrusionOk="0" h="249961" w="75081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2" name="Google Shape;5002;p53"/>
            <p:cNvSpPr/>
            <p:nvPr/>
          </p:nvSpPr>
          <p:spPr>
            <a:xfrm>
              <a:off x="6989781" y="2091073"/>
              <a:ext cx="539584" cy="615740"/>
            </a:xfrm>
            <a:custGeom>
              <a:rect b="b" l="l" r="r" t="t"/>
              <a:pathLst>
                <a:path extrusionOk="0" h="615740" w="539584">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3" name="Google Shape;5003;p53"/>
            <p:cNvSpPr/>
            <p:nvPr/>
          </p:nvSpPr>
          <p:spPr>
            <a:xfrm>
              <a:off x="5426757" y="2071861"/>
              <a:ext cx="227013" cy="374083"/>
            </a:xfrm>
            <a:custGeom>
              <a:rect b="b" l="l" r="r" t="t"/>
              <a:pathLst>
                <a:path extrusionOk="0" h="374083" w="227013">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4" name="Google Shape;5004;p53"/>
            <p:cNvSpPr/>
            <p:nvPr/>
          </p:nvSpPr>
          <p:spPr>
            <a:xfrm>
              <a:off x="4510893" y="2840494"/>
              <a:ext cx="356050" cy="265236"/>
            </a:xfrm>
            <a:custGeom>
              <a:rect b="b" l="l" r="r" t="t"/>
              <a:pathLst>
                <a:path extrusionOk="0" h="265236" w="35605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5" name="Google Shape;5005;p53"/>
            <p:cNvSpPr/>
            <p:nvPr/>
          </p:nvSpPr>
          <p:spPr>
            <a:xfrm>
              <a:off x="7324959" y="2840589"/>
              <a:ext cx="356050" cy="265798"/>
            </a:xfrm>
            <a:custGeom>
              <a:rect b="b" l="l" r="r" t="t"/>
              <a:pathLst>
                <a:path extrusionOk="0" h="265798" w="35605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6" name="Google Shape;5006;p53"/>
            <p:cNvSpPr/>
            <p:nvPr/>
          </p:nvSpPr>
          <p:spPr>
            <a:xfrm>
              <a:off x="6538096" y="2071861"/>
              <a:ext cx="227089" cy="374253"/>
            </a:xfrm>
            <a:custGeom>
              <a:rect b="b" l="l" r="r" t="t"/>
              <a:pathLst>
                <a:path extrusionOk="0" h="374253" w="227089">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7" name="Google Shape;5007;p53"/>
            <p:cNvSpPr/>
            <p:nvPr/>
          </p:nvSpPr>
          <p:spPr>
            <a:xfrm>
              <a:off x="3657600" y="2607087"/>
              <a:ext cx="4876800" cy="1441132"/>
            </a:xfrm>
            <a:custGeom>
              <a:rect b="b" l="l" r="r" t="t"/>
              <a:pathLst>
                <a:path extrusionOk="0" h="1441132" w="487680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8" name="Google Shape;5008;p53"/>
            <p:cNvSpPr/>
            <p:nvPr/>
          </p:nvSpPr>
          <p:spPr>
            <a:xfrm>
              <a:off x="3657504" y="4532756"/>
              <a:ext cx="4876799" cy="313943"/>
            </a:xfrm>
            <a:custGeom>
              <a:rect b="b" l="l" r="r" t="t"/>
              <a:pathLst>
                <a:path extrusionOk="0" h="313943" w="4876799">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9" name="Google Shape;5009;p53"/>
            <p:cNvSpPr/>
            <p:nvPr/>
          </p:nvSpPr>
          <p:spPr>
            <a:xfrm>
              <a:off x="3657600" y="4151756"/>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0" name="Google Shape;5010;p53"/>
            <p:cNvSpPr/>
            <p:nvPr/>
          </p:nvSpPr>
          <p:spPr>
            <a:xfrm>
              <a:off x="3657600" y="4953094"/>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4" name="Shape 5014"/>
        <p:cNvGrpSpPr/>
        <p:nvPr/>
      </p:nvGrpSpPr>
      <p:grpSpPr>
        <a:xfrm>
          <a:off x="0" y="0"/>
          <a:ext cx="0" cy="0"/>
          <a:chOff x="0" y="0"/>
          <a:chExt cx="0" cy="0"/>
        </a:xfrm>
      </p:grpSpPr>
      <p:sp>
        <p:nvSpPr>
          <p:cNvPr id="5015" name="Google Shape;5015;p54"/>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5016" name="Google Shape;5016;p54"/>
          <p:cNvSpPr/>
          <p:nvPr/>
        </p:nvSpPr>
        <p:spPr>
          <a:xfrm>
            <a:off x="6830569" y="2861167"/>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7" name="Google Shape;5017;p54"/>
          <p:cNvGrpSpPr/>
          <p:nvPr/>
        </p:nvGrpSpPr>
        <p:grpSpPr>
          <a:xfrm>
            <a:off x="7264578" y="2860695"/>
            <a:ext cx="288091" cy="292613"/>
            <a:chOff x="3303268" y="3817349"/>
            <a:chExt cx="346056" cy="345674"/>
          </a:xfrm>
        </p:grpSpPr>
        <p:sp>
          <p:nvSpPr>
            <p:cNvPr id="5018" name="Google Shape;5018;p5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54"/>
          <p:cNvGrpSpPr/>
          <p:nvPr/>
        </p:nvGrpSpPr>
        <p:grpSpPr>
          <a:xfrm>
            <a:off x="7706952" y="2860695"/>
            <a:ext cx="292625" cy="292613"/>
            <a:chOff x="3752358" y="3817349"/>
            <a:chExt cx="346056" cy="345674"/>
          </a:xfrm>
        </p:grpSpPr>
        <p:sp>
          <p:nvSpPr>
            <p:cNvPr id="5023" name="Google Shape;5023;p5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54"/>
          <p:cNvGrpSpPr/>
          <p:nvPr/>
        </p:nvGrpSpPr>
        <p:grpSpPr>
          <a:xfrm>
            <a:off x="1146973" y="3308818"/>
            <a:ext cx="290210" cy="289951"/>
            <a:chOff x="5100008" y="3817349"/>
            <a:chExt cx="346024" cy="345674"/>
          </a:xfrm>
        </p:grpSpPr>
        <p:sp>
          <p:nvSpPr>
            <p:cNvPr id="5028" name="Google Shape;5028;p5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54"/>
          <p:cNvGrpSpPr/>
          <p:nvPr/>
        </p:nvGrpSpPr>
        <p:grpSpPr>
          <a:xfrm>
            <a:off x="2021604" y="3307487"/>
            <a:ext cx="292613" cy="292613"/>
            <a:chOff x="5998919" y="3817349"/>
            <a:chExt cx="345674" cy="345674"/>
          </a:xfrm>
        </p:grpSpPr>
        <p:sp>
          <p:nvSpPr>
            <p:cNvPr id="5032" name="Google Shape;5032;p5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54"/>
          <p:cNvGrpSpPr/>
          <p:nvPr/>
        </p:nvGrpSpPr>
        <p:grpSpPr>
          <a:xfrm>
            <a:off x="707757" y="3308835"/>
            <a:ext cx="290210" cy="289917"/>
            <a:chOff x="4650919" y="3817349"/>
            <a:chExt cx="346024" cy="345674"/>
          </a:xfrm>
        </p:grpSpPr>
        <p:sp>
          <p:nvSpPr>
            <p:cNvPr id="5036" name="Google Shape;5036;p5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54"/>
          <p:cNvGrpSpPr/>
          <p:nvPr/>
        </p:nvGrpSpPr>
        <p:grpSpPr>
          <a:xfrm>
            <a:off x="1587371" y="3307487"/>
            <a:ext cx="292620" cy="292613"/>
            <a:chOff x="5549861" y="3817349"/>
            <a:chExt cx="345642" cy="345674"/>
          </a:xfrm>
        </p:grpSpPr>
        <p:sp>
          <p:nvSpPr>
            <p:cNvPr id="5040" name="Google Shape;5040;p5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54"/>
          <p:cNvGrpSpPr/>
          <p:nvPr/>
        </p:nvGrpSpPr>
        <p:grpSpPr>
          <a:xfrm>
            <a:off x="5079755" y="1998883"/>
            <a:ext cx="294903" cy="275962"/>
            <a:chOff x="2766264" y="3394042"/>
            <a:chExt cx="294873" cy="275934"/>
          </a:xfrm>
        </p:grpSpPr>
        <p:sp>
          <p:nvSpPr>
            <p:cNvPr id="5044" name="Google Shape;5044;p5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54"/>
          <p:cNvGrpSpPr/>
          <p:nvPr/>
        </p:nvGrpSpPr>
        <p:grpSpPr>
          <a:xfrm>
            <a:off x="4215651" y="2043361"/>
            <a:ext cx="280913" cy="187008"/>
            <a:chOff x="4629306" y="3409193"/>
            <a:chExt cx="367255" cy="244486"/>
          </a:xfrm>
        </p:grpSpPr>
        <p:sp>
          <p:nvSpPr>
            <p:cNvPr id="5049" name="Google Shape;5049;p5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54"/>
          <p:cNvGrpSpPr/>
          <p:nvPr/>
        </p:nvGrpSpPr>
        <p:grpSpPr>
          <a:xfrm>
            <a:off x="4644456" y="3306299"/>
            <a:ext cx="294987" cy="294987"/>
            <a:chOff x="7957483" y="3350848"/>
            <a:chExt cx="357387" cy="357387"/>
          </a:xfrm>
        </p:grpSpPr>
        <p:sp>
          <p:nvSpPr>
            <p:cNvPr id="5060" name="Google Shape;5060;p5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54"/>
          <p:cNvGrpSpPr/>
          <p:nvPr/>
        </p:nvGrpSpPr>
        <p:grpSpPr>
          <a:xfrm>
            <a:off x="3780618" y="3309402"/>
            <a:ext cx="289091" cy="288782"/>
            <a:chOff x="7007771" y="3351230"/>
            <a:chExt cx="357387" cy="357005"/>
          </a:xfrm>
        </p:grpSpPr>
        <p:sp>
          <p:nvSpPr>
            <p:cNvPr id="5064" name="Google Shape;5064;p5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54"/>
          <p:cNvGrpSpPr/>
          <p:nvPr/>
        </p:nvGrpSpPr>
        <p:grpSpPr>
          <a:xfrm>
            <a:off x="2464942" y="3307492"/>
            <a:ext cx="292602" cy="292602"/>
            <a:chOff x="5108729" y="3351230"/>
            <a:chExt cx="357005" cy="357005"/>
          </a:xfrm>
        </p:grpSpPr>
        <p:sp>
          <p:nvSpPr>
            <p:cNvPr id="5070" name="Google Shape;5070;p5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4"/>
          <p:cNvGrpSpPr/>
          <p:nvPr/>
        </p:nvGrpSpPr>
        <p:grpSpPr>
          <a:xfrm>
            <a:off x="2891797" y="3307492"/>
            <a:ext cx="292619" cy="292602"/>
            <a:chOff x="5583569" y="3351230"/>
            <a:chExt cx="357419" cy="357005"/>
          </a:xfrm>
        </p:grpSpPr>
        <p:sp>
          <p:nvSpPr>
            <p:cNvPr id="5073" name="Google Shape;5073;p5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54"/>
          <p:cNvGrpSpPr/>
          <p:nvPr/>
        </p:nvGrpSpPr>
        <p:grpSpPr>
          <a:xfrm>
            <a:off x="4210995" y="3308831"/>
            <a:ext cx="290224" cy="289924"/>
            <a:chOff x="7482229" y="3351230"/>
            <a:chExt cx="357419" cy="357005"/>
          </a:xfrm>
        </p:grpSpPr>
        <p:sp>
          <p:nvSpPr>
            <p:cNvPr id="5076" name="Google Shape;5076;p5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1" name="Google Shape;5081;p54"/>
          <p:cNvSpPr/>
          <p:nvPr/>
        </p:nvSpPr>
        <p:spPr>
          <a:xfrm>
            <a:off x="2023971" y="2863523"/>
            <a:ext cx="287879" cy="286957"/>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2" name="Google Shape;5082;p54"/>
          <p:cNvGrpSpPr/>
          <p:nvPr/>
        </p:nvGrpSpPr>
        <p:grpSpPr>
          <a:xfrm>
            <a:off x="4672367" y="2433634"/>
            <a:ext cx="239166" cy="289587"/>
            <a:chOff x="1836637" y="2891510"/>
            <a:chExt cx="286152" cy="346438"/>
          </a:xfrm>
        </p:grpSpPr>
        <p:sp>
          <p:nvSpPr>
            <p:cNvPr id="5083" name="Google Shape;5083;p5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4"/>
          <p:cNvGrpSpPr/>
          <p:nvPr/>
        </p:nvGrpSpPr>
        <p:grpSpPr>
          <a:xfrm>
            <a:off x="5528069" y="2880434"/>
            <a:ext cx="284088" cy="253135"/>
            <a:chOff x="1327676" y="2910480"/>
            <a:chExt cx="347934" cy="310024"/>
          </a:xfrm>
        </p:grpSpPr>
        <p:sp>
          <p:nvSpPr>
            <p:cNvPr id="5087" name="Google Shape;5087;p5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54"/>
          <p:cNvGrpSpPr/>
          <p:nvPr/>
        </p:nvGrpSpPr>
        <p:grpSpPr>
          <a:xfrm>
            <a:off x="2031508" y="2450145"/>
            <a:ext cx="272806" cy="256566"/>
            <a:chOff x="849016" y="2903255"/>
            <a:chExt cx="356655" cy="335425"/>
          </a:xfrm>
        </p:grpSpPr>
        <p:sp>
          <p:nvSpPr>
            <p:cNvPr id="5093" name="Google Shape;5093;p5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54"/>
          <p:cNvGrpSpPr/>
          <p:nvPr/>
        </p:nvGrpSpPr>
        <p:grpSpPr>
          <a:xfrm>
            <a:off x="5966092" y="2869375"/>
            <a:ext cx="276876" cy="275253"/>
            <a:chOff x="4667216" y="2915382"/>
            <a:chExt cx="320273" cy="318395"/>
          </a:xfrm>
        </p:grpSpPr>
        <p:sp>
          <p:nvSpPr>
            <p:cNvPr id="5105" name="Google Shape;5105;p5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54"/>
          <p:cNvGrpSpPr/>
          <p:nvPr/>
        </p:nvGrpSpPr>
        <p:grpSpPr>
          <a:xfrm>
            <a:off x="1156543" y="2861831"/>
            <a:ext cx="271070" cy="290341"/>
            <a:chOff x="5170480" y="2934639"/>
            <a:chExt cx="261929" cy="280550"/>
          </a:xfrm>
        </p:grpSpPr>
        <p:sp>
          <p:nvSpPr>
            <p:cNvPr id="5110" name="Google Shape;5110;p5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54"/>
          <p:cNvGrpSpPr/>
          <p:nvPr/>
        </p:nvGrpSpPr>
        <p:grpSpPr>
          <a:xfrm>
            <a:off x="3328350" y="2889014"/>
            <a:ext cx="294974" cy="235974"/>
            <a:chOff x="7500054" y="2934735"/>
            <a:chExt cx="350576" cy="280454"/>
          </a:xfrm>
        </p:grpSpPr>
        <p:sp>
          <p:nvSpPr>
            <p:cNvPr id="5118" name="Google Shape;5118;p5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54"/>
          <p:cNvGrpSpPr/>
          <p:nvPr/>
        </p:nvGrpSpPr>
        <p:grpSpPr>
          <a:xfrm>
            <a:off x="3790933" y="2863309"/>
            <a:ext cx="268460" cy="287384"/>
            <a:chOff x="7055134" y="2919170"/>
            <a:chExt cx="290321" cy="310820"/>
          </a:xfrm>
        </p:grpSpPr>
        <p:sp>
          <p:nvSpPr>
            <p:cNvPr id="5127" name="Google Shape;5127;p5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54"/>
          <p:cNvGrpSpPr/>
          <p:nvPr/>
        </p:nvGrpSpPr>
        <p:grpSpPr>
          <a:xfrm>
            <a:off x="2023383" y="2001578"/>
            <a:ext cx="289056" cy="270572"/>
            <a:chOff x="6577238" y="2457221"/>
            <a:chExt cx="332019" cy="310788"/>
          </a:xfrm>
        </p:grpSpPr>
        <p:sp>
          <p:nvSpPr>
            <p:cNvPr id="5142" name="Google Shape;5142;p5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54"/>
          <p:cNvGrpSpPr/>
          <p:nvPr/>
        </p:nvGrpSpPr>
        <p:grpSpPr>
          <a:xfrm>
            <a:off x="2466723" y="2483728"/>
            <a:ext cx="289040" cy="189400"/>
            <a:chOff x="3207778" y="2474632"/>
            <a:chExt cx="419933" cy="275170"/>
          </a:xfrm>
        </p:grpSpPr>
        <p:sp>
          <p:nvSpPr>
            <p:cNvPr id="5149" name="Google Shape;5149;p5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54"/>
          <p:cNvGrpSpPr/>
          <p:nvPr/>
        </p:nvGrpSpPr>
        <p:grpSpPr>
          <a:xfrm>
            <a:off x="2894692" y="2003395"/>
            <a:ext cx="286829" cy="266939"/>
            <a:chOff x="6099375" y="2456075"/>
            <a:chExt cx="337684" cy="314194"/>
          </a:xfrm>
        </p:grpSpPr>
        <p:sp>
          <p:nvSpPr>
            <p:cNvPr id="5164" name="Google Shape;5164;p5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6" name="Google Shape;5166;p54"/>
          <p:cNvGrpSpPr/>
          <p:nvPr/>
        </p:nvGrpSpPr>
        <p:grpSpPr>
          <a:xfrm>
            <a:off x="1172487" y="2468843"/>
            <a:ext cx="239183" cy="219170"/>
            <a:chOff x="2312623" y="2468584"/>
            <a:chExt cx="312698" cy="286534"/>
          </a:xfrm>
        </p:grpSpPr>
        <p:sp>
          <p:nvSpPr>
            <p:cNvPr id="5167" name="Google Shape;5167;p5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54"/>
          <p:cNvGrpSpPr/>
          <p:nvPr/>
        </p:nvGrpSpPr>
        <p:grpSpPr>
          <a:xfrm>
            <a:off x="3777706" y="2432113"/>
            <a:ext cx="294914" cy="292630"/>
            <a:chOff x="5618805" y="2440924"/>
            <a:chExt cx="345292" cy="342618"/>
          </a:xfrm>
        </p:grpSpPr>
        <p:sp>
          <p:nvSpPr>
            <p:cNvPr id="5171" name="Google Shape;5171;p5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54"/>
          <p:cNvGrpSpPr/>
          <p:nvPr/>
        </p:nvGrpSpPr>
        <p:grpSpPr>
          <a:xfrm>
            <a:off x="6391114" y="2010176"/>
            <a:ext cx="289045" cy="253377"/>
            <a:chOff x="4653179" y="2446590"/>
            <a:chExt cx="377886" cy="331255"/>
          </a:xfrm>
        </p:grpSpPr>
        <p:sp>
          <p:nvSpPr>
            <p:cNvPr id="5177" name="Google Shape;5177;p5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54"/>
          <p:cNvGrpSpPr/>
          <p:nvPr/>
        </p:nvGrpSpPr>
        <p:grpSpPr>
          <a:xfrm>
            <a:off x="6417053" y="2863441"/>
            <a:ext cx="237165" cy="287120"/>
            <a:chOff x="5184517" y="2459481"/>
            <a:chExt cx="252062" cy="305122"/>
          </a:xfrm>
        </p:grpSpPr>
        <p:sp>
          <p:nvSpPr>
            <p:cNvPr id="5182" name="Google Shape;5182;p5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54"/>
          <p:cNvGrpSpPr/>
          <p:nvPr/>
        </p:nvGrpSpPr>
        <p:grpSpPr>
          <a:xfrm>
            <a:off x="8160502" y="1992025"/>
            <a:ext cx="244984" cy="289678"/>
            <a:chOff x="8065100" y="2000174"/>
            <a:chExt cx="255086" cy="301685"/>
          </a:xfrm>
        </p:grpSpPr>
        <p:sp>
          <p:nvSpPr>
            <p:cNvPr id="5189" name="Google Shape;5189;p5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54"/>
          <p:cNvGrpSpPr/>
          <p:nvPr/>
        </p:nvGrpSpPr>
        <p:grpSpPr>
          <a:xfrm>
            <a:off x="6443509" y="2430715"/>
            <a:ext cx="184253" cy="295426"/>
            <a:chOff x="5211031" y="1969108"/>
            <a:chExt cx="226661" cy="363467"/>
          </a:xfrm>
        </p:grpSpPr>
        <p:sp>
          <p:nvSpPr>
            <p:cNvPr id="5194" name="Google Shape;5194;p5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4"/>
          <p:cNvGrpSpPr/>
          <p:nvPr/>
        </p:nvGrpSpPr>
        <p:grpSpPr>
          <a:xfrm>
            <a:off x="5528061" y="1997473"/>
            <a:ext cx="284105" cy="278782"/>
            <a:chOff x="1329585" y="1989925"/>
            <a:chExt cx="341472" cy="335074"/>
          </a:xfrm>
        </p:grpSpPr>
        <p:sp>
          <p:nvSpPr>
            <p:cNvPr id="5197" name="Google Shape;5197;p5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54"/>
          <p:cNvGrpSpPr/>
          <p:nvPr/>
        </p:nvGrpSpPr>
        <p:grpSpPr>
          <a:xfrm>
            <a:off x="2890630" y="2891769"/>
            <a:ext cx="294954" cy="230465"/>
            <a:chOff x="5626763" y="2013829"/>
            <a:chExt cx="351722" cy="274788"/>
          </a:xfrm>
        </p:grpSpPr>
        <p:sp>
          <p:nvSpPr>
            <p:cNvPr id="5201" name="Google Shape;5201;p5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54"/>
          <p:cNvGrpSpPr/>
          <p:nvPr/>
        </p:nvGrpSpPr>
        <p:grpSpPr>
          <a:xfrm>
            <a:off x="7264592" y="2014852"/>
            <a:ext cx="288064" cy="244024"/>
            <a:chOff x="2770052" y="2009628"/>
            <a:chExt cx="327085" cy="277080"/>
          </a:xfrm>
        </p:grpSpPr>
        <p:sp>
          <p:nvSpPr>
            <p:cNvPr id="5212" name="Google Shape;5212;p5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4" name="Google Shape;5214;p54"/>
          <p:cNvSpPr/>
          <p:nvPr/>
        </p:nvSpPr>
        <p:spPr>
          <a:xfrm>
            <a:off x="4214064" y="2877092"/>
            <a:ext cx="284086" cy="259819"/>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5" name="Google Shape;5215;p54"/>
          <p:cNvGrpSpPr/>
          <p:nvPr/>
        </p:nvGrpSpPr>
        <p:grpSpPr>
          <a:xfrm>
            <a:off x="712415" y="2866723"/>
            <a:ext cx="280894" cy="280556"/>
            <a:chOff x="4674791" y="1977447"/>
            <a:chExt cx="344528" cy="344114"/>
          </a:xfrm>
        </p:grpSpPr>
        <p:sp>
          <p:nvSpPr>
            <p:cNvPr id="5216" name="Google Shape;5216;p5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54"/>
          <p:cNvGrpSpPr/>
          <p:nvPr/>
        </p:nvGrpSpPr>
        <p:grpSpPr>
          <a:xfrm>
            <a:off x="7706867" y="2011186"/>
            <a:ext cx="292794" cy="251356"/>
            <a:chOff x="6558300" y="1538193"/>
            <a:chExt cx="382788" cy="328613"/>
          </a:xfrm>
        </p:grpSpPr>
        <p:sp>
          <p:nvSpPr>
            <p:cNvPr id="5243" name="Google Shape;5243;p5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54"/>
          <p:cNvGrpSpPr/>
          <p:nvPr/>
        </p:nvGrpSpPr>
        <p:grpSpPr>
          <a:xfrm>
            <a:off x="3819339" y="1989423"/>
            <a:ext cx="211649" cy="294883"/>
            <a:chOff x="1394741" y="1512061"/>
            <a:chExt cx="252444" cy="351722"/>
          </a:xfrm>
        </p:grpSpPr>
        <p:sp>
          <p:nvSpPr>
            <p:cNvPr id="5246" name="Google Shape;5246;p5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54"/>
          <p:cNvGrpSpPr/>
          <p:nvPr/>
        </p:nvGrpSpPr>
        <p:grpSpPr>
          <a:xfrm>
            <a:off x="711668" y="2437235"/>
            <a:ext cx="282387" cy="282387"/>
            <a:chOff x="1819576" y="1511679"/>
            <a:chExt cx="352103" cy="352103"/>
          </a:xfrm>
        </p:grpSpPr>
        <p:sp>
          <p:nvSpPr>
            <p:cNvPr id="5264" name="Google Shape;5264;p5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54"/>
          <p:cNvGrpSpPr/>
          <p:nvPr/>
        </p:nvGrpSpPr>
        <p:grpSpPr>
          <a:xfrm>
            <a:off x="710811" y="2000924"/>
            <a:ext cx="284102" cy="271880"/>
            <a:chOff x="5621097" y="1500761"/>
            <a:chExt cx="371424" cy="355446"/>
          </a:xfrm>
        </p:grpSpPr>
        <p:sp>
          <p:nvSpPr>
            <p:cNvPr id="5269" name="Google Shape;5269;p5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54"/>
          <p:cNvGrpSpPr/>
          <p:nvPr/>
        </p:nvGrpSpPr>
        <p:grpSpPr>
          <a:xfrm>
            <a:off x="5522663" y="2446476"/>
            <a:ext cx="294901" cy="263903"/>
            <a:chOff x="4670239" y="1541599"/>
            <a:chExt cx="359679" cy="321833"/>
          </a:xfrm>
        </p:grpSpPr>
        <p:sp>
          <p:nvSpPr>
            <p:cNvPr id="5272" name="Google Shape;5272;p5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54"/>
          <p:cNvGrpSpPr/>
          <p:nvPr/>
        </p:nvGrpSpPr>
        <p:grpSpPr>
          <a:xfrm>
            <a:off x="7714828" y="2457972"/>
            <a:ext cx="276871" cy="240911"/>
            <a:chOff x="3716358" y="1544655"/>
            <a:chExt cx="361971" cy="314958"/>
          </a:xfrm>
        </p:grpSpPr>
        <p:sp>
          <p:nvSpPr>
            <p:cNvPr id="5278" name="Google Shape;5278;p5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3" name="Google Shape;5283;p54"/>
            <p:cNvGrpSpPr/>
            <p:nvPr/>
          </p:nvGrpSpPr>
          <p:grpSpPr>
            <a:xfrm>
              <a:off x="3716358" y="1544655"/>
              <a:ext cx="361971" cy="314958"/>
              <a:chOff x="3716358" y="1544655"/>
              <a:chExt cx="361971" cy="314958"/>
            </a:xfrm>
          </p:grpSpPr>
          <p:sp>
            <p:nvSpPr>
              <p:cNvPr id="5284" name="Google Shape;5284;p5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9" name="Google Shape;5289;p54"/>
          <p:cNvGrpSpPr/>
          <p:nvPr/>
        </p:nvGrpSpPr>
        <p:grpSpPr>
          <a:xfrm>
            <a:off x="6829840" y="2489007"/>
            <a:ext cx="292804" cy="178843"/>
            <a:chOff x="7009655" y="1541994"/>
            <a:chExt cx="521188" cy="318338"/>
          </a:xfrm>
        </p:grpSpPr>
        <p:sp>
          <p:nvSpPr>
            <p:cNvPr id="5290" name="Google Shape;5290;p54"/>
            <p:cNvSpPr/>
            <p:nvPr/>
          </p:nvSpPr>
          <p:spPr>
            <a:xfrm>
              <a:off x="7009655" y="1541994"/>
              <a:ext cx="521188" cy="318338"/>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54"/>
          <p:cNvGrpSpPr/>
          <p:nvPr/>
        </p:nvGrpSpPr>
        <p:grpSpPr>
          <a:xfrm>
            <a:off x="1615098" y="2435682"/>
            <a:ext cx="237167" cy="285492"/>
            <a:chOff x="8034034" y="1518109"/>
            <a:chExt cx="282746" cy="340358"/>
          </a:xfrm>
        </p:grpSpPr>
        <p:sp>
          <p:nvSpPr>
            <p:cNvPr id="5299" name="Google Shape;5299;p5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54"/>
          <p:cNvGrpSpPr/>
          <p:nvPr/>
        </p:nvGrpSpPr>
        <p:grpSpPr>
          <a:xfrm>
            <a:off x="5526068" y="3307487"/>
            <a:ext cx="288091" cy="292613"/>
            <a:chOff x="2238181" y="4120624"/>
            <a:chExt cx="346056" cy="345674"/>
          </a:xfrm>
        </p:grpSpPr>
        <p:grpSp>
          <p:nvGrpSpPr>
            <p:cNvPr id="5304" name="Google Shape;5304;p54"/>
            <p:cNvGrpSpPr/>
            <p:nvPr/>
          </p:nvGrpSpPr>
          <p:grpSpPr>
            <a:xfrm>
              <a:off x="2309155" y="4177413"/>
              <a:ext cx="203862" cy="231903"/>
              <a:chOff x="1512725" y="258500"/>
              <a:chExt cx="4570900" cy="5199625"/>
            </a:xfrm>
          </p:grpSpPr>
          <p:sp>
            <p:nvSpPr>
              <p:cNvPr id="5305" name="Google Shape;5305;p54"/>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7" name="Google Shape;5307;p54"/>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54"/>
          <p:cNvGrpSpPr/>
          <p:nvPr/>
        </p:nvGrpSpPr>
        <p:grpSpPr>
          <a:xfrm>
            <a:off x="1173491" y="1991606"/>
            <a:ext cx="237175" cy="290516"/>
            <a:chOff x="3297649" y="2171604"/>
            <a:chExt cx="481965" cy="590359"/>
          </a:xfrm>
        </p:grpSpPr>
        <p:sp>
          <p:nvSpPr>
            <p:cNvPr id="5309" name="Google Shape;5309;p54"/>
            <p:cNvSpPr/>
            <p:nvPr/>
          </p:nvSpPr>
          <p:spPr>
            <a:xfrm>
              <a:off x="3297649" y="2171604"/>
              <a:ext cx="481965" cy="486060"/>
            </a:xfrm>
            <a:custGeom>
              <a:rect b="b" l="l" r="r" t="t"/>
              <a:pathLst>
                <a:path extrusionOk="0" h="486060" w="481965">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0" name="Google Shape;5310;p54"/>
            <p:cNvSpPr/>
            <p:nvPr/>
          </p:nvSpPr>
          <p:spPr>
            <a:xfrm>
              <a:off x="3406859" y="2502270"/>
              <a:ext cx="192256" cy="259693"/>
            </a:xfrm>
            <a:custGeom>
              <a:rect b="b" l="l" r="r" t="t"/>
              <a:pathLst>
                <a:path extrusionOk="0" h="259693" w="192256">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11" name="Google Shape;5311;p54"/>
          <p:cNvGrpSpPr/>
          <p:nvPr/>
        </p:nvGrpSpPr>
        <p:grpSpPr>
          <a:xfrm>
            <a:off x="2464848" y="2029590"/>
            <a:ext cx="292791" cy="214548"/>
            <a:chOff x="4165758" y="2175700"/>
            <a:chExt cx="800194" cy="586358"/>
          </a:xfrm>
        </p:grpSpPr>
        <p:sp>
          <p:nvSpPr>
            <p:cNvPr id="5312" name="Google Shape;5312;p54"/>
            <p:cNvSpPr/>
            <p:nvPr/>
          </p:nvSpPr>
          <p:spPr>
            <a:xfrm>
              <a:off x="4433124" y="2229135"/>
              <a:ext cx="292417" cy="292417"/>
            </a:xfrm>
            <a:custGeom>
              <a:rect b="b" l="l" r="r" t="t"/>
              <a:pathLst>
                <a:path extrusionOk="0" h="292417" w="292417">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3" name="Google Shape;5313;p54"/>
            <p:cNvSpPr/>
            <p:nvPr/>
          </p:nvSpPr>
          <p:spPr>
            <a:xfrm>
              <a:off x="4379689" y="2175700"/>
              <a:ext cx="586263" cy="586358"/>
            </a:xfrm>
            <a:custGeom>
              <a:rect b="b" l="l" r="r" t="t"/>
              <a:pathLst>
                <a:path extrusionOk="0" h="586358" w="586263">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4" name="Google Shape;5314;p54"/>
            <p:cNvSpPr/>
            <p:nvPr/>
          </p:nvSpPr>
          <p:spPr>
            <a:xfrm>
              <a:off x="4165758" y="2255805"/>
              <a:ext cx="212216" cy="25146"/>
            </a:xfrm>
            <a:custGeom>
              <a:rect b="b" l="l" r="r" t="t"/>
              <a:pathLst>
                <a:path extrusionOk="0" h="25146" w="212216">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5" name="Google Shape;5315;p54"/>
            <p:cNvSpPr/>
            <p:nvPr/>
          </p:nvSpPr>
          <p:spPr>
            <a:xfrm>
              <a:off x="4165758" y="2309336"/>
              <a:ext cx="51911" cy="25146"/>
            </a:xfrm>
            <a:custGeom>
              <a:rect b="b" l="l" r="r" t="t"/>
              <a:pathLst>
                <a:path extrusionOk="0" h="25146"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6" name="Google Shape;5316;p54"/>
            <p:cNvSpPr/>
            <p:nvPr/>
          </p:nvSpPr>
          <p:spPr>
            <a:xfrm>
              <a:off x="4245958" y="2309336"/>
              <a:ext cx="118681" cy="25146"/>
            </a:xfrm>
            <a:custGeom>
              <a:rect b="b" l="l" r="r" t="t"/>
              <a:pathLst>
                <a:path extrusionOk="0" h="25146" w="118681">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7" name="Google Shape;5317;p54"/>
            <p:cNvSpPr/>
            <p:nvPr/>
          </p:nvSpPr>
          <p:spPr>
            <a:xfrm>
              <a:off x="4165758" y="2362771"/>
              <a:ext cx="185547" cy="25146"/>
            </a:xfrm>
            <a:custGeom>
              <a:rect b="b" l="l" r="r" t="t"/>
              <a:pathLst>
                <a:path extrusionOk="0" h="25146" w="185547">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8" name="Google Shape;5318;p54"/>
            <p:cNvSpPr/>
            <p:nvPr/>
          </p:nvSpPr>
          <p:spPr>
            <a:xfrm>
              <a:off x="4165758" y="2416206"/>
              <a:ext cx="105346" cy="25145"/>
            </a:xfrm>
            <a:custGeom>
              <a:rect b="b" l="l" r="r" t="t"/>
              <a:pathLst>
                <a:path extrusionOk="0" h="25145" w="105346">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9" name="Google Shape;5319;p54"/>
            <p:cNvSpPr/>
            <p:nvPr/>
          </p:nvSpPr>
          <p:spPr>
            <a:xfrm>
              <a:off x="4299393" y="2416206"/>
              <a:ext cx="65246" cy="25145"/>
            </a:xfrm>
            <a:custGeom>
              <a:rect b="b" l="l" r="r" t="t"/>
              <a:pathLst>
                <a:path extrusionOk="0" h="25145" w="65246">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0" name="Google Shape;5320;p54"/>
            <p:cNvSpPr/>
            <p:nvPr/>
          </p:nvSpPr>
          <p:spPr>
            <a:xfrm>
              <a:off x="4245863" y="2469642"/>
              <a:ext cx="132111" cy="25145"/>
            </a:xfrm>
            <a:custGeom>
              <a:rect b="b" l="l" r="r" t="t"/>
              <a:pathLst>
                <a:path extrusionOk="0" h="25145" w="132111">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1" name="Google Shape;5321;p54"/>
            <p:cNvSpPr/>
            <p:nvPr/>
          </p:nvSpPr>
          <p:spPr>
            <a:xfrm>
              <a:off x="4165758" y="2469642"/>
              <a:ext cx="51911" cy="25145"/>
            </a:xfrm>
            <a:custGeom>
              <a:rect b="b" l="l" r="r" t="t"/>
              <a:pathLst>
                <a:path extrusionOk="0" h="25145"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2" name="Google Shape;5322;p54"/>
            <p:cNvSpPr/>
            <p:nvPr/>
          </p:nvSpPr>
          <p:spPr>
            <a:xfrm>
              <a:off x="4499690" y="2322657"/>
              <a:ext cx="158714" cy="118600"/>
            </a:xfrm>
            <a:custGeom>
              <a:rect b="b" l="l" r="r" t="t"/>
              <a:pathLst>
                <a:path extrusionOk="0" h="118600" w="158714">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3" name="Google Shape;5323;p54"/>
          <p:cNvGrpSpPr/>
          <p:nvPr/>
        </p:nvGrpSpPr>
        <p:grpSpPr>
          <a:xfrm>
            <a:off x="3330720" y="1991747"/>
            <a:ext cx="290235" cy="290235"/>
            <a:chOff x="5121877" y="2193797"/>
            <a:chExt cx="589788" cy="589788"/>
          </a:xfrm>
        </p:grpSpPr>
        <p:sp>
          <p:nvSpPr>
            <p:cNvPr id="5324" name="Google Shape;5324;p54"/>
            <p:cNvSpPr/>
            <p:nvPr/>
          </p:nvSpPr>
          <p:spPr>
            <a:xfrm>
              <a:off x="5425344" y="2193797"/>
              <a:ext cx="286321" cy="286321"/>
            </a:xfrm>
            <a:custGeom>
              <a:rect b="b" l="l" r="r" t="t"/>
              <a:pathLst>
                <a:path extrusionOk="0" h="286321" w="286321">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5" name="Google Shape;5325;p54"/>
            <p:cNvSpPr/>
            <p:nvPr/>
          </p:nvSpPr>
          <p:spPr>
            <a:xfrm>
              <a:off x="5121877" y="2237041"/>
              <a:ext cx="546544" cy="546544"/>
            </a:xfrm>
            <a:custGeom>
              <a:rect b="b" l="l" r="r" t="t"/>
              <a:pathLst>
                <a:path extrusionOk="0" h="546544" w="546544">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26" name="Google Shape;5326;p54"/>
          <p:cNvGrpSpPr/>
          <p:nvPr/>
        </p:nvGrpSpPr>
        <p:grpSpPr>
          <a:xfrm>
            <a:off x="4647917" y="1992869"/>
            <a:ext cx="288065" cy="287991"/>
            <a:chOff x="6032658" y="2218372"/>
            <a:chExt cx="606324" cy="606170"/>
          </a:xfrm>
        </p:grpSpPr>
        <p:sp>
          <p:nvSpPr>
            <p:cNvPr id="5327" name="Google Shape;5327;p54"/>
            <p:cNvSpPr/>
            <p:nvPr/>
          </p:nvSpPr>
          <p:spPr>
            <a:xfrm>
              <a:off x="6032658" y="2218372"/>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8" name="Google Shape;5328;p54"/>
            <p:cNvSpPr/>
            <p:nvPr/>
          </p:nvSpPr>
          <p:spPr>
            <a:xfrm>
              <a:off x="6469760" y="2218372"/>
              <a:ext cx="102774" cy="102774"/>
            </a:xfrm>
            <a:custGeom>
              <a:rect b="b" l="l" r="r" t="t"/>
              <a:pathLst>
                <a:path extrusionOk="0" h="102774" w="102774">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9" name="Google Shape;5329;p54"/>
            <p:cNvSpPr/>
            <p:nvPr/>
          </p:nvSpPr>
          <p:spPr>
            <a:xfrm>
              <a:off x="6032658" y="2655474"/>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0" name="Google Shape;5330;p54"/>
            <p:cNvSpPr/>
            <p:nvPr/>
          </p:nvSpPr>
          <p:spPr>
            <a:xfrm>
              <a:off x="6153530" y="2253234"/>
              <a:ext cx="35433" cy="17716"/>
            </a:xfrm>
            <a:custGeom>
              <a:rect b="b" l="l" r="r" t="t"/>
              <a:pathLst>
                <a:path extrusionOk="0" h="17716" w="35433">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1" name="Google Shape;5331;p54"/>
            <p:cNvSpPr/>
            <p:nvPr/>
          </p:nvSpPr>
          <p:spPr>
            <a:xfrm>
              <a:off x="6219348" y="2253329"/>
              <a:ext cx="35433" cy="17716"/>
            </a:xfrm>
            <a:custGeom>
              <a:rect b="b" l="l" r="r" t="t"/>
              <a:pathLst>
                <a:path extrusionOk="0" h="17716" w="35433">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2" name="Google Shape;5332;p54"/>
            <p:cNvSpPr/>
            <p:nvPr/>
          </p:nvSpPr>
          <p:spPr>
            <a:xfrm>
              <a:off x="6285165" y="2253329"/>
              <a:ext cx="35433" cy="17716"/>
            </a:xfrm>
            <a:custGeom>
              <a:rect b="b" l="l" r="r" t="t"/>
              <a:pathLst>
                <a:path extrusionOk="0" h="17716" w="35433">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3" name="Google Shape;5333;p54"/>
            <p:cNvSpPr/>
            <p:nvPr/>
          </p:nvSpPr>
          <p:spPr>
            <a:xfrm>
              <a:off x="6350888"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4" name="Google Shape;5334;p54"/>
            <p:cNvSpPr/>
            <p:nvPr/>
          </p:nvSpPr>
          <p:spPr>
            <a:xfrm>
              <a:off x="6416706"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5" name="Google Shape;5335;p54"/>
            <p:cNvSpPr/>
            <p:nvPr/>
          </p:nvSpPr>
          <p:spPr>
            <a:xfrm>
              <a:off x="6153530"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6" name="Google Shape;5336;p54"/>
            <p:cNvSpPr/>
            <p:nvPr/>
          </p:nvSpPr>
          <p:spPr>
            <a:xfrm>
              <a:off x="6219348"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54"/>
            <p:cNvSpPr/>
            <p:nvPr/>
          </p:nvSpPr>
          <p:spPr>
            <a:xfrm>
              <a:off x="6285165" y="2705576"/>
              <a:ext cx="35433" cy="17716"/>
            </a:xfrm>
            <a:custGeom>
              <a:rect b="b" l="l" r="r" t="t"/>
              <a:pathLst>
                <a:path extrusionOk="0" h="17716" w="35433">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8" name="Google Shape;5338;p54"/>
            <p:cNvSpPr/>
            <p:nvPr/>
          </p:nvSpPr>
          <p:spPr>
            <a:xfrm>
              <a:off x="6519957" y="2339244"/>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9" name="Google Shape;5339;p54"/>
            <p:cNvSpPr/>
            <p:nvPr/>
          </p:nvSpPr>
          <p:spPr>
            <a:xfrm>
              <a:off x="6519957" y="2405062"/>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54"/>
            <p:cNvSpPr/>
            <p:nvPr/>
          </p:nvSpPr>
          <p:spPr>
            <a:xfrm>
              <a:off x="6519957" y="2470784"/>
              <a:ext cx="17716" cy="35432"/>
            </a:xfrm>
            <a:custGeom>
              <a:rect b="b" l="l" r="r" t="t"/>
              <a:pathLst>
                <a:path extrusionOk="0" h="35432" w="17716">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1" name="Google Shape;5341;p54"/>
            <p:cNvSpPr/>
            <p:nvPr/>
          </p:nvSpPr>
          <p:spPr>
            <a:xfrm>
              <a:off x="6067614" y="2339340"/>
              <a:ext cx="17716" cy="35432"/>
            </a:xfrm>
            <a:custGeom>
              <a:rect b="b" l="l" r="r" t="t"/>
              <a:pathLst>
                <a:path extrusionOk="0" h="35432" w="17716">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2" name="Google Shape;5342;p54"/>
            <p:cNvSpPr/>
            <p:nvPr/>
          </p:nvSpPr>
          <p:spPr>
            <a:xfrm>
              <a:off x="6067519" y="2405062"/>
              <a:ext cx="17716" cy="35432"/>
            </a:xfrm>
            <a:custGeom>
              <a:rect b="b" l="l" r="r" t="t"/>
              <a:pathLst>
                <a:path extrusionOk="0" h="35432"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3" name="Google Shape;5343;p54"/>
            <p:cNvSpPr/>
            <p:nvPr/>
          </p:nvSpPr>
          <p:spPr>
            <a:xfrm>
              <a:off x="6067519" y="2470880"/>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4" name="Google Shape;5344;p54"/>
            <p:cNvSpPr/>
            <p:nvPr/>
          </p:nvSpPr>
          <p:spPr>
            <a:xfrm>
              <a:off x="6067519" y="2536697"/>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5" name="Google Shape;5345;p54"/>
            <p:cNvSpPr/>
            <p:nvPr/>
          </p:nvSpPr>
          <p:spPr>
            <a:xfrm>
              <a:off x="6067519" y="2602515"/>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6" name="Google Shape;5346;p54"/>
            <p:cNvSpPr/>
            <p:nvPr/>
          </p:nvSpPr>
          <p:spPr>
            <a:xfrm>
              <a:off x="6242844" y="2428466"/>
              <a:ext cx="396138" cy="396076"/>
            </a:xfrm>
            <a:custGeom>
              <a:rect b="b" l="l" r="r" t="t"/>
              <a:pathLst>
                <a:path extrusionOk="0" h="396076" w="396138">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7" name="Google Shape;5347;p54"/>
          <p:cNvGrpSpPr/>
          <p:nvPr/>
        </p:nvGrpSpPr>
        <p:grpSpPr>
          <a:xfrm>
            <a:off x="5957068" y="1989390"/>
            <a:ext cx="294924" cy="294950"/>
            <a:chOff x="6959870" y="2198941"/>
            <a:chExt cx="543638" cy="543686"/>
          </a:xfrm>
        </p:grpSpPr>
        <p:sp>
          <p:nvSpPr>
            <p:cNvPr id="5348" name="Google Shape;5348;p54"/>
            <p:cNvSpPr/>
            <p:nvPr/>
          </p:nvSpPr>
          <p:spPr>
            <a:xfrm>
              <a:off x="6959917" y="2369177"/>
              <a:ext cx="42021" cy="223908"/>
            </a:xfrm>
            <a:custGeom>
              <a:rect b="b" l="l" r="r" t="t"/>
              <a:pathLst>
                <a:path extrusionOk="0" h="223908" w="42021">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9" name="Google Shape;5349;p54"/>
            <p:cNvSpPr/>
            <p:nvPr/>
          </p:nvSpPr>
          <p:spPr>
            <a:xfrm>
              <a:off x="6986968" y="2198941"/>
              <a:ext cx="516540" cy="543591"/>
            </a:xfrm>
            <a:custGeom>
              <a:rect b="b" l="l" r="r" t="t"/>
              <a:pathLst>
                <a:path extrusionOk="0" h="543591" w="51654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0" name="Google Shape;5350;p54"/>
            <p:cNvSpPr/>
            <p:nvPr/>
          </p:nvSpPr>
          <p:spPr>
            <a:xfrm>
              <a:off x="7024496" y="2263521"/>
              <a:ext cx="401784" cy="298132"/>
            </a:xfrm>
            <a:custGeom>
              <a:rect b="b" l="l" r="r" t="t"/>
              <a:pathLst>
                <a:path extrusionOk="0" h="298132" w="401784">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1" name="Google Shape;5351;p54"/>
            <p:cNvSpPr/>
            <p:nvPr/>
          </p:nvSpPr>
          <p:spPr>
            <a:xfrm>
              <a:off x="7141903" y="2417823"/>
              <a:ext cx="296835" cy="260129"/>
            </a:xfrm>
            <a:custGeom>
              <a:rect b="b" l="l" r="r" t="t"/>
              <a:pathLst>
                <a:path extrusionOk="0" h="260129" w="296835">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2" name="Google Shape;5352;p54"/>
            <p:cNvSpPr/>
            <p:nvPr/>
          </p:nvSpPr>
          <p:spPr>
            <a:xfrm>
              <a:off x="7091457" y="2330577"/>
              <a:ext cx="280606" cy="280511"/>
            </a:xfrm>
            <a:custGeom>
              <a:rect b="b" l="l" r="r" t="t"/>
              <a:pathLst>
                <a:path extrusionOk="0" h="280511" w="280606">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3" name="Google Shape;5353;p54"/>
            <p:cNvSpPr/>
            <p:nvPr/>
          </p:nvSpPr>
          <p:spPr>
            <a:xfrm>
              <a:off x="7158894" y="2398014"/>
              <a:ext cx="145637" cy="145732"/>
            </a:xfrm>
            <a:custGeom>
              <a:rect b="b" l="l" r="r" t="t"/>
              <a:pathLst>
                <a:path extrusionOk="0" h="145732" w="145637">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4" name="Google Shape;5354;p54"/>
            <p:cNvSpPr/>
            <p:nvPr/>
          </p:nvSpPr>
          <p:spPr>
            <a:xfrm>
              <a:off x="6959870" y="2462703"/>
              <a:ext cx="279875" cy="279924"/>
            </a:xfrm>
            <a:custGeom>
              <a:rect b="b" l="l" r="r" t="t"/>
              <a:pathLst>
                <a:path extrusionOk="0" h="279924" w="279875">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5" name="Google Shape;5355;p54"/>
          <p:cNvGrpSpPr/>
          <p:nvPr/>
        </p:nvGrpSpPr>
        <p:grpSpPr>
          <a:xfrm>
            <a:off x="6834195" y="1990134"/>
            <a:ext cx="284095" cy="293461"/>
            <a:chOff x="7705553" y="2230674"/>
            <a:chExt cx="541443" cy="559293"/>
          </a:xfrm>
        </p:grpSpPr>
        <p:sp>
          <p:nvSpPr>
            <p:cNvPr id="5356" name="Google Shape;5356;p54"/>
            <p:cNvSpPr/>
            <p:nvPr/>
          </p:nvSpPr>
          <p:spPr>
            <a:xfrm>
              <a:off x="7843956" y="2551679"/>
              <a:ext cx="94267" cy="95605"/>
            </a:xfrm>
            <a:custGeom>
              <a:rect b="b" l="l" r="r" t="t"/>
              <a:pathLst>
                <a:path extrusionOk="0" h="95605" w="94267">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7" name="Google Shape;5357;p54"/>
            <p:cNvSpPr/>
            <p:nvPr/>
          </p:nvSpPr>
          <p:spPr>
            <a:xfrm>
              <a:off x="7885715" y="2482128"/>
              <a:ext cx="110558" cy="103634"/>
            </a:xfrm>
            <a:custGeom>
              <a:rect b="b" l="l" r="r" t="t"/>
              <a:pathLst>
                <a:path extrusionOk="0" h="103634" w="110558">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8" name="Google Shape;5358;p54"/>
            <p:cNvSpPr/>
            <p:nvPr/>
          </p:nvSpPr>
          <p:spPr>
            <a:xfrm>
              <a:off x="7940925" y="2428346"/>
              <a:ext cx="95236" cy="88625"/>
            </a:xfrm>
            <a:custGeom>
              <a:rect b="b" l="l" r="r" t="t"/>
              <a:pathLst>
                <a:path extrusionOk="0" h="88625" w="95236">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9" name="Google Shape;5359;p54"/>
            <p:cNvSpPr/>
            <p:nvPr/>
          </p:nvSpPr>
          <p:spPr>
            <a:xfrm>
              <a:off x="7705553" y="2230674"/>
              <a:ext cx="541443" cy="559293"/>
            </a:xfrm>
            <a:custGeom>
              <a:rect b="b" l="l" r="r" t="t"/>
              <a:pathLst>
                <a:path extrusionOk="0" h="559293" w="541443">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0" name="Google Shape;5360;p54"/>
          <p:cNvGrpSpPr/>
          <p:nvPr/>
        </p:nvGrpSpPr>
        <p:grpSpPr>
          <a:xfrm>
            <a:off x="3346828" y="2439467"/>
            <a:ext cx="258019" cy="277923"/>
            <a:chOff x="8378570" y="2203608"/>
            <a:chExt cx="515111" cy="554736"/>
          </a:xfrm>
        </p:grpSpPr>
        <p:sp>
          <p:nvSpPr>
            <p:cNvPr id="5361" name="Google Shape;5361;p54"/>
            <p:cNvSpPr/>
            <p:nvPr/>
          </p:nvSpPr>
          <p:spPr>
            <a:xfrm>
              <a:off x="8378570" y="2500407"/>
              <a:ext cx="420433" cy="257937"/>
            </a:xfrm>
            <a:custGeom>
              <a:rect b="b" l="l" r="r" t="t"/>
              <a:pathLst>
                <a:path extrusionOk="0" h="257937" w="420433">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2" name="Google Shape;5362;p54"/>
            <p:cNvSpPr/>
            <p:nvPr/>
          </p:nvSpPr>
          <p:spPr>
            <a:xfrm>
              <a:off x="8378570" y="2203608"/>
              <a:ext cx="515111" cy="554640"/>
            </a:xfrm>
            <a:custGeom>
              <a:rect b="b" l="l" r="r" t="t"/>
              <a:pathLst>
                <a:path extrusionOk="0" h="554640" w="515111">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3" name="Google Shape;5363;p54"/>
            <p:cNvSpPr/>
            <p:nvPr/>
          </p:nvSpPr>
          <p:spPr>
            <a:xfrm>
              <a:off x="8536304" y="2375820"/>
              <a:ext cx="250031" cy="16192"/>
            </a:xfrm>
            <a:custGeom>
              <a:rect b="b" l="l" r="r" t="t"/>
              <a:pathLst>
                <a:path extrusionOk="0" h="16192" w="250031">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4" name="Google Shape;5364;p54"/>
          <p:cNvGrpSpPr/>
          <p:nvPr/>
        </p:nvGrpSpPr>
        <p:grpSpPr>
          <a:xfrm>
            <a:off x="4211559" y="2433556"/>
            <a:ext cx="289097" cy="289745"/>
            <a:chOff x="3281362" y="3186588"/>
            <a:chExt cx="552450" cy="553688"/>
          </a:xfrm>
        </p:grpSpPr>
        <p:sp>
          <p:nvSpPr>
            <p:cNvPr id="5365" name="Google Shape;5365;p54"/>
            <p:cNvSpPr/>
            <p:nvPr/>
          </p:nvSpPr>
          <p:spPr>
            <a:xfrm>
              <a:off x="3281362" y="3267170"/>
              <a:ext cx="552450" cy="473106"/>
            </a:xfrm>
            <a:custGeom>
              <a:rect b="b" l="l" r="r" t="t"/>
              <a:pathLst>
                <a:path extrusionOk="0" h="473106" w="55245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6" name="Google Shape;5366;p54"/>
            <p:cNvSpPr/>
            <p:nvPr/>
          </p:nvSpPr>
          <p:spPr>
            <a:xfrm>
              <a:off x="3415233" y="3186588"/>
              <a:ext cx="283696" cy="243649"/>
            </a:xfrm>
            <a:custGeom>
              <a:rect b="b" l="l" r="r" t="t"/>
              <a:pathLst>
                <a:path extrusionOk="0" h="243649" w="283696">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7" name="Google Shape;5367;p54"/>
            <p:cNvSpPr/>
            <p:nvPr/>
          </p:nvSpPr>
          <p:spPr>
            <a:xfrm>
              <a:off x="3437095" y="3367468"/>
              <a:ext cx="341947" cy="115347"/>
            </a:xfrm>
            <a:custGeom>
              <a:rect b="b" l="l" r="r" t="t"/>
              <a:pathLst>
                <a:path extrusionOk="0" h="115347" w="341947">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8" name="Google Shape;5368;p54"/>
            <p:cNvSpPr/>
            <p:nvPr/>
          </p:nvSpPr>
          <p:spPr>
            <a:xfrm>
              <a:off x="3336226" y="3367373"/>
              <a:ext cx="146113" cy="115347"/>
            </a:xfrm>
            <a:custGeom>
              <a:rect b="b" l="l" r="r" t="t"/>
              <a:pathLst>
                <a:path extrusionOk="0" h="115347" w="146113">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69" name="Google Shape;5369;p54"/>
          <p:cNvGrpSpPr/>
          <p:nvPr/>
        </p:nvGrpSpPr>
        <p:grpSpPr>
          <a:xfrm>
            <a:off x="5957069" y="2430967"/>
            <a:ext cx="294922" cy="294922"/>
            <a:chOff x="4161281" y="3158775"/>
            <a:chExt cx="599313" cy="599313"/>
          </a:xfrm>
        </p:grpSpPr>
        <p:sp>
          <p:nvSpPr>
            <p:cNvPr id="5370" name="Google Shape;5370;p54"/>
            <p:cNvSpPr/>
            <p:nvPr/>
          </p:nvSpPr>
          <p:spPr>
            <a:xfrm>
              <a:off x="4525136" y="3158775"/>
              <a:ext cx="17525" cy="30480"/>
            </a:xfrm>
            <a:custGeom>
              <a:rect b="b" l="l" r="r" t="t"/>
              <a:pathLst>
                <a:path extrusionOk="0" h="30480" w="17525">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1" name="Google Shape;5371;p54"/>
            <p:cNvSpPr/>
            <p:nvPr/>
          </p:nvSpPr>
          <p:spPr>
            <a:xfrm>
              <a:off x="4467979" y="3174103"/>
              <a:ext cx="24017" cy="28772"/>
            </a:xfrm>
            <a:custGeom>
              <a:rect b="b" l="l" r="r" t="t"/>
              <a:pathLst>
                <a:path extrusionOk="0" h="28772" w="24017">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2" name="Google Shape;5372;p54"/>
            <p:cNvSpPr/>
            <p:nvPr/>
          </p:nvSpPr>
          <p:spPr>
            <a:xfrm>
              <a:off x="4426069" y="3216013"/>
              <a:ext cx="28780" cy="24010"/>
            </a:xfrm>
            <a:custGeom>
              <a:rect b="b" l="l" r="r" t="t"/>
              <a:pathLst>
                <a:path extrusionOk="0" h="24010" w="2878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3" name="Google Shape;5373;p54"/>
            <p:cNvSpPr/>
            <p:nvPr/>
          </p:nvSpPr>
          <p:spPr>
            <a:xfrm>
              <a:off x="4410741" y="3273266"/>
              <a:ext cx="30479" cy="17525"/>
            </a:xfrm>
            <a:custGeom>
              <a:rect b="b" l="l" r="r" t="t"/>
              <a:pathLst>
                <a:path extrusionOk="0" h="17525" w="30479">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4" name="Google Shape;5374;p54"/>
            <p:cNvSpPr/>
            <p:nvPr/>
          </p:nvSpPr>
          <p:spPr>
            <a:xfrm>
              <a:off x="4626577" y="3273266"/>
              <a:ext cx="30479" cy="17525"/>
            </a:xfrm>
            <a:custGeom>
              <a:rect b="b" l="l" r="r" t="t"/>
              <a:pathLst>
                <a:path extrusionOk="0" h="17525" w="30479">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5" name="Google Shape;5375;p54"/>
            <p:cNvSpPr/>
            <p:nvPr/>
          </p:nvSpPr>
          <p:spPr>
            <a:xfrm>
              <a:off x="4613044" y="3216108"/>
              <a:ext cx="28780" cy="24010"/>
            </a:xfrm>
            <a:custGeom>
              <a:rect b="b" l="l" r="r" t="t"/>
              <a:pathLst>
                <a:path extrusionOk="0" h="24010" w="2878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6" name="Google Shape;5376;p54"/>
            <p:cNvSpPr/>
            <p:nvPr/>
          </p:nvSpPr>
          <p:spPr>
            <a:xfrm>
              <a:off x="4575992" y="3174103"/>
              <a:ext cx="24017" cy="28772"/>
            </a:xfrm>
            <a:custGeom>
              <a:rect b="b" l="l" r="r" t="t"/>
              <a:pathLst>
                <a:path extrusionOk="0" h="28772" w="24017">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7" name="Google Shape;5377;p54"/>
            <p:cNvSpPr/>
            <p:nvPr/>
          </p:nvSpPr>
          <p:spPr>
            <a:xfrm>
              <a:off x="4286524" y="3512343"/>
              <a:ext cx="76659" cy="157733"/>
            </a:xfrm>
            <a:custGeom>
              <a:rect b="b" l="l" r="r" t="t"/>
              <a:pathLst>
                <a:path extrusionOk="0" h="157733" w="76659">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8" name="Google Shape;5378;p54"/>
            <p:cNvSpPr/>
            <p:nvPr/>
          </p:nvSpPr>
          <p:spPr>
            <a:xfrm>
              <a:off x="4161281" y="3309651"/>
              <a:ext cx="599313" cy="448437"/>
            </a:xfrm>
            <a:custGeom>
              <a:rect b="b" l="l" r="r" t="t"/>
              <a:pathLst>
                <a:path extrusionOk="0" h="448437" w="599313">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9" name="Google Shape;5379;p54"/>
          <p:cNvGrpSpPr/>
          <p:nvPr/>
        </p:nvGrpSpPr>
        <p:grpSpPr>
          <a:xfrm>
            <a:off x="1586210" y="2859509"/>
            <a:ext cx="294943" cy="294985"/>
            <a:chOff x="4941664" y="3174301"/>
            <a:chExt cx="665035" cy="665130"/>
          </a:xfrm>
        </p:grpSpPr>
        <p:sp>
          <p:nvSpPr>
            <p:cNvPr id="5380" name="Google Shape;5380;p54"/>
            <p:cNvSpPr/>
            <p:nvPr/>
          </p:nvSpPr>
          <p:spPr>
            <a:xfrm>
              <a:off x="4941664" y="3174301"/>
              <a:ext cx="665035" cy="664940"/>
            </a:xfrm>
            <a:custGeom>
              <a:rect b="b" l="l" r="r" t="t"/>
              <a:pathLst>
                <a:path extrusionOk="0" h="664940" w="665035">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1" name="Google Shape;5381;p54"/>
            <p:cNvSpPr/>
            <p:nvPr/>
          </p:nvSpPr>
          <p:spPr>
            <a:xfrm>
              <a:off x="5124068" y="3747102"/>
              <a:ext cx="80364" cy="92329"/>
            </a:xfrm>
            <a:custGeom>
              <a:rect b="b" l="l" r="r" t="t"/>
              <a:pathLst>
                <a:path extrusionOk="0" h="92329" w="80364">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2" name="Google Shape;5382;p54"/>
            <p:cNvSpPr/>
            <p:nvPr/>
          </p:nvSpPr>
          <p:spPr>
            <a:xfrm>
              <a:off x="5246418" y="3596403"/>
              <a:ext cx="55718" cy="24335"/>
            </a:xfrm>
            <a:custGeom>
              <a:rect b="b" l="l" r="r" t="t"/>
              <a:pathLst>
                <a:path extrusionOk="0" h="24335" w="55718">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3" name="Google Shape;5383;p54"/>
            <p:cNvSpPr/>
            <p:nvPr/>
          </p:nvSpPr>
          <p:spPr>
            <a:xfrm>
              <a:off x="4987003" y="3219545"/>
              <a:ext cx="142017" cy="141922"/>
            </a:xfrm>
            <a:custGeom>
              <a:rect b="b" l="l" r="r" t="t"/>
              <a:pathLst>
                <a:path extrusionOk="0" h="141922" w="142017">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4" name="Google Shape;5384;p54"/>
            <p:cNvSpPr/>
            <p:nvPr/>
          </p:nvSpPr>
          <p:spPr>
            <a:xfrm>
              <a:off x="5154834" y="3235356"/>
              <a:ext cx="399954" cy="71342"/>
            </a:xfrm>
            <a:custGeom>
              <a:rect b="b" l="l" r="r" t="t"/>
              <a:pathLst>
                <a:path extrusionOk="0" h="71342" w="399954">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5" name="Google Shape;5385;p54"/>
            <p:cNvSpPr/>
            <p:nvPr/>
          </p:nvSpPr>
          <p:spPr>
            <a:xfrm>
              <a:off x="5171121"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6" name="Google Shape;5386;p54"/>
            <p:cNvSpPr/>
            <p:nvPr/>
          </p:nvSpPr>
          <p:spPr>
            <a:xfrm>
              <a:off x="5310758"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7" name="Google Shape;5387;p54"/>
            <p:cNvSpPr/>
            <p:nvPr/>
          </p:nvSpPr>
          <p:spPr>
            <a:xfrm>
              <a:off x="5450395" y="3326320"/>
              <a:ext cx="88296" cy="19431"/>
            </a:xfrm>
            <a:custGeom>
              <a:rect b="b" l="l" r="r" t="t"/>
              <a:pathLst>
                <a:path extrusionOk="0" h="19431" w="88296">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88" name="Google Shape;5388;p54"/>
          <p:cNvGrpSpPr/>
          <p:nvPr/>
        </p:nvGrpSpPr>
        <p:grpSpPr>
          <a:xfrm>
            <a:off x="2479029" y="2862568"/>
            <a:ext cx="264428" cy="288866"/>
            <a:chOff x="5859779" y="3199923"/>
            <a:chExt cx="585406" cy="639508"/>
          </a:xfrm>
        </p:grpSpPr>
        <p:sp>
          <p:nvSpPr>
            <p:cNvPr id="5389" name="Google Shape;5389;p54"/>
            <p:cNvSpPr/>
            <p:nvPr/>
          </p:nvSpPr>
          <p:spPr>
            <a:xfrm>
              <a:off x="5905594" y="3282505"/>
              <a:ext cx="76961" cy="69532"/>
            </a:xfrm>
            <a:custGeom>
              <a:rect b="b" l="l" r="r" t="t"/>
              <a:pathLst>
                <a:path extrusionOk="0" h="69532" w="76961">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0" name="Google Shape;5390;p54"/>
            <p:cNvSpPr/>
            <p:nvPr/>
          </p:nvSpPr>
          <p:spPr>
            <a:xfrm>
              <a:off x="6147910" y="3245072"/>
              <a:ext cx="76961" cy="56102"/>
            </a:xfrm>
            <a:custGeom>
              <a:rect b="b" l="l" r="r" t="t"/>
              <a:pathLst>
                <a:path extrusionOk="0" h="56102" w="76961">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1" name="Google Shape;5391;p54"/>
            <p:cNvSpPr/>
            <p:nvPr/>
          </p:nvSpPr>
          <p:spPr>
            <a:xfrm>
              <a:off x="5859779" y="3199923"/>
              <a:ext cx="585406" cy="639508"/>
            </a:xfrm>
            <a:custGeom>
              <a:rect b="b" l="l" r="r" t="t"/>
              <a:pathLst>
                <a:path extrusionOk="0" h="639508" w="585406">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92" name="Google Shape;5392;p54"/>
          <p:cNvGrpSpPr/>
          <p:nvPr/>
        </p:nvGrpSpPr>
        <p:grpSpPr>
          <a:xfrm>
            <a:off x="4710905" y="2870786"/>
            <a:ext cx="162089" cy="272431"/>
            <a:chOff x="6698265" y="3188017"/>
            <a:chExt cx="374427" cy="629316"/>
          </a:xfrm>
        </p:grpSpPr>
        <p:sp>
          <p:nvSpPr>
            <p:cNvPr id="5393" name="Google Shape;5393;p54"/>
            <p:cNvSpPr/>
            <p:nvPr/>
          </p:nvSpPr>
          <p:spPr>
            <a:xfrm>
              <a:off x="6770560" y="3321177"/>
              <a:ext cx="200215" cy="169640"/>
            </a:xfrm>
            <a:custGeom>
              <a:rect b="b" l="l" r="r" t="t"/>
              <a:pathLst>
                <a:path extrusionOk="0" h="169640" w="200215">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4" name="Google Shape;5394;p54"/>
            <p:cNvSpPr/>
            <p:nvPr/>
          </p:nvSpPr>
          <p:spPr>
            <a:xfrm>
              <a:off x="6811231" y="3361753"/>
              <a:ext cx="119062" cy="74771"/>
            </a:xfrm>
            <a:custGeom>
              <a:rect b="b" l="l" r="r" t="t"/>
              <a:pathLst>
                <a:path extrusionOk="0" h="74771" w="119062">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5" name="Google Shape;5395;p54"/>
            <p:cNvSpPr/>
            <p:nvPr/>
          </p:nvSpPr>
          <p:spPr>
            <a:xfrm>
              <a:off x="6832567" y="3188112"/>
              <a:ext cx="210883" cy="227171"/>
            </a:xfrm>
            <a:custGeom>
              <a:rect b="b" l="l" r="r" t="t"/>
              <a:pathLst>
                <a:path extrusionOk="0" h="227171" w="210883">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6" name="Google Shape;5396;p54"/>
            <p:cNvSpPr/>
            <p:nvPr/>
          </p:nvSpPr>
          <p:spPr>
            <a:xfrm>
              <a:off x="6822661" y="3224117"/>
              <a:ext cx="78771" cy="18478"/>
            </a:xfrm>
            <a:custGeom>
              <a:rect b="b" l="l" r="r" t="t"/>
              <a:pathLst>
                <a:path extrusionOk="0" h="18478" w="78771">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7" name="Google Shape;5397;p54"/>
            <p:cNvSpPr/>
            <p:nvPr/>
          </p:nvSpPr>
          <p:spPr>
            <a:xfrm>
              <a:off x="6913053" y="3224117"/>
              <a:ext cx="18478" cy="18478"/>
            </a:xfrm>
            <a:custGeom>
              <a:rect b="b" l="l" r="r" t="t"/>
              <a:pathLst>
                <a:path extrusionOk="0" h="18478" w="18478">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8" name="Google Shape;5398;p54"/>
            <p:cNvSpPr/>
            <p:nvPr/>
          </p:nvSpPr>
          <p:spPr>
            <a:xfrm>
              <a:off x="6698265" y="3188017"/>
              <a:ext cx="374427" cy="629316"/>
            </a:xfrm>
            <a:custGeom>
              <a:rect b="b" l="l" r="r" t="t"/>
              <a:pathLst>
                <a:path extrusionOk="0" h="629316" w="374427">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99" name="Google Shape;5399;p54"/>
          <p:cNvGrpSpPr/>
          <p:nvPr/>
        </p:nvGrpSpPr>
        <p:grpSpPr>
          <a:xfrm>
            <a:off x="5089214" y="2869055"/>
            <a:ext cx="275985" cy="275891"/>
            <a:chOff x="7325486" y="3202495"/>
            <a:chExt cx="560832" cy="560641"/>
          </a:xfrm>
        </p:grpSpPr>
        <p:sp>
          <p:nvSpPr>
            <p:cNvPr id="5400" name="Google Shape;5400;p54"/>
            <p:cNvSpPr/>
            <p:nvPr/>
          </p:nvSpPr>
          <p:spPr>
            <a:xfrm>
              <a:off x="7383123" y="3456432"/>
              <a:ext cx="83512" cy="16478"/>
            </a:xfrm>
            <a:custGeom>
              <a:rect b="b" l="l" r="r" t="t"/>
              <a:pathLst>
                <a:path extrusionOk="0" h="16478" w="83512">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1" name="Google Shape;5401;p54"/>
            <p:cNvSpPr/>
            <p:nvPr/>
          </p:nvSpPr>
          <p:spPr>
            <a:xfrm>
              <a:off x="7383123"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2" name="Google Shape;5402;p54"/>
            <p:cNvSpPr/>
            <p:nvPr/>
          </p:nvSpPr>
          <p:spPr>
            <a:xfrm>
              <a:off x="7745549" y="3456432"/>
              <a:ext cx="83512" cy="16478"/>
            </a:xfrm>
            <a:custGeom>
              <a:rect b="b" l="l" r="r" t="t"/>
              <a:pathLst>
                <a:path extrusionOk="0" h="16478" w="83512">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3" name="Google Shape;5403;p54"/>
            <p:cNvSpPr/>
            <p:nvPr/>
          </p:nvSpPr>
          <p:spPr>
            <a:xfrm>
              <a:off x="7712688"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4" name="Google Shape;5404;p54"/>
            <p:cNvSpPr/>
            <p:nvPr/>
          </p:nvSpPr>
          <p:spPr>
            <a:xfrm>
              <a:off x="7325486" y="3202495"/>
              <a:ext cx="560832" cy="560641"/>
            </a:xfrm>
            <a:custGeom>
              <a:rect b="b" l="l" r="r" t="t"/>
              <a:pathLst>
                <a:path extrusionOk="0" h="560641" w="560832">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5" name="Google Shape;5405;p54"/>
            <p:cNvSpPr/>
            <p:nvPr/>
          </p:nvSpPr>
          <p:spPr>
            <a:xfrm>
              <a:off x="7489837" y="3235452"/>
              <a:ext cx="232034" cy="262318"/>
            </a:xfrm>
            <a:custGeom>
              <a:rect b="b" l="l" r="r" t="t"/>
              <a:pathLst>
                <a:path extrusionOk="0" h="262318" w="232034">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6" name="Google Shape;5406;p54"/>
            <p:cNvSpPr/>
            <p:nvPr/>
          </p:nvSpPr>
          <p:spPr>
            <a:xfrm>
              <a:off x="7567346" y="3299179"/>
              <a:ext cx="77608" cy="124962"/>
            </a:xfrm>
            <a:custGeom>
              <a:rect b="b" l="l" r="r" t="t"/>
              <a:pathLst>
                <a:path extrusionOk="0" h="124962" w="77608">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7" name="Google Shape;5407;p54"/>
          <p:cNvGrpSpPr/>
          <p:nvPr/>
        </p:nvGrpSpPr>
        <p:grpSpPr>
          <a:xfrm>
            <a:off x="3328326" y="3306260"/>
            <a:ext cx="295022" cy="295066"/>
            <a:chOff x="3288982" y="3995261"/>
            <a:chExt cx="652271" cy="652367"/>
          </a:xfrm>
        </p:grpSpPr>
        <p:sp>
          <p:nvSpPr>
            <p:cNvPr id="5408" name="Google Shape;5408;p54"/>
            <p:cNvSpPr/>
            <p:nvPr/>
          </p:nvSpPr>
          <p:spPr>
            <a:xfrm>
              <a:off x="3288982" y="3995261"/>
              <a:ext cx="652271" cy="652367"/>
            </a:xfrm>
            <a:custGeom>
              <a:rect b="b" l="l" r="r" t="t"/>
              <a:pathLst>
                <a:path extrusionOk="0" h="652367" w="652271">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9" name="Google Shape;5409;p54"/>
            <p:cNvSpPr/>
            <p:nvPr/>
          </p:nvSpPr>
          <p:spPr>
            <a:xfrm>
              <a:off x="3436714" y="4157408"/>
              <a:ext cx="316706" cy="323532"/>
            </a:xfrm>
            <a:custGeom>
              <a:rect b="b" l="l" r="r" t="t"/>
              <a:pathLst>
                <a:path extrusionOk="0" h="323532" w="316706">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10" name="Google Shape;5410;p54"/>
          <p:cNvGrpSpPr/>
          <p:nvPr/>
        </p:nvGrpSpPr>
        <p:grpSpPr>
          <a:xfrm>
            <a:off x="5079712" y="3306390"/>
            <a:ext cx="294989" cy="294807"/>
            <a:chOff x="4200443" y="4099220"/>
            <a:chExt cx="582867" cy="582507"/>
          </a:xfrm>
        </p:grpSpPr>
        <p:sp>
          <p:nvSpPr>
            <p:cNvPr id="5411" name="Google Shape;5411;p54"/>
            <p:cNvSpPr/>
            <p:nvPr/>
          </p:nvSpPr>
          <p:spPr>
            <a:xfrm>
              <a:off x="4314815" y="4099220"/>
              <a:ext cx="468495" cy="467922"/>
            </a:xfrm>
            <a:custGeom>
              <a:rect b="b" l="l" r="r" t="t"/>
              <a:pathLst>
                <a:path extrusionOk="0" h="467922" w="468495">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2" name="Google Shape;5412;p54"/>
            <p:cNvSpPr/>
            <p:nvPr/>
          </p:nvSpPr>
          <p:spPr>
            <a:xfrm>
              <a:off x="4200443" y="4190915"/>
              <a:ext cx="490988" cy="490812"/>
            </a:xfrm>
            <a:custGeom>
              <a:rect b="b" l="l" r="r" t="t"/>
              <a:pathLst>
                <a:path extrusionOk="0" h="490812" w="490988">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3" name="Google Shape;5413;p54"/>
            <p:cNvSpPr/>
            <p:nvPr/>
          </p:nvSpPr>
          <p:spPr>
            <a:xfrm>
              <a:off x="4433915" y="4351305"/>
              <a:ext cx="115577" cy="83153"/>
            </a:xfrm>
            <a:custGeom>
              <a:rect b="b" l="l" r="r" t="t"/>
              <a:pathLst>
                <a:path extrusionOk="0" h="83153" w="115577">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4" name="Google Shape;5414;p54"/>
            <p:cNvSpPr/>
            <p:nvPr/>
          </p:nvSpPr>
          <p:spPr>
            <a:xfrm>
              <a:off x="4319396" y="4213581"/>
              <a:ext cx="344804" cy="344702"/>
            </a:xfrm>
            <a:custGeom>
              <a:rect b="b" l="l" r="r" t="t"/>
              <a:pathLst>
                <a:path extrusionOk="0" h="344702" w="344804">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15" name="Google Shape;5415;p54"/>
          <p:cNvSpPr/>
          <p:nvPr/>
        </p:nvSpPr>
        <p:spPr>
          <a:xfrm>
            <a:off x="1589152" y="2015841"/>
            <a:ext cx="289059" cy="242047"/>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6" name="Google Shape;5416;p54"/>
          <p:cNvGrpSpPr/>
          <p:nvPr/>
        </p:nvGrpSpPr>
        <p:grpSpPr>
          <a:xfrm>
            <a:off x="8136684" y="2860690"/>
            <a:ext cx="292620" cy="292623"/>
            <a:chOff x="8145888" y="2870792"/>
            <a:chExt cx="292620" cy="292623"/>
          </a:xfrm>
        </p:grpSpPr>
        <p:sp>
          <p:nvSpPr>
            <p:cNvPr id="5417" name="Google Shape;5417;p54"/>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8" name="Google Shape;5418;p54"/>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54"/>
          <p:cNvGrpSpPr/>
          <p:nvPr/>
        </p:nvGrpSpPr>
        <p:grpSpPr>
          <a:xfrm>
            <a:off x="7267449" y="2440589"/>
            <a:ext cx="282349" cy="275678"/>
            <a:chOff x="7582302" y="1499934"/>
            <a:chExt cx="369133" cy="360411"/>
          </a:xfrm>
        </p:grpSpPr>
        <p:sp>
          <p:nvSpPr>
            <p:cNvPr id="5420" name="Google Shape;5420;p5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54"/>
          <p:cNvGrpSpPr/>
          <p:nvPr/>
        </p:nvGrpSpPr>
        <p:grpSpPr>
          <a:xfrm>
            <a:off x="8135215" y="2442195"/>
            <a:ext cx="295557" cy="272467"/>
            <a:chOff x="0" y="1576429"/>
            <a:chExt cx="4139458" cy="3816063"/>
          </a:xfrm>
        </p:grpSpPr>
        <p:sp>
          <p:nvSpPr>
            <p:cNvPr id="5426" name="Google Shape;5426;p54"/>
            <p:cNvSpPr/>
            <p:nvPr/>
          </p:nvSpPr>
          <p:spPr>
            <a:xfrm>
              <a:off x="0" y="1576429"/>
              <a:ext cx="4139458" cy="3816063"/>
            </a:xfrm>
            <a:custGeom>
              <a:rect b="b" l="l" r="r" t="t"/>
              <a:pathLst>
                <a:path extrusionOk="0" h="3816063" w="4139458">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7" name="Google Shape;5427;p54"/>
            <p:cNvSpPr/>
            <p:nvPr/>
          </p:nvSpPr>
          <p:spPr>
            <a:xfrm>
              <a:off x="511368" y="2344598"/>
              <a:ext cx="1819075" cy="1819073"/>
            </a:xfrm>
            <a:custGeom>
              <a:rect b="b" l="l" r="r" t="t"/>
              <a:pathLst>
                <a:path extrusionOk="0" h="1819073" w="1819075">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8" name="Google Shape;5428;p54"/>
            <p:cNvSpPr/>
            <p:nvPr/>
          </p:nvSpPr>
          <p:spPr>
            <a:xfrm>
              <a:off x="2350679" y="3314659"/>
              <a:ext cx="1277492" cy="848932"/>
            </a:xfrm>
            <a:custGeom>
              <a:rect b="b" l="l" r="r" t="t"/>
              <a:pathLst>
                <a:path extrusionOk="0" h="848932" w="1277492">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9" name="Google Shape;5429;p54"/>
            <p:cNvSpPr/>
            <p:nvPr/>
          </p:nvSpPr>
          <p:spPr>
            <a:xfrm>
              <a:off x="1562807" y="2987241"/>
              <a:ext cx="462455" cy="121273"/>
            </a:xfrm>
            <a:custGeom>
              <a:rect b="b" l="l" r="r" t="t"/>
              <a:pathLst>
                <a:path extrusionOk="0" h="121273" w="462455">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0" name="Google Shape;5430;p54"/>
            <p:cNvSpPr/>
            <p:nvPr/>
          </p:nvSpPr>
          <p:spPr>
            <a:xfrm>
              <a:off x="1562807" y="2744695"/>
              <a:ext cx="308842" cy="121273"/>
            </a:xfrm>
            <a:custGeom>
              <a:rect b="b" l="l" r="r" t="t"/>
              <a:pathLst>
                <a:path extrusionOk="0" h="121273" w="308842">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1" name="Google Shape;5431;p54"/>
            <p:cNvSpPr/>
            <p:nvPr/>
          </p:nvSpPr>
          <p:spPr>
            <a:xfrm>
              <a:off x="2484160" y="2425342"/>
              <a:ext cx="1143929" cy="121273"/>
            </a:xfrm>
            <a:custGeom>
              <a:rect b="b" l="l" r="r" t="t"/>
              <a:pathLst>
                <a:path extrusionOk="0" h="121273" w="1143929">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2" name="Google Shape;5432;p54"/>
            <p:cNvSpPr/>
            <p:nvPr/>
          </p:nvSpPr>
          <p:spPr>
            <a:xfrm>
              <a:off x="2484160" y="2708313"/>
              <a:ext cx="389852" cy="121273"/>
            </a:xfrm>
            <a:custGeom>
              <a:rect b="b" l="l" r="r" t="t"/>
              <a:pathLst>
                <a:path extrusionOk="0" h="121273" w="389852">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3" name="Google Shape;5433;p54"/>
            <p:cNvSpPr/>
            <p:nvPr/>
          </p:nvSpPr>
          <p:spPr>
            <a:xfrm>
              <a:off x="2995286" y="2708313"/>
              <a:ext cx="632803" cy="121273"/>
            </a:xfrm>
            <a:custGeom>
              <a:rect b="b" l="l" r="r" t="t"/>
              <a:pathLst>
                <a:path extrusionOk="0" h="121273" w="632803">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4" name="Google Shape;5434;p54"/>
            <p:cNvSpPr/>
            <p:nvPr/>
          </p:nvSpPr>
          <p:spPr>
            <a:xfrm>
              <a:off x="2484160" y="2991284"/>
              <a:ext cx="767901" cy="121273"/>
            </a:xfrm>
            <a:custGeom>
              <a:rect b="b" l="l" r="r" t="t"/>
              <a:pathLst>
                <a:path extrusionOk="0" h="121273" w="767901">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35" name="Google Shape;5435;p54"/>
          <p:cNvGrpSpPr/>
          <p:nvPr/>
        </p:nvGrpSpPr>
        <p:grpSpPr>
          <a:xfrm>
            <a:off x="2890331" y="2430665"/>
            <a:ext cx="295552" cy="295526"/>
            <a:chOff x="4282157" y="1359552"/>
            <a:chExt cx="4139377" cy="4139014"/>
          </a:xfrm>
        </p:grpSpPr>
        <p:sp>
          <p:nvSpPr>
            <p:cNvPr id="5436" name="Google Shape;5436;p54"/>
            <p:cNvSpPr/>
            <p:nvPr/>
          </p:nvSpPr>
          <p:spPr>
            <a:xfrm>
              <a:off x="4684784" y="1756480"/>
              <a:ext cx="2409941" cy="2409941"/>
            </a:xfrm>
            <a:custGeom>
              <a:rect b="b" l="l" r="r" t="t"/>
              <a:pathLst>
                <a:path extrusionOk="0" h="2409941" w="2409941">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7" name="Google Shape;5437;p54"/>
            <p:cNvSpPr/>
            <p:nvPr/>
          </p:nvSpPr>
          <p:spPr>
            <a:xfrm>
              <a:off x="4282157" y="1359552"/>
              <a:ext cx="4139377" cy="4139014"/>
            </a:xfrm>
            <a:custGeom>
              <a:rect b="b" l="l" r="r" t="t"/>
              <a:pathLst>
                <a:path extrusionOk="0" h="4139014" w="4139377">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38" name="Google Shape;5438;p54"/>
          <p:cNvGrpSpPr/>
          <p:nvPr/>
        </p:nvGrpSpPr>
        <p:grpSpPr>
          <a:xfrm>
            <a:off x="5092526" y="2430655"/>
            <a:ext cx="269361" cy="295546"/>
            <a:chOff x="8421373" y="1359270"/>
            <a:chExt cx="3772567" cy="4139297"/>
          </a:xfrm>
        </p:grpSpPr>
        <p:sp>
          <p:nvSpPr>
            <p:cNvPr id="5439" name="Google Shape;5439;p54"/>
            <p:cNvSpPr/>
            <p:nvPr/>
          </p:nvSpPr>
          <p:spPr>
            <a:xfrm>
              <a:off x="8981413" y="1854873"/>
              <a:ext cx="3212527" cy="3643694"/>
            </a:xfrm>
            <a:custGeom>
              <a:rect b="b" l="l" r="r" t="t"/>
              <a:pathLst>
                <a:path extrusionOk="0" h="3643694" w="3212527">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0" name="Google Shape;5440;p54"/>
            <p:cNvSpPr/>
            <p:nvPr/>
          </p:nvSpPr>
          <p:spPr>
            <a:xfrm>
              <a:off x="8421373" y="1359270"/>
              <a:ext cx="3772001" cy="2340411"/>
            </a:xfrm>
            <a:custGeom>
              <a:rect b="b" l="l" r="r" t="t"/>
              <a:pathLst>
                <a:path extrusionOk="0" h="2340411" w="3772001">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4" name="Shape 5444"/>
        <p:cNvGrpSpPr/>
        <p:nvPr/>
      </p:nvGrpSpPr>
      <p:grpSpPr>
        <a:xfrm>
          <a:off x="0" y="0"/>
          <a:ext cx="0" cy="0"/>
          <a:chOff x="0" y="0"/>
          <a:chExt cx="0" cy="0"/>
        </a:xfrm>
      </p:grpSpPr>
      <p:pic>
        <p:nvPicPr>
          <p:cNvPr id="5445" name="Google Shape;5445;p55">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Architecture Design by Slidesgo">
  <a:themeElements>
    <a:clrScheme name="Simple Light">
      <a:dk1>
        <a:srgbClr val="191919"/>
      </a:dk1>
      <a:lt1>
        <a:srgbClr val="FFFFFF"/>
      </a:lt1>
      <a:dk2>
        <a:srgbClr val="2A2828"/>
      </a:dk2>
      <a:lt2>
        <a:srgbClr val="8B8264"/>
      </a:lt2>
      <a:accent1>
        <a:srgbClr val="FFFFFF"/>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