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Bodoni Moda"/>
      <p:regular r:id="rId47"/>
      <p:bold r:id="rId48"/>
      <p:italic r:id="rId49"/>
      <p:boldItalic r:id="rId50"/>
    </p:embeddedFont>
    <p:embeddedFont>
      <p:font typeface="Raleway"/>
      <p:regular r:id="rId51"/>
      <p:bold r:id="rId52"/>
      <p:italic r:id="rId53"/>
      <p:boldItalic r:id="rId54"/>
    </p:embeddedFont>
    <p:embeddedFont>
      <p:font typeface="Proxima Nova"/>
      <p:regular r:id="rId55"/>
      <p:bold r:id="rId56"/>
      <p:italic r:id="rId57"/>
      <p:boldItalic r:id="rId58"/>
    </p:embeddedFont>
    <p:embeddedFont>
      <p:font typeface="Roboto Medium"/>
      <p:regular r:id="rId59"/>
      <p:bold r:id="rId60"/>
      <p:italic r:id="rId61"/>
      <p:boldItalic r:id="rId62"/>
    </p:embeddedFont>
    <p:embeddedFont>
      <p:font typeface="Amatic SC"/>
      <p:regular r:id="rId63"/>
      <p:bold r:id="rId64"/>
    </p:embeddedFont>
    <p:embeddedFont>
      <p:font typeface="Bebas Neue"/>
      <p:regular r:id="rId65"/>
    </p:embeddedFont>
    <p:embeddedFont>
      <p:font typeface="Nunito Medium"/>
      <p:regular r:id="rId66"/>
      <p:bold r:id="rId67"/>
      <p:italic r:id="rId68"/>
      <p:boldItalic r:id="rId69"/>
    </p:embeddedFont>
    <p:embeddedFont>
      <p:font typeface="Proxima Nova Semibold"/>
      <p:regular r:id="rId70"/>
      <p:bold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ECB150-A961-479E-BDB7-7344C5B481E7}">
  <a:tblStyle styleId="{96ECB150-A961-479E-BDB7-7344C5B481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CA1A1AA-DEA3-4BFF-8C47-4CACAA0D2AA9}"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BodoniModa-bold.fntdata"/><Relationship Id="rId47" Type="http://schemas.openxmlformats.org/officeDocument/2006/relationships/font" Target="fonts/BodoniModa-regular.fntdata"/><Relationship Id="rId49" Type="http://schemas.openxmlformats.org/officeDocument/2006/relationships/font" Target="fonts/BodoniModa-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ProximaNovaSemibold-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roximaNovaSemibold-bold.fntdata"/><Relationship Id="rId70" Type="http://schemas.openxmlformats.org/officeDocument/2006/relationships/font" Target="fonts/ProximaNovaSemibold-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boldItalic.fntdata"/><Relationship Id="rId61" Type="http://schemas.openxmlformats.org/officeDocument/2006/relationships/font" Target="fonts/RobotoMedium-italic.fntdata"/><Relationship Id="rId20" Type="http://schemas.openxmlformats.org/officeDocument/2006/relationships/slide" Target="slides/slide14.xml"/><Relationship Id="rId64" Type="http://schemas.openxmlformats.org/officeDocument/2006/relationships/font" Target="fonts/AmaticSC-bold.fntdata"/><Relationship Id="rId63" Type="http://schemas.openxmlformats.org/officeDocument/2006/relationships/font" Target="fonts/AmaticSC-regular.fntdata"/><Relationship Id="rId22" Type="http://schemas.openxmlformats.org/officeDocument/2006/relationships/slide" Target="slides/slide16.xml"/><Relationship Id="rId66" Type="http://schemas.openxmlformats.org/officeDocument/2006/relationships/font" Target="fonts/NunitoMedium-regular.fntdata"/><Relationship Id="rId21" Type="http://schemas.openxmlformats.org/officeDocument/2006/relationships/slide" Target="slides/slide15.xml"/><Relationship Id="rId65" Type="http://schemas.openxmlformats.org/officeDocument/2006/relationships/font" Target="fonts/BebasNeue-regular.fntdata"/><Relationship Id="rId24" Type="http://schemas.openxmlformats.org/officeDocument/2006/relationships/slide" Target="slides/slide18.xml"/><Relationship Id="rId68" Type="http://schemas.openxmlformats.org/officeDocument/2006/relationships/font" Target="fonts/NunitoMedium-italic.fntdata"/><Relationship Id="rId23" Type="http://schemas.openxmlformats.org/officeDocument/2006/relationships/slide" Target="slides/slide17.xml"/><Relationship Id="rId67" Type="http://schemas.openxmlformats.org/officeDocument/2006/relationships/font" Target="fonts/NunitoMedium-bold.fntdata"/><Relationship Id="rId60" Type="http://schemas.openxmlformats.org/officeDocument/2006/relationships/font" Target="fonts/RobotoMedium-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unitoMedium-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regular.fntdata"/><Relationship Id="rId50" Type="http://schemas.openxmlformats.org/officeDocument/2006/relationships/font" Target="fonts/BodoniModa-boldItalic.fntdata"/><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5.xml"/><Relationship Id="rId55" Type="http://schemas.openxmlformats.org/officeDocument/2006/relationships/font" Target="fonts/ProximaNova-regular.fntdata"/><Relationship Id="rId10" Type="http://schemas.openxmlformats.org/officeDocument/2006/relationships/slide" Target="slides/slide4.xml"/><Relationship Id="rId54" Type="http://schemas.openxmlformats.org/officeDocument/2006/relationships/font" Target="fonts/Raleway-boldItalic.fntdata"/><Relationship Id="rId13" Type="http://schemas.openxmlformats.org/officeDocument/2006/relationships/slide" Target="slides/slide7.xml"/><Relationship Id="rId57" Type="http://schemas.openxmlformats.org/officeDocument/2006/relationships/font" Target="fonts/ProximaNova-italic.fntdata"/><Relationship Id="rId12" Type="http://schemas.openxmlformats.org/officeDocument/2006/relationships/slide" Target="slides/slide6.xml"/><Relationship Id="rId56" Type="http://schemas.openxmlformats.org/officeDocument/2006/relationships/font" Target="fonts/ProximaNova-bold.fntdata"/><Relationship Id="rId15" Type="http://schemas.openxmlformats.org/officeDocument/2006/relationships/slide" Target="slides/slide9.xml"/><Relationship Id="rId59" Type="http://schemas.openxmlformats.org/officeDocument/2006/relationships/font" Target="fonts/RobotoMedium-regular.fntdata"/><Relationship Id="rId14" Type="http://schemas.openxmlformats.org/officeDocument/2006/relationships/slide" Target="slides/slide8.xml"/><Relationship Id="rId58" Type="http://schemas.openxmlformats.org/officeDocument/2006/relationships/font" Target="fonts/ProximaNova-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0fb8bc67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0fb8bc67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ff18b49f3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ff18b49f3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3376c313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3376c313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125d80b41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125d80b41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0860aa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0860aa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25d80b41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25d80b41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12f97afb5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12f97afb5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12f97afb56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12f97afb56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12f97afb56_1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12f97afb56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12f97afb56_1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12f97afb56_1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12f97afb56_1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12f97afb56_1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12f97afb56_1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12f97afb56_1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12f97afb56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12f97afb56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12f97afb56_1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12f97afb56_1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538238d81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538238d81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51811ef9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51811ef94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12f97afb56_1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12f97afb56_1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12f97afb56_1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12f97afb56_1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125d80b419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125d80b41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538238d816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538238d816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538238d816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538238d816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538238d816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2538238d816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538238d816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538238d81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538238d816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538238d81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538238d816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538238d816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538238d816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538238d816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538238d816_2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538238d816_2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2" name="Shape 3182"/>
        <p:cNvGrpSpPr/>
        <p:nvPr/>
      </p:nvGrpSpPr>
      <p:grpSpPr>
        <a:xfrm>
          <a:off x="0" y="0"/>
          <a:ext cx="0" cy="0"/>
          <a:chOff x="0" y="0"/>
          <a:chExt cx="0" cy="0"/>
        </a:xfrm>
      </p:grpSpPr>
      <p:sp>
        <p:nvSpPr>
          <p:cNvPr id="3183" name="Google Shape;3183;g2538238d816_2_2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4" name="Google Shape;3184;g2538238d816_2_2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1" name="Shape 3601"/>
        <p:cNvGrpSpPr/>
        <p:nvPr/>
      </p:nvGrpSpPr>
      <p:grpSpPr>
        <a:xfrm>
          <a:off x="0" y="0"/>
          <a:ext cx="0" cy="0"/>
          <a:chOff x="0" y="0"/>
          <a:chExt cx="0" cy="0"/>
        </a:xfrm>
      </p:grpSpPr>
      <p:sp>
        <p:nvSpPr>
          <p:cNvPr id="3602" name="Google Shape;3602;g2538238d816_2_3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3" name="Google Shape;3603;g2538238d816_2_3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1" name="Shape 3771"/>
        <p:cNvGrpSpPr/>
        <p:nvPr/>
      </p:nvGrpSpPr>
      <p:grpSpPr>
        <a:xfrm>
          <a:off x="0" y="0"/>
          <a:ext cx="0" cy="0"/>
          <a:chOff x="0" y="0"/>
          <a:chExt cx="0" cy="0"/>
        </a:xfrm>
      </p:grpSpPr>
      <p:sp>
        <p:nvSpPr>
          <p:cNvPr id="3772" name="Google Shape;3772;g2538238d816_2_3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3" name="Google Shape;3773;g2538238d816_2_3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6" name="Shape 4176"/>
        <p:cNvGrpSpPr/>
        <p:nvPr/>
      </p:nvGrpSpPr>
      <p:grpSpPr>
        <a:xfrm>
          <a:off x="0" y="0"/>
          <a:ext cx="0" cy="0"/>
          <a:chOff x="0" y="0"/>
          <a:chExt cx="0" cy="0"/>
        </a:xfrm>
      </p:grpSpPr>
      <p:sp>
        <p:nvSpPr>
          <p:cNvPr id="4177" name="Google Shape;4177;g2538238d816_2_3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8" name="Google Shape;4178;g2538238d816_2_3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6" name="Shape 4556"/>
        <p:cNvGrpSpPr/>
        <p:nvPr/>
      </p:nvGrpSpPr>
      <p:grpSpPr>
        <a:xfrm>
          <a:off x="0" y="0"/>
          <a:ext cx="0" cy="0"/>
          <a:chOff x="0" y="0"/>
          <a:chExt cx="0" cy="0"/>
        </a:xfrm>
      </p:grpSpPr>
      <p:sp>
        <p:nvSpPr>
          <p:cNvPr id="4557" name="Google Shape;4557;g2538238d816_2_3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8" name="Google Shape;4558;g2538238d816_2_3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2" name="Shape 4982"/>
        <p:cNvGrpSpPr/>
        <p:nvPr/>
      </p:nvGrpSpPr>
      <p:grpSpPr>
        <a:xfrm>
          <a:off x="0" y="0"/>
          <a:ext cx="0" cy="0"/>
          <a:chOff x="0" y="0"/>
          <a:chExt cx="0" cy="0"/>
        </a:xfrm>
      </p:grpSpPr>
      <p:sp>
        <p:nvSpPr>
          <p:cNvPr id="4983" name="Google Shape;4983;g2538238d816_2_4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4" name="Google Shape;4984;g2538238d816_2_4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3" name="Shape 5343"/>
        <p:cNvGrpSpPr/>
        <p:nvPr/>
      </p:nvGrpSpPr>
      <p:grpSpPr>
        <a:xfrm>
          <a:off x="0" y="0"/>
          <a:ext cx="0" cy="0"/>
          <a:chOff x="0" y="0"/>
          <a:chExt cx="0" cy="0"/>
        </a:xfrm>
      </p:grpSpPr>
      <p:sp>
        <p:nvSpPr>
          <p:cNvPr id="5344" name="Google Shape;5344;g2538238d816_2_4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5" name="Google Shape;5345;g2538238d816_2_4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3" name="Shape 5853"/>
        <p:cNvGrpSpPr/>
        <p:nvPr/>
      </p:nvGrpSpPr>
      <p:grpSpPr>
        <a:xfrm>
          <a:off x="0" y="0"/>
          <a:ext cx="0" cy="0"/>
          <a:chOff x="0" y="0"/>
          <a:chExt cx="0" cy="0"/>
        </a:xfrm>
      </p:grpSpPr>
      <p:sp>
        <p:nvSpPr>
          <p:cNvPr id="5854" name="Google Shape;5854;g2538238d816_2_5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5" name="Google Shape;5855;g2538238d816_2_5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3" name="Shape 6473"/>
        <p:cNvGrpSpPr/>
        <p:nvPr/>
      </p:nvGrpSpPr>
      <p:grpSpPr>
        <a:xfrm>
          <a:off x="0" y="0"/>
          <a:ext cx="0" cy="0"/>
          <a:chOff x="0" y="0"/>
          <a:chExt cx="0" cy="0"/>
        </a:xfrm>
      </p:grpSpPr>
      <p:sp>
        <p:nvSpPr>
          <p:cNvPr id="6474" name="Google Shape;6474;g2538238d816_2_5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5" name="Google Shape;6475;g2538238d816_2_5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7" name="Shape 7067"/>
        <p:cNvGrpSpPr/>
        <p:nvPr/>
      </p:nvGrpSpPr>
      <p:grpSpPr>
        <a:xfrm>
          <a:off x="0" y="0"/>
          <a:ext cx="0" cy="0"/>
          <a:chOff x="0" y="0"/>
          <a:chExt cx="0" cy="0"/>
        </a:xfrm>
      </p:grpSpPr>
      <p:sp>
        <p:nvSpPr>
          <p:cNvPr id="7068" name="Google Shape;7068;g2538238d816_2_6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9" name="Google Shape;7069;g2538238d816_2_6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8" name="Shape 7388"/>
        <p:cNvGrpSpPr/>
        <p:nvPr/>
      </p:nvGrpSpPr>
      <p:grpSpPr>
        <a:xfrm>
          <a:off x="0" y="0"/>
          <a:ext cx="0" cy="0"/>
          <a:chOff x="0" y="0"/>
          <a:chExt cx="0" cy="0"/>
        </a:xfrm>
      </p:grpSpPr>
      <p:sp>
        <p:nvSpPr>
          <p:cNvPr id="7389" name="Google Shape;7389;g2538238d816_2_6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0" name="Google Shape;7390;g2538238d816_2_6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6" name="Shape 7696"/>
        <p:cNvGrpSpPr/>
        <p:nvPr/>
      </p:nvGrpSpPr>
      <p:grpSpPr>
        <a:xfrm>
          <a:off x="0" y="0"/>
          <a:ext cx="0" cy="0"/>
          <a:chOff x="0" y="0"/>
          <a:chExt cx="0" cy="0"/>
        </a:xfrm>
      </p:grpSpPr>
      <p:sp>
        <p:nvSpPr>
          <p:cNvPr id="7697" name="Google Shape;7697;g2538238d816_2_8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8" name="Google Shape;7698;g2538238d816_2_8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png"/><Relationship Id="rId7" Type="http://schemas.openxmlformats.org/officeDocument/2006/relationships/image" Target="../media/image2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70000"/>
          </a:blip>
          <a:stretch>
            <a:fillRect/>
          </a:stretch>
        </p:blipFill>
        <p:spPr>
          <a:xfrm>
            <a:off x="3783251" y="0"/>
            <a:ext cx="5360750" cy="3015425"/>
          </a:xfrm>
          <a:prstGeom prst="rect">
            <a:avLst/>
          </a:prstGeom>
          <a:noFill/>
          <a:ln>
            <a:noFill/>
          </a:ln>
        </p:spPr>
      </p:pic>
      <p:sp>
        <p:nvSpPr>
          <p:cNvPr id="10" name="Google Shape;10;p2"/>
          <p:cNvSpPr txBox="1"/>
          <p:nvPr>
            <p:ph type="ctrTitle"/>
          </p:nvPr>
        </p:nvSpPr>
        <p:spPr>
          <a:xfrm>
            <a:off x="1730850" y="1500800"/>
            <a:ext cx="5682300" cy="1665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rgbClr val="191919"/>
              </a:buClr>
              <a:buSzPts val="5200"/>
              <a:buNone/>
              <a:defRPr sz="49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1730850" y="3233200"/>
            <a:ext cx="5682300" cy="409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2" name="Google Shape;12;p2"/>
          <p:cNvPicPr preferRelativeResize="0"/>
          <p:nvPr/>
        </p:nvPicPr>
        <p:blipFill>
          <a:blip r:embed="rId2">
            <a:alphaModFix amt="70000"/>
          </a:blip>
          <a:stretch>
            <a:fillRect/>
          </a:stretch>
        </p:blipFill>
        <p:spPr>
          <a:xfrm rot="10800000">
            <a:off x="-2" y="2684499"/>
            <a:ext cx="4371552" cy="2459001"/>
          </a:xfrm>
          <a:prstGeom prst="rect">
            <a:avLst/>
          </a:prstGeom>
          <a:noFill/>
          <a:ln>
            <a:noFill/>
          </a:ln>
        </p:spPr>
      </p:pic>
      <p:sp>
        <p:nvSpPr>
          <p:cNvPr id="13" name="Google Shape;13;p2"/>
          <p:cNvSpPr/>
          <p:nvPr/>
        </p:nvSpPr>
        <p:spPr>
          <a:xfrm rot="5400000">
            <a:off x="7726950" y="3399402"/>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 name="Google Shape;14;p2"/>
          <p:cNvPicPr preferRelativeResize="0"/>
          <p:nvPr/>
        </p:nvPicPr>
        <p:blipFill rotWithShape="1">
          <a:blip r:embed="rId3">
            <a:alphaModFix/>
          </a:blip>
          <a:srcRect b="4058" l="3038" r="35825" t="3494"/>
          <a:stretch/>
        </p:blipFill>
        <p:spPr>
          <a:xfrm>
            <a:off x="7630650" y="-263725"/>
            <a:ext cx="1782125" cy="15159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1574550" y="2557638"/>
            <a:ext cx="5994900" cy="841800"/>
          </a:xfrm>
          <a:prstGeom prst="rect">
            <a:avLst/>
          </a:prstGeom>
        </p:spPr>
        <p:txBody>
          <a:bodyPr anchorCtr="0" anchor="t"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17" name="Google Shape;17;p3"/>
          <p:cNvSpPr txBox="1"/>
          <p:nvPr>
            <p:ph hasCustomPrompt="1" idx="2" type="title"/>
          </p:nvPr>
        </p:nvSpPr>
        <p:spPr>
          <a:xfrm>
            <a:off x="3945050" y="1431950"/>
            <a:ext cx="1254000" cy="1105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6000"/>
              <a:buNone/>
              <a:defRPr sz="6100">
                <a:solidFill>
                  <a:schemeClr val="accent4"/>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18" name="Google Shape;18;p3"/>
          <p:cNvPicPr preferRelativeResize="0"/>
          <p:nvPr/>
        </p:nvPicPr>
        <p:blipFill>
          <a:blip r:embed="rId2">
            <a:alphaModFix amt="60000"/>
          </a:blip>
          <a:stretch>
            <a:fillRect/>
          </a:stretch>
        </p:blipFill>
        <p:spPr>
          <a:xfrm>
            <a:off x="4619600" y="0"/>
            <a:ext cx="4524398" cy="2544974"/>
          </a:xfrm>
          <a:prstGeom prst="rect">
            <a:avLst/>
          </a:prstGeom>
          <a:noFill/>
          <a:ln>
            <a:noFill/>
          </a:ln>
        </p:spPr>
      </p:pic>
      <p:pic>
        <p:nvPicPr>
          <p:cNvPr id="19" name="Google Shape;19;p3"/>
          <p:cNvPicPr preferRelativeResize="0"/>
          <p:nvPr/>
        </p:nvPicPr>
        <p:blipFill>
          <a:blip r:embed="rId2">
            <a:alphaModFix amt="70000"/>
          </a:blip>
          <a:stretch>
            <a:fillRect/>
          </a:stretch>
        </p:blipFill>
        <p:spPr>
          <a:xfrm rot="10800000">
            <a:off x="-2" y="2684499"/>
            <a:ext cx="4371552" cy="2459001"/>
          </a:xfrm>
          <a:prstGeom prst="rect">
            <a:avLst/>
          </a:prstGeom>
          <a:noFill/>
          <a:ln>
            <a:noFill/>
          </a:ln>
        </p:spPr>
      </p:pic>
      <p:pic>
        <p:nvPicPr>
          <p:cNvPr id="20" name="Google Shape;20;p3"/>
          <p:cNvPicPr preferRelativeResize="0"/>
          <p:nvPr/>
        </p:nvPicPr>
        <p:blipFill rotWithShape="1">
          <a:blip r:embed="rId3">
            <a:alphaModFix/>
          </a:blip>
          <a:srcRect b="4058" l="3038" r="35825" t="3494"/>
          <a:stretch/>
        </p:blipFill>
        <p:spPr>
          <a:xfrm>
            <a:off x="8051675" y="-113750"/>
            <a:ext cx="1782125" cy="1515926"/>
          </a:xfrm>
          <a:prstGeom prst="rect">
            <a:avLst/>
          </a:prstGeom>
          <a:noFill/>
          <a:ln>
            <a:noFill/>
          </a:ln>
        </p:spPr>
      </p:pic>
      <p:pic>
        <p:nvPicPr>
          <p:cNvPr id="21" name="Google Shape;21;p3"/>
          <p:cNvPicPr preferRelativeResize="0"/>
          <p:nvPr/>
        </p:nvPicPr>
        <p:blipFill rotWithShape="1">
          <a:blip r:embed="rId3">
            <a:alphaModFix amt="60000"/>
          </a:blip>
          <a:srcRect b="4058" l="3038" r="35825" t="3494"/>
          <a:stretch/>
        </p:blipFill>
        <p:spPr>
          <a:xfrm rot="-8100000">
            <a:off x="7116898" y="-363301"/>
            <a:ext cx="1782126" cy="1515926"/>
          </a:xfrm>
          <a:prstGeom prst="rect">
            <a:avLst/>
          </a:prstGeom>
          <a:noFill/>
          <a:ln>
            <a:noFill/>
          </a:ln>
        </p:spPr>
      </p:pic>
      <p:pic>
        <p:nvPicPr>
          <p:cNvPr id="22" name="Google Shape;22;p3"/>
          <p:cNvPicPr preferRelativeResize="0"/>
          <p:nvPr/>
        </p:nvPicPr>
        <p:blipFill rotWithShape="1">
          <a:blip r:embed="rId3">
            <a:alphaModFix/>
          </a:blip>
          <a:srcRect b="4058" l="3038" r="35825" t="3494"/>
          <a:stretch/>
        </p:blipFill>
        <p:spPr>
          <a:xfrm>
            <a:off x="-333725" y="3904375"/>
            <a:ext cx="1782125" cy="15159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25" name="Google Shape;25;p4"/>
          <p:cNvSpPr txBox="1"/>
          <p:nvPr>
            <p:ph idx="1" type="body"/>
          </p:nvPr>
        </p:nvSpPr>
        <p:spPr>
          <a:xfrm>
            <a:off x="720000" y="1152475"/>
            <a:ext cx="7704000" cy="426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pic>
        <p:nvPicPr>
          <p:cNvPr id="26" name="Google Shape;26;p4"/>
          <p:cNvPicPr preferRelativeResize="0"/>
          <p:nvPr/>
        </p:nvPicPr>
        <p:blipFill rotWithShape="1">
          <a:blip r:embed="rId2">
            <a:alphaModFix amt="60000"/>
          </a:blip>
          <a:srcRect b="4058" l="3038" r="35825" t="3494"/>
          <a:stretch/>
        </p:blipFill>
        <p:spPr>
          <a:xfrm rot="-8100000">
            <a:off x="7116898" y="-363301"/>
            <a:ext cx="1782126" cy="1515926"/>
          </a:xfrm>
          <a:prstGeom prst="rect">
            <a:avLst/>
          </a:prstGeom>
          <a:noFill/>
          <a:ln>
            <a:noFill/>
          </a:ln>
        </p:spPr>
      </p:pic>
      <p:pic>
        <p:nvPicPr>
          <p:cNvPr id="27" name="Google Shape;27;p4"/>
          <p:cNvPicPr preferRelativeResize="0"/>
          <p:nvPr/>
        </p:nvPicPr>
        <p:blipFill>
          <a:blip r:embed="rId3">
            <a:alphaModFix amt="50000"/>
          </a:blip>
          <a:stretch>
            <a:fillRect/>
          </a:stretch>
        </p:blipFill>
        <p:spPr>
          <a:xfrm>
            <a:off x="5928850" y="0"/>
            <a:ext cx="3215150" cy="1808525"/>
          </a:xfrm>
          <a:prstGeom prst="rect">
            <a:avLst/>
          </a:prstGeom>
          <a:noFill/>
          <a:ln>
            <a:noFill/>
          </a:ln>
        </p:spPr>
      </p:pic>
      <p:pic>
        <p:nvPicPr>
          <p:cNvPr id="28" name="Google Shape;28;p4"/>
          <p:cNvPicPr preferRelativeResize="0"/>
          <p:nvPr/>
        </p:nvPicPr>
        <p:blipFill rotWithShape="1">
          <a:blip r:embed="rId2">
            <a:alphaModFix amt="27000"/>
          </a:blip>
          <a:srcRect b="4058" l="3038" r="35825" t="3494"/>
          <a:stretch/>
        </p:blipFill>
        <p:spPr>
          <a:xfrm>
            <a:off x="8051675" y="-113750"/>
            <a:ext cx="1782125" cy="1515926"/>
          </a:xfrm>
          <a:prstGeom prst="rect">
            <a:avLst/>
          </a:prstGeom>
          <a:noFill/>
          <a:ln>
            <a:noFill/>
          </a:ln>
        </p:spPr>
      </p:pic>
      <p:sp>
        <p:nvSpPr>
          <p:cNvPr id="29" name="Google Shape;29;p4"/>
          <p:cNvSpPr/>
          <p:nvPr/>
        </p:nvSpPr>
        <p:spPr>
          <a:xfrm>
            <a:off x="-418825" y="3943025"/>
            <a:ext cx="843000" cy="843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pic>
        <p:nvPicPr>
          <p:cNvPr id="31" name="Google Shape;31;p5"/>
          <p:cNvPicPr preferRelativeResize="0"/>
          <p:nvPr/>
        </p:nvPicPr>
        <p:blipFill>
          <a:blip r:embed="rId2">
            <a:alphaModFix amt="60000"/>
          </a:blip>
          <a:stretch>
            <a:fillRect/>
          </a:stretch>
        </p:blipFill>
        <p:spPr>
          <a:xfrm>
            <a:off x="4619600" y="0"/>
            <a:ext cx="4524398" cy="2544974"/>
          </a:xfrm>
          <a:prstGeom prst="rect">
            <a:avLst/>
          </a:prstGeom>
          <a:noFill/>
          <a:ln>
            <a:noFill/>
          </a:ln>
        </p:spPr>
      </p:pic>
      <p:sp>
        <p:nvSpPr>
          <p:cNvPr id="32" name="Google Shape;32;p5"/>
          <p:cNvSpPr txBox="1"/>
          <p:nvPr>
            <p:ph idx="1" type="subTitle"/>
          </p:nvPr>
        </p:nvSpPr>
        <p:spPr>
          <a:xfrm>
            <a:off x="1241000" y="1861275"/>
            <a:ext cx="2772600" cy="507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33" name="Google Shape;33;p5"/>
          <p:cNvSpPr txBox="1"/>
          <p:nvPr>
            <p:ph idx="2" type="subTitle"/>
          </p:nvPr>
        </p:nvSpPr>
        <p:spPr>
          <a:xfrm>
            <a:off x="5130400" y="1861275"/>
            <a:ext cx="2772600" cy="50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34" name="Google Shape;34;p5"/>
          <p:cNvSpPr txBox="1"/>
          <p:nvPr>
            <p:ph idx="3" type="subTitle"/>
          </p:nvPr>
        </p:nvSpPr>
        <p:spPr>
          <a:xfrm>
            <a:off x="1241000" y="2426075"/>
            <a:ext cx="2772600" cy="153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 name="Google Shape;35;p5"/>
          <p:cNvSpPr txBox="1"/>
          <p:nvPr>
            <p:ph idx="4" type="subTitle"/>
          </p:nvPr>
        </p:nvSpPr>
        <p:spPr>
          <a:xfrm>
            <a:off x="5130400" y="2426075"/>
            <a:ext cx="2772600" cy="153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 name="Google Shape;36;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37" name="Google Shape;37;p5"/>
          <p:cNvPicPr preferRelativeResize="0"/>
          <p:nvPr/>
        </p:nvPicPr>
        <p:blipFill>
          <a:blip r:embed="rId2">
            <a:alphaModFix amt="30000"/>
          </a:blip>
          <a:stretch>
            <a:fillRect/>
          </a:stretch>
        </p:blipFill>
        <p:spPr>
          <a:xfrm flipH="1">
            <a:off x="-1" y="-6847"/>
            <a:ext cx="3219950" cy="1811225"/>
          </a:xfrm>
          <a:prstGeom prst="rect">
            <a:avLst/>
          </a:prstGeom>
          <a:noFill/>
          <a:ln>
            <a:noFill/>
          </a:ln>
        </p:spPr>
      </p:pic>
      <p:pic>
        <p:nvPicPr>
          <p:cNvPr id="38" name="Google Shape;38;p5"/>
          <p:cNvPicPr preferRelativeResize="0"/>
          <p:nvPr/>
        </p:nvPicPr>
        <p:blipFill rotWithShape="1">
          <a:blip r:embed="rId3">
            <a:alphaModFix/>
          </a:blip>
          <a:srcRect b="4058" l="3038" r="35825" t="3494"/>
          <a:stretch/>
        </p:blipFill>
        <p:spPr>
          <a:xfrm>
            <a:off x="7630650" y="-263725"/>
            <a:ext cx="1782125" cy="151592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41" name="Google Shape;41;p6"/>
          <p:cNvPicPr preferRelativeResize="0"/>
          <p:nvPr/>
        </p:nvPicPr>
        <p:blipFill rotWithShape="1">
          <a:blip r:embed="rId2">
            <a:alphaModFix amt="60000"/>
          </a:blip>
          <a:srcRect b="4058" l="3038" r="35825" t="3494"/>
          <a:stretch/>
        </p:blipFill>
        <p:spPr>
          <a:xfrm rot="-8100000">
            <a:off x="7116898" y="-363301"/>
            <a:ext cx="1782126" cy="1515926"/>
          </a:xfrm>
          <a:prstGeom prst="rect">
            <a:avLst/>
          </a:prstGeom>
          <a:noFill/>
          <a:ln>
            <a:noFill/>
          </a:ln>
        </p:spPr>
      </p:pic>
      <p:pic>
        <p:nvPicPr>
          <p:cNvPr id="42" name="Google Shape;42;p6"/>
          <p:cNvPicPr preferRelativeResize="0"/>
          <p:nvPr/>
        </p:nvPicPr>
        <p:blipFill>
          <a:blip r:embed="rId3">
            <a:alphaModFix amt="50000"/>
          </a:blip>
          <a:stretch>
            <a:fillRect/>
          </a:stretch>
        </p:blipFill>
        <p:spPr>
          <a:xfrm>
            <a:off x="5928850" y="0"/>
            <a:ext cx="3215150" cy="1808525"/>
          </a:xfrm>
          <a:prstGeom prst="rect">
            <a:avLst/>
          </a:prstGeom>
          <a:noFill/>
          <a:ln>
            <a:noFill/>
          </a:ln>
        </p:spPr>
      </p:pic>
      <p:pic>
        <p:nvPicPr>
          <p:cNvPr id="43" name="Google Shape;43;p6"/>
          <p:cNvPicPr preferRelativeResize="0"/>
          <p:nvPr/>
        </p:nvPicPr>
        <p:blipFill rotWithShape="1">
          <a:blip r:embed="rId2">
            <a:alphaModFix amt="27000"/>
          </a:blip>
          <a:srcRect b="4058" l="3038" r="35825" t="3494"/>
          <a:stretch/>
        </p:blipFill>
        <p:spPr>
          <a:xfrm>
            <a:off x="8051675" y="-113750"/>
            <a:ext cx="1782125" cy="15159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720000" y="904025"/>
            <a:ext cx="47241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46" name="Google Shape;46;p7"/>
          <p:cNvSpPr txBox="1"/>
          <p:nvPr>
            <p:ph idx="1" type="body"/>
          </p:nvPr>
        </p:nvSpPr>
        <p:spPr>
          <a:xfrm>
            <a:off x="720000" y="1686175"/>
            <a:ext cx="4724100" cy="25533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47" name="Google Shape;47;p7"/>
          <p:cNvSpPr/>
          <p:nvPr>
            <p:ph idx="2" type="pic"/>
          </p:nvPr>
        </p:nvSpPr>
        <p:spPr>
          <a:xfrm>
            <a:off x="5906750" y="535050"/>
            <a:ext cx="2715000" cy="4073400"/>
          </a:xfrm>
          <a:prstGeom prst="roundRect">
            <a:avLst>
              <a:gd fmla="val 50000" name="adj"/>
            </a:avLst>
          </a:prstGeom>
          <a:noFill/>
          <a:ln>
            <a:noFill/>
          </a:ln>
        </p:spPr>
      </p:sp>
      <p:pic>
        <p:nvPicPr>
          <p:cNvPr id="48" name="Google Shape;48;p7"/>
          <p:cNvPicPr preferRelativeResize="0"/>
          <p:nvPr/>
        </p:nvPicPr>
        <p:blipFill>
          <a:blip r:embed="rId2">
            <a:alphaModFix amt="60000"/>
          </a:blip>
          <a:stretch>
            <a:fillRect/>
          </a:stretch>
        </p:blipFill>
        <p:spPr>
          <a:xfrm rot="10800000">
            <a:off x="0" y="3391250"/>
            <a:ext cx="3100800" cy="1744200"/>
          </a:xfrm>
          <a:prstGeom prst="rect">
            <a:avLst/>
          </a:prstGeom>
          <a:noFill/>
          <a:ln>
            <a:noFill/>
          </a:ln>
        </p:spPr>
      </p:pic>
      <p:pic>
        <p:nvPicPr>
          <p:cNvPr id="49" name="Google Shape;49;p7"/>
          <p:cNvPicPr preferRelativeResize="0"/>
          <p:nvPr/>
        </p:nvPicPr>
        <p:blipFill>
          <a:blip r:embed="rId2">
            <a:alphaModFix amt="60000"/>
          </a:blip>
          <a:stretch>
            <a:fillRect/>
          </a:stretch>
        </p:blipFill>
        <p:spPr>
          <a:xfrm>
            <a:off x="5317550" y="0"/>
            <a:ext cx="3826450" cy="2152375"/>
          </a:xfrm>
          <a:prstGeom prst="rect">
            <a:avLst/>
          </a:prstGeom>
          <a:noFill/>
          <a:ln>
            <a:noFill/>
          </a:ln>
        </p:spPr>
      </p:pic>
      <p:sp>
        <p:nvSpPr>
          <p:cNvPr id="50" name="Google Shape;50;p7"/>
          <p:cNvSpPr/>
          <p:nvPr/>
        </p:nvSpPr>
        <p:spPr>
          <a:xfrm>
            <a:off x="173950" y="154488"/>
            <a:ext cx="679500" cy="6795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 name="Google Shape;51;p7"/>
          <p:cNvPicPr preferRelativeResize="0"/>
          <p:nvPr/>
        </p:nvPicPr>
        <p:blipFill rotWithShape="1">
          <a:blip r:embed="rId3">
            <a:alphaModFix/>
          </a:blip>
          <a:srcRect b="4058" l="3038" r="35825" t="3494"/>
          <a:stretch/>
        </p:blipFill>
        <p:spPr>
          <a:xfrm>
            <a:off x="7630650" y="-263725"/>
            <a:ext cx="1782125" cy="15159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pic>
        <p:nvPicPr>
          <p:cNvPr id="53" name="Google Shape;53;p8"/>
          <p:cNvPicPr preferRelativeResize="0"/>
          <p:nvPr/>
        </p:nvPicPr>
        <p:blipFill>
          <a:blip r:embed="rId2">
            <a:alphaModFix amt="63000"/>
          </a:blip>
          <a:stretch>
            <a:fillRect/>
          </a:stretch>
        </p:blipFill>
        <p:spPr>
          <a:xfrm flipH="1">
            <a:off x="0" y="-1"/>
            <a:ext cx="5179824" cy="2913651"/>
          </a:xfrm>
          <a:prstGeom prst="rect">
            <a:avLst/>
          </a:prstGeom>
          <a:noFill/>
          <a:ln>
            <a:noFill/>
          </a:ln>
        </p:spPr>
      </p:pic>
      <p:pic>
        <p:nvPicPr>
          <p:cNvPr id="54" name="Google Shape;54;p8"/>
          <p:cNvPicPr preferRelativeResize="0"/>
          <p:nvPr/>
        </p:nvPicPr>
        <p:blipFill>
          <a:blip r:embed="rId2">
            <a:alphaModFix amt="40000"/>
          </a:blip>
          <a:stretch>
            <a:fillRect/>
          </a:stretch>
        </p:blipFill>
        <p:spPr>
          <a:xfrm flipH="1" rot="10800000">
            <a:off x="3744100" y="2106051"/>
            <a:ext cx="5399899" cy="3037449"/>
          </a:xfrm>
          <a:prstGeom prst="rect">
            <a:avLst/>
          </a:prstGeom>
          <a:noFill/>
          <a:ln>
            <a:noFill/>
          </a:ln>
        </p:spPr>
      </p:pic>
      <p:sp>
        <p:nvSpPr>
          <p:cNvPr id="55" name="Google Shape;55;p8"/>
          <p:cNvSpPr txBox="1"/>
          <p:nvPr>
            <p:ph type="title"/>
          </p:nvPr>
        </p:nvSpPr>
        <p:spPr>
          <a:xfrm>
            <a:off x="715200" y="2034900"/>
            <a:ext cx="7713600" cy="107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pic>
        <p:nvPicPr>
          <p:cNvPr id="56" name="Google Shape;56;p8"/>
          <p:cNvPicPr preferRelativeResize="0"/>
          <p:nvPr/>
        </p:nvPicPr>
        <p:blipFill rotWithShape="1">
          <a:blip r:embed="rId3">
            <a:alphaModFix amt="50000"/>
          </a:blip>
          <a:srcRect b="4058" l="3038" r="35825" t="3494"/>
          <a:stretch/>
        </p:blipFill>
        <p:spPr>
          <a:xfrm>
            <a:off x="196887" y="-222975"/>
            <a:ext cx="1782125" cy="1515926"/>
          </a:xfrm>
          <a:prstGeom prst="rect">
            <a:avLst/>
          </a:prstGeom>
          <a:noFill/>
          <a:ln>
            <a:noFill/>
          </a:ln>
        </p:spPr>
      </p:pic>
      <p:pic>
        <p:nvPicPr>
          <p:cNvPr id="57" name="Google Shape;57;p8"/>
          <p:cNvPicPr preferRelativeResize="0"/>
          <p:nvPr/>
        </p:nvPicPr>
        <p:blipFill rotWithShape="1">
          <a:blip r:embed="rId3">
            <a:alphaModFix/>
          </a:blip>
          <a:srcRect b="4058" l="3038" r="35825" t="3494"/>
          <a:stretch/>
        </p:blipFill>
        <p:spPr>
          <a:xfrm>
            <a:off x="7537837" y="3890375"/>
            <a:ext cx="1782125" cy="1515926"/>
          </a:xfrm>
          <a:prstGeom prst="rect">
            <a:avLst/>
          </a:prstGeom>
          <a:noFill/>
          <a:ln>
            <a:noFill/>
          </a:ln>
        </p:spPr>
      </p:pic>
      <p:sp>
        <p:nvSpPr>
          <p:cNvPr id="58" name="Google Shape;58;p8"/>
          <p:cNvSpPr/>
          <p:nvPr/>
        </p:nvSpPr>
        <p:spPr>
          <a:xfrm>
            <a:off x="-743975" y="4371663"/>
            <a:ext cx="1515600" cy="1515600"/>
          </a:xfrm>
          <a:prstGeom prst="star16">
            <a:avLst>
              <a:gd fmla="val 375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a:off x="4369400" y="4763852"/>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9"/>
          <p:cNvSpPr txBox="1"/>
          <p:nvPr>
            <p:ph type="title"/>
          </p:nvPr>
        </p:nvSpPr>
        <p:spPr>
          <a:xfrm>
            <a:off x="2241425" y="12931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2" name="Google Shape;62;p9"/>
          <p:cNvSpPr txBox="1"/>
          <p:nvPr>
            <p:ph idx="1" type="subTitle"/>
          </p:nvPr>
        </p:nvSpPr>
        <p:spPr>
          <a:xfrm>
            <a:off x="2241475" y="2819400"/>
            <a:ext cx="4661100" cy="59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pic>
        <p:nvPicPr>
          <p:cNvPr id="63" name="Google Shape;63;p9"/>
          <p:cNvPicPr preferRelativeResize="0"/>
          <p:nvPr/>
        </p:nvPicPr>
        <p:blipFill>
          <a:blip r:embed="rId2">
            <a:alphaModFix amt="60000"/>
          </a:blip>
          <a:stretch>
            <a:fillRect/>
          </a:stretch>
        </p:blipFill>
        <p:spPr>
          <a:xfrm>
            <a:off x="4619600" y="0"/>
            <a:ext cx="4524398" cy="2544974"/>
          </a:xfrm>
          <a:prstGeom prst="rect">
            <a:avLst/>
          </a:prstGeom>
          <a:noFill/>
          <a:ln>
            <a:noFill/>
          </a:ln>
        </p:spPr>
      </p:pic>
      <p:pic>
        <p:nvPicPr>
          <p:cNvPr id="64" name="Google Shape;64;p9"/>
          <p:cNvPicPr preferRelativeResize="0"/>
          <p:nvPr/>
        </p:nvPicPr>
        <p:blipFill>
          <a:blip r:embed="rId2">
            <a:alphaModFix amt="30000"/>
          </a:blip>
          <a:stretch>
            <a:fillRect/>
          </a:stretch>
        </p:blipFill>
        <p:spPr>
          <a:xfrm flipH="1">
            <a:off x="-1" y="-6847"/>
            <a:ext cx="3219950" cy="1811225"/>
          </a:xfrm>
          <a:prstGeom prst="rect">
            <a:avLst/>
          </a:prstGeom>
          <a:noFill/>
          <a:ln>
            <a:noFill/>
          </a:ln>
        </p:spPr>
      </p:pic>
      <p:pic>
        <p:nvPicPr>
          <p:cNvPr id="65" name="Google Shape;65;p9"/>
          <p:cNvPicPr preferRelativeResize="0"/>
          <p:nvPr/>
        </p:nvPicPr>
        <p:blipFill rotWithShape="1">
          <a:blip r:embed="rId3">
            <a:alphaModFix/>
          </a:blip>
          <a:srcRect b="4058" l="3038" r="35825" t="3494"/>
          <a:stretch/>
        </p:blipFill>
        <p:spPr>
          <a:xfrm>
            <a:off x="7397612" y="-395875"/>
            <a:ext cx="1782125" cy="15159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p:nvPr>
            <p:ph idx="2" type="pic"/>
          </p:nvPr>
        </p:nvSpPr>
        <p:spPr>
          <a:xfrm>
            <a:off x="0" y="0"/>
            <a:ext cx="9144000" cy="5143500"/>
          </a:xfrm>
          <a:prstGeom prst="rect">
            <a:avLst/>
          </a:prstGeom>
          <a:noFill/>
          <a:ln>
            <a:noFill/>
          </a:ln>
        </p:spPr>
      </p:sp>
      <p:sp>
        <p:nvSpPr>
          <p:cNvPr id="68" name="Google Shape;68;p10"/>
          <p:cNvSpPr txBox="1"/>
          <p:nvPr>
            <p:ph type="title"/>
          </p:nvPr>
        </p:nvSpPr>
        <p:spPr>
          <a:xfrm>
            <a:off x="720000" y="3940975"/>
            <a:ext cx="7704000" cy="667500"/>
          </a:xfrm>
          <a:prstGeom prst="rect">
            <a:avLst/>
          </a:prstGeom>
          <a:solidFill>
            <a:schemeClr val="lt1"/>
          </a:solid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Font typeface="Bodoni Moda"/>
              <a:buNone/>
              <a:defRPr>
                <a:latin typeface="Bodoni Moda"/>
                <a:ea typeface="Bodoni Moda"/>
                <a:cs typeface="Bodoni Moda"/>
                <a:sym typeface="Bodoni Moda"/>
              </a:defRPr>
            </a:lvl2pPr>
            <a:lvl3pPr lvl="2" rtl="0" algn="ctr">
              <a:spcBef>
                <a:spcPts val="0"/>
              </a:spcBef>
              <a:spcAft>
                <a:spcPts val="0"/>
              </a:spcAft>
              <a:buSzPts val="3000"/>
              <a:buFont typeface="Bodoni Moda"/>
              <a:buNone/>
              <a:defRPr>
                <a:latin typeface="Bodoni Moda"/>
                <a:ea typeface="Bodoni Moda"/>
                <a:cs typeface="Bodoni Moda"/>
                <a:sym typeface="Bodoni Moda"/>
              </a:defRPr>
            </a:lvl3pPr>
            <a:lvl4pPr lvl="3" rtl="0" algn="ctr">
              <a:spcBef>
                <a:spcPts val="0"/>
              </a:spcBef>
              <a:spcAft>
                <a:spcPts val="0"/>
              </a:spcAft>
              <a:buSzPts val="3000"/>
              <a:buFont typeface="Bodoni Moda"/>
              <a:buNone/>
              <a:defRPr>
                <a:latin typeface="Bodoni Moda"/>
                <a:ea typeface="Bodoni Moda"/>
                <a:cs typeface="Bodoni Moda"/>
                <a:sym typeface="Bodoni Moda"/>
              </a:defRPr>
            </a:lvl4pPr>
            <a:lvl5pPr lvl="4" rtl="0" algn="ctr">
              <a:spcBef>
                <a:spcPts val="0"/>
              </a:spcBef>
              <a:spcAft>
                <a:spcPts val="0"/>
              </a:spcAft>
              <a:buSzPts val="3000"/>
              <a:buFont typeface="Bodoni Moda"/>
              <a:buNone/>
              <a:defRPr>
                <a:latin typeface="Bodoni Moda"/>
                <a:ea typeface="Bodoni Moda"/>
                <a:cs typeface="Bodoni Moda"/>
                <a:sym typeface="Bodoni Moda"/>
              </a:defRPr>
            </a:lvl5pPr>
            <a:lvl6pPr lvl="5" rtl="0" algn="ctr">
              <a:spcBef>
                <a:spcPts val="0"/>
              </a:spcBef>
              <a:spcAft>
                <a:spcPts val="0"/>
              </a:spcAft>
              <a:buSzPts val="3000"/>
              <a:buFont typeface="Bodoni Moda"/>
              <a:buNone/>
              <a:defRPr>
                <a:latin typeface="Bodoni Moda"/>
                <a:ea typeface="Bodoni Moda"/>
                <a:cs typeface="Bodoni Moda"/>
                <a:sym typeface="Bodoni Moda"/>
              </a:defRPr>
            </a:lvl6pPr>
            <a:lvl7pPr lvl="6" rtl="0" algn="ctr">
              <a:spcBef>
                <a:spcPts val="0"/>
              </a:spcBef>
              <a:spcAft>
                <a:spcPts val="0"/>
              </a:spcAft>
              <a:buSzPts val="3000"/>
              <a:buFont typeface="Bodoni Moda"/>
              <a:buNone/>
              <a:defRPr>
                <a:latin typeface="Bodoni Moda"/>
                <a:ea typeface="Bodoni Moda"/>
                <a:cs typeface="Bodoni Moda"/>
                <a:sym typeface="Bodoni Moda"/>
              </a:defRPr>
            </a:lvl7pPr>
            <a:lvl8pPr lvl="7" rtl="0" algn="ctr">
              <a:spcBef>
                <a:spcPts val="0"/>
              </a:spcBef>
              <a:spcAft>
                <a:spcPts val="0"/>
              </a:spcAft>
              <a:buSzPts val="3000"/>
              <a:buFont typeface="Bodoni Moda"/>
              <a:buNone/>
              <a:defRPr>
                <a:latin typeface="Bodoni Moda"/>
                <a:ea typeface="Bodoni Moda"/>
                <a:cs typeface="Bodoni Moda"/>
                <a:sym typeface="Bodoni Moda"/>
              </a:defRPr>
            </a:lvl8pPr>
            <a:lvl9pPr lvl="8" rtl="0" algn="ctr">
              <a:spcBef>
                <a:spcPts val="0"/>
              </a:spcBef>
              <a:spcAft>
                <a:spcPts val="0"/>
              </a:spcAft>
              <a:buSzPts val="3000"/>
              <a:buFont typeface="Bodoni Moda"/>
              <a:buNone/>
              <a:defRPr>
                <a:latin typeface="Bodoni Moda"/>
                <a:ea typeface="Bodoni Moda"/>
                <a:cs typeface="Bodoni Moda"/>
                <a:sym typeface="Bodoni Moda"/>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11"/>
          <p:cNvSpPr txBox="1"/>
          <p:nvPr>
            <p:ph hasCustomPrompt="1" type="title"/>
          </p:nvPr>
        </p:nvSpPr>
        <p:spPr>
          <a:xfrm>
            <a:off x="1284000" y="1366338"/>
            <a:ext cx="6576000" cy="1511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9600"/>
              <a:buNone/>
              <a:defRPr sz="9600">
                <a:solidFill>
                  <a:schemeClr val="accent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1" name="Google Shape;71;p11"/>
          <p:cNvSpPr txBox="1"/>
          <p:nvPr>
            <p:ph idx="1" type="subTitle"/>
          </p:nvPr>
        </p:nvSpPr>
        <p:spPr>
          <a:xfrm>
            <a:off x="1284000" y="3063763"/>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72" name="Google Shape;72;p11"/>
          <p:cNvPicPr preferRelativeResize="0"/>
          <p:nvPr/>
        </p:nvPicPr>
        <p:blipFill>
          <a:blip r:embed="rId2">
            <a:alphaModFix amt="63000"/>
          </a:blip>
          <a:stretch>
            <a:fillRect/>
          </a:stretch>
        </p:blipFill>
        <p:spPr>
          <a:xfrm>
            <a:off x="3964188" y="-19913"/>
            <a:ext cx="5179824" cy="2913651"/>
          </a:xfrm>
          <a:prstGeom prst="rect">
            <a:avLst/>
          </a:prstGeom>
          <a:noFill/>
          <a:ln>
            <a:noFill/>
          </a:ln>
        </p:spPr>
      </p:pic>
      <p:pic>
        <p:nvPicPr>
          <p:cNvPr id="73" name="Google Shape;73;p11"/>
          <p:cNvPicPr preferRelativeResize="0"/>
          <p:nvPr/>
        </p:nvPicPr>
        <p:blipFill>
          <a:blip r:embed="rId2">
            <a:alphaModFix amt="40000"/>
          </a:blip>
          <a:stretch>
            <a:fillRect/>
          </a:stretch>
        </p:blipFill>
        <p:spPr>
          <a:xfrm rot="10800000">
            <a:off x="13" y="2086139"/>
            <a:ext cx="5399899" cy="3037449"/>
          </a:xfrm>
          <a:prstGeom prst="rect">
            <a:avLst/>
          </a:prstGeom>
          <a:noFill/>
          <a:ln>
            <a:noFill/>
          </a:ln>
        </p:spPr>
      </p:pic>
      <p:pic>
        <p:nvPicPr>
          <p:cNvPr id="74" name="Google Shape;74;p11"/>
          <p:cNvPicPr preferRelativeResize="0"/>
          <p:nvPr/>
        </p:nvPicPr>
        <p:blipFill rotWithShape="1">
          <a:blip r:embed="rId3">
            <a:alphaModFix amt="50000"/>
          </a:blip>
          <a:srcRect b="4058" l="3038" r="35825" t="3494"/>
          <a:stretch/>
        </p:blipFill>
        <p:spPr>
          <a:xfrm flipH="1">
            <a:off x="7165000" y="-242887"/>
            <a:ext cx="1782125" cy="1515926"/>
          </a:xfrm>
          <a:prstGeom prst="rect">
            <a:avLst/>
          </a:prstGeom>
          <a:noFill/>
          <a:ln>
            <a:noFill/>
          </a:ln>
        </p:spPr>
      </p:pic>
      <p:pic>
        <p:nvPicPr>
          <p:cNvPr id="75" name="Google Shape;75;p11"/>
          <p:cNvPicPr preferRelativeResize="0"/>
          <p:nvPr/>
        </p:nvPicPr>
        <p:blipFill rotWithShape="1">
          <a:blip r:embed="rId3">
            <a:alphaModFix/>
          </a:blip>
          <a:srcRect b="4058" l="3038" r="35825" t="3494"/>
          <a:stretch/>
        </p:blipFill>
        <p:spPr>
          <a:xfrm flipH="1">
            <a:off x="-175950" y="3870463"/>
            <a:ext cx="1782125" cy="15159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7" name="Shape 77"/>
        <p:cNvGrpSpPr/>
        <p:nvPr/>
      </p:nvGrpSpPr>
      <p:grpSpPr>
        <a:xfrm>
          <a:off x="0" y="0"/>
          <a:ext cx="0" cy="0"/>
          <a:chOff x="0" y="0"/>
          <a:chExt cx="0" cy="0"/>
        </a:xfrm>
      </p:grpSpPr>
      <p:pic>
        <p:nvPicPr>
          <p:cNvPr id="78" name="Google Shape;78;p13"/>
          <p:cNvPicPr preferRelativeResize="0"/>
          <p:nvPr/>
        </p:nvPicPr>
        <p:blipFill>
          <a:blip r:embed="rId2">
            <a:alphaModFix amt="60000"/>
          </a:blip>
          <a:stretch>
            <a:fillRect/>
          </a:stretch>
        </p:blipFill>
        <p:spPr>
          <a:xfrm flipH="1" rot="10800000">
            <a:off x="6043199" y="3391250"/>
            <a:ext cx="3100800" cy="1744200"/>
          </a:xfrm>
          <a:prstGeom prst="rect">
            <a:avLst/>
          </a:prstGeom>
          <a:noFill/>
          <a:ln>
            <a:noFill/>
          </a:ln>
        </p:spPr>
      </p:pic>
      <p:pic>
        <p:nvPicPr>
          <p:cNvPr id="79" name="Google Shape;79;p13"/>
          <p:cNvPicPr preferRelativeResize="0"/>
          <p:nvPr/>
        </p:nvPicPr>
        <p:blipFill>
          <a:blip r:embed="rId2">
            <a:alphaModFix amt="60000"/>
          </a:blip>
          <a:stretch>
            <a:fillRect/>
          </a:stretch>
        </p:blipFill>
        <p:spPr>
          <a:xfrm flipH="1">
            <a:off x="0" y="0"/>
            <a:ext cx="3215150" cy="1808525"/>
          </a:xfrm>
          <a:prstGeom prst="rect">
            <a:avLst/>
          </a:prstGeom>
          <a:noFill/>
          <a:ln>
            <a:noFill/>
          </a:ln>
        </p:spPr>
      </p:pic>
      <p:pic>
        <p:nvPicPr>
          <p:cNvPr id="80" name="Google Shape;80;p13"/>
          <p:cNvPicPr preferRelativeResize="0"/>
          <p:nvPr/>
        </p:nvPicPr>
        <p:blipFill rotWithShape="1">
          <a:blip r:embed="rId3">
            <a:alphaModFix/>
          </a:blip>
          <a:srcRect b="4058" l="3038" r="35825" t="3494"/>
          <a:stretch/>
        </p:blipFill>
        <p:spPr>
          <a:xfrm>
            <a:off x="7644675" y="4100875"/>
            <a:ext cx="1782125" cy="1515926"/>
          </a:xfrm>
          <a:prstGeom prst="rect">
            <a:avLst/>
          </a:prstGeom>
          <a:noFill/>
          <a:ln>
            <a:noFill/>
          </a:ln>
        </p:spPr>
      </p:pic>
      <p:sp>
        <p:nvSpPr>
          <p:cNvPr id="81" name="Google Shape;8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 name="Google Shape;82;p13"/>
          <p:cNvSpPr txBox="1"/>
          <p:nvPr>
            <p:ph hasCustomPrompt="1" idx="2" type="title"/>
          </p:nvPr>
        </p:nvSpPr>
        <p:spPr>
          <a:xfrm>
            <a:off x="1430700" y="1480875"/>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3" name="Google Shape;83;p13"/>
          <p:cNvSpPr txBox="1"/>
          <p:nvPr>
            <p:ph hasCustomPrompt="1" idx="3" type="title"/>
          </p:nvPr>
        </p:nvSpPr>
        <p:spPr>
          <a:xfrm>
            <a:off x="1430700" y="2914296"/>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4" name="Google Shape;84;p13"/>
          <p:cNvSpPr txBox="1"/>
          <p:nvPr>
            <p:ph hasCustomPrompt="1" idx="4" type="title"/>
          </p:nvPr>
        </p:nvSpPr>
        <p:spPr>
          <a:xfrm>
            <a:off x="4129975" y="1480875"/>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5" name="Google Shape;85;p13"/>
          <p:cNvSpPr txBox="1"/>
          <p:nvPr>
            <p:ph hasCustomPrompt="1" idx="5" type="title"/>
          </p:nvPr>
        </p:nvSpPr>
        <p:spPr>
          <a:xfrm>
            <a:off x="4129975" y="2914296"/>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6" name="Google Shape;86;p13"/>
          <p:cNvSpPr txBox="1"/>
          <p:nvPr>
            <p:ph hasCustomPrompt="1" idx="6" type="title"/>
          </p:nvPr>
        </p:nvSpPr>
        <p:spPr>
          <a:xfrm>
            <a:off x="6829250" y="1480875"/>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7" name="Google Shape;87;p13"/>
          <p:cNvSpPr txBox="1"/>
          <p:nvPr>
            <p:ph hasCustomPrompt="1" idx="7" type="title"/>
          </p:nvPr>
        </p:nvSpPr>
        <p:spPr>
          <a:xfrm>
            <a:off x="6829250" y="2914296"/>
            <a:ext cx="88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4"/>
              </a:buClr>
              <a:buSzPts val="3000"/>
              <a:buNone/>
              <a:defRPr sz="3500">
                <a:solidFill>
                  <a:schemeClr val="accent4"/>
                </a:solidFill>
              </a:defRPr>
            </a:lvl1pPr>
            <a:lvl2pPr lvl="1"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2pPr>
            <a:lvl3pPr lvl="2"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3pPr>
            <a:lvl4pPr lvl="3"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4pPr>
            <a:lvl5pPr lvl="4"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5pPr>
            <a:lvl6pPr lvl="5"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6pPr>
            <a:lvl7pPr lvl="6"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7pPr>
            <a:lvl8pPr lvl="7"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8pPr>
            <a:lvl9pPr lvl="8" rtl="0">
              <a:spcBef>
                <a:spcPts val="0"/>
              </a:spcBef>
              <a:spcAft>
                <a:spcPts val="0"/>
              </a:spcAft>
              <a:buClr>
                <a:schemeClr val="accent4"/>
              </a:buClr>
              <a:buSzPts val="3000"/>
              <a:buFont typeface="Bodoni Moda"/>
              <a:buNone/>
              <a:defRPr sz="3000">
                <a:solidFill>
                  <a:schemeClr val="accent4"/>
                </a:solidFill>
                <a:latin typeface="Bodoni Moda"/>
                <a:ea typeface="Bodoni Moda"/>
                <a:cs typeface="Bodoni Moda"/>
                <a:sym typeface="Bodoni Moda"/>
              </a:defRPr>
            </a:lvl9pPr>
          </a:lstStyle>
          <a:p>
            <a:r>
              <a:t>xx%</a:t>
            </a:r>
          </a:p>
        </p:txBody>
      </p:sp>
      <p:sp>
        <p:nvSpPr>
          <p:cNvPr id="88" name="Google Shape;88;p13"/>
          <p:cNvSpPr txBox="1"/>
          <p:nvPr>
            <p:ph idx="1" type="subTitle"/>
          </p:nvPr>
        </p:nvSpPr>
        <p:spPr>
          <a:xfrm>
            <a:off x="720000" y="20276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
        <p:nvSpPr>
          <p:cNvPr id="89" name="Google Shape;89;p13"/>
          <p:cNvSpPr txBox="1"/>
          <p:nvPr>
            <p:ph idx="8" type="subTitle"/>
          </p:nvPr>
        </p:nvSpPr>
        <p:spPr>
          <a:xfrm>
            <a:off x="3419275" y="20276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
        <p:nvSpPr>
          <p:cNvPr id="90" name="Google Shape;90;p13"/>
          <p:cNvSpPr txBox="1"/>
          <p:nvPr>
            <p:ph idx="9" type="subTitle"/>
          </p:nvPr>
        </p:nvSpPr>
        <p:spPr>
          <a:xfrm>
            <a:off x="6118550" y="20276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
        <p:nvSpPr>
          <p:cNvPr id="91" name="Google Shape;91;p13"/>
          <p:cNvSpPr txBox="1"/>
          <p:nvPr>
            <p:ph idx="13" type="subTitle"/>
          </p:nvPr>
        </p:nvSpPr>
        <p:spPr>
          <a:xfrm>
            <a:off x="720000" y="34595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
        <p:nvSpPr>
          <p:cNvPr id="92" name="Google Shape;92;p13"/>
          <p:cNvSpPr txBox="1"/>
          <p:nvPr>
            <p:ph idx="14" type="subTitle"/>
          </p:nvPr>
        </p:nvSpPr>
        <p:spPr>
          <a:xfrm>
            <a:off x="3419275" y="34595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
        <p:nvSpPr>
          <p:cNvPr id="93" name="Google Shape;93;p13"/>
          <p:cNvSpPr txBox="1"/>
          <p:nvPr>
            <p:ph idx="15" type="subTitle"/>
          </p:nvPr>
        </p:nvSpPr>
        <p:spPr>
          <a:xfrm>
            <a:off x="6118550" y="3459575"/>
            <a:ext cx="23055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odoni Moda"/>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SzPts val="1800"/>
              <a:buFont typeface="Bodoni Moda"/>
              <a:buNone/>
              <a:defRPr b="1" sz="1800">
                <a:latin typeface="Bodoni Moda"/>
                <a:ea typeface="Bodoni Moda"/>
                <a:cs typeface="Bodoni Moda"/>
                <a:sym typeface="Bodoni Moda"/>
              </a:defRPr>
            </a:lvl2pPr>
            <a:lvl3pPr lvl="2" rtl="0">
              <a:lnSpc>
                <a:spcPct val="100000"/>
              </a:lnSpc>
              <a:spcBef>
                <a:spcPts val="0"/>
              </a:spcBef>
              <a:spcAft>
                <a:spcPts val="0"/>
              </a:spcAft>
              <a:buSzPts val="1800"/>
              <a:buFont typeface="Bodoni Moda"/>
              <a:buNone/>
              <a:defRPr b="1" sz="1800">
                <a:latin typeface="Bodoni Moda"/>
                <a:ea typeface="Bodoni Moda"/>
                <a:cs typeface="Bodoni Moda"/>
                <a:sym typeface="Bodoni Moda"/>
              </a:defRPr>
            </a:lvl3pPr>
            <a:lvl4pPr lvl="3" rtl="0">
              <a:lnSpc>
                <a:spcPct val="100000"/>
              </a:lnSpc>
              <a:spcBef>
                <a:spcPts val="0"/>
              </a:spcBef>
              <a:spcAft>
                <a:spcPts val="0"/>
              </a:spcAft>
              <a:buSzPts val="1800"/>
              <a:buFont typeface="Bodoni Moda"/>
              <a:buNone/>
              <a:defRPr b="1" sz="1800">
                <a:latin typeface="Bodoni Moda"/>
                <a:ea typeface="Bodoni Moda"/>
                <a:cs typeface="Bodoni Moda"/>
                <a:sym typeface="Bodoni Moda"/>
              </a:defRPr>
            </a:lvl4pPr>
            <a:lvl5pPr lvl="4" rtl="0">
              <a:lnSpc>
                <a:spcPct val="100000"/>
              </a:lnSpc>
              <a:spcBef>
                <a:spcPts val="0"/>
              </a:spcBef>
              <a:spcAft>
                <a:spcPts val="0"/>
              </a:spcAft>
              <a:buSzPts val="1800"/>
              <a:buFont typeface="Bodoni Moda"/>
              <a:buNone/>
              <a:defRPr b="1" sz="1800">
                <a:latin typeface="Bodoni Moda"/>
                <a:ea typeface="Bodoni Moda"/>
                <a:cs typeface="Bodoni Moda"/>
                <a:sym typeface="Bodoni Moda"/>
              </a:defRPr>
            </a:lvl5pPr>
            <a:lvl6pPr lvl="5" rtl="0">
              <a:lnSpc>
                <a:spcPct val="100000"/>
              </a:lnSpc>
              <a:spcBef>
                <a:spcPts val="0"/>
              </a:spcBef>
              <a:spcAft>
                <a:spcPts val="0"/>
              </a:spcAft>
              <a:buSzPts val="1800"/>
              <a:buFont typeface="Bodoni Moda"/>
              <a:buNone/>
              <a:defRPr b="1" sz="1800">
                <a:latin typeface="Bodoni Moda"/>
                <a:ea typeface="Bodoni Moda"/>
                <a:cs typeface="Bodoni Moda"/>
                <a:sym typeface="Bodoni Moda"/>
              </a:defRPr>
            </a:lvl6pPr>
            <a:lvl7pPr lvl="6" rtl="0">
              <a:lnSpc>
                <a:spcPct val="100000"/>
              </a:lnSpc>
              <a:spcBef>
                <a:spcPts val="0"/>
              </a:spcBef>
              <a:spcAft>
                <a:spcPts val="0"/>
              </a:spcAft>
              <a:buSzPts val="1800"/>
              <a:buFont typeface="Bodoni Moda"/>
              <a:buNone/>
              <a:defRPr b="1" sz="1800">
                <a:latin typeface="Bodoni Moda"/>
                <a:ea typeface="Bodoni Moda"/>
                <a:cs typeface="Bodoni Moda"/>
                <a:sym typeface="Bodoni Moda"/>
              </a:defRPr>
            </a:lvl7pPr>
            <a:lvl8pPr lvl="7" rtl="0">
              <a:lnSpc>
                <a:spcPct val="100000"/>
              </a:lnSpc>
              <a:spcBef>
                <a:spcPts val="0"/>
              </a:spcBef>
              <a:spcAft>
                <a:spcPts val="0"/>
              </a:spcAft>
              <a:buSzPts val="1800"/>
              <a:buFont typeface="Bodoni Moda"/>
              <a:buNone/>
              <a:defRPr b="1" sz="1800">
                <a:latin typeface="Bodoni Moda"/>
                <a:ea typeface="Bodoni Moda"/>
                <a:cs typeface="Bodoni Moda"/>
                <a:sym typeface="Bodoni Moda"/>
              </a:defRPr>
            </a:lvl8pPr>
            <a:lvl9pPr lvl="8" rtl="0">
              <a:lnSpc>
                <a:spcPct val="100000"/>
              </a:lnSpc>
              <a:spcBef>
                <a:spcPts val="0"/>
              </a:spcBef>
              <a:spcAft>
                <a:spcPts val="0"/>
              </a:spcAft>
              <a:buSzPts val="1800"/>
              <a:buFont typeface="Bodoni Moda"/>
              <a:buNone/>
              <a:defRPr b="1" sz="1800">
                <a:latin typeface="Bodoni Moda"/>
                <a:ea typeface="Bodoni Moda"/>
                <a:cs typeface="Bodoni Moda"/>
                <a:sym typeface="Bodoni Moda"/>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4" name="Shape 94"/>
        <p:cNvGrpSpPr/>
        <p:nvPr/>
      </p:nvGrpSpPr>
      <p:grpSpPr>
        <a:xfrm>
          <a:off x="0" y="0"/>
          <a:ext cx="0" cy="0"/>
          <a:chOff x="0" y="0"/>
          <a:chExt cx="0" cy="0"/>
        </a:xfrm>
      </p:grpSpPr>
      <p:pic>
        <p:nvPicPr>
          <p:cNvPr id="95" name="Google Shape;95;p14"/>
          <p:cNvPicPr preferRelativeResize="0"/>
          <p:nvPr/>
        </p:nvPicPr>
        <p:blipFill>
          <a:blip r:embed="rId2">
            <a:alphaModFix amt="63000"/>
          </a:blip>
          <a:stretch>
            <a:fillRect/>
          </a:stretch>
        </p:blipFill>
        <p:spPr>
          <a:xfrm flipH="1">
            <a:off x="0" y="-1"/>
            <a:ext cx="5179824" cy="2913651"/>
          </a:xfrm>
          <a:prstGeom prst="rect">
            <a:avLst/>
          </a:prstGeom>
          <a:noFill/>
          <a:ln>
            <a:noFill/>
          </a:ln>
        </p:spPr>
      </p:pic>
      <p:pic>
        <p:nvPicPr>
          <p:cNvPr id="96" name="Google Shape;96;p14"/>
          <p:cNvPicPr preferRelativeResize="0"/>
          <p:nvPr/>
        </p:nvPicPr>
        <p:blipFill>
          <a:blip r:embed="rId2">
            <a:alphaModFix amt="60000"/>
          </a:blip>
          <a:stretch>
            <a:fillRect/>
          </a:stretch>
        </p:blipFill>
        <p:spPr>
          <a:xfrm flipH="1" rot="10800000">
            <a:off x="3964175" y="2229849"/>
            <a:ext cx="5179824" cy="2913651"/>
          </a:xfrm>
          <a:prstGeom prst="rect">
            <a:avLst/>
          </a:prstGeom>
          <a:noFill/>
          <a:ln>
            <a:noFill/>
          </a:ln>
        </p:spPr>
      </p:pic>
      <p:sp>
        <p:nvSpPr>
          <p:cNvPr id="97" name="Google Shape;97;p14"/>
          <p:cNvSpPr txBox="1"/>
          <p:nvPr>
            <p:ph type="title"/>
          </p:nvPr>
        </p:nvSpPr>
        <p:spPr>
          <a:xfrm>
            <a:off x="1458150" y="2982563"/>
            <a:ext cx="6227700" cy="504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7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 name="Google Shape;98;p14"/>
          <p:cNvSpPr txBox="1"/>
          <p:nvPr>
            <p:ph idx="1" type="subTitle"/>
          </p:nvPr>
        </p:nvSpPr>
        <p:spPr>
          <a:xfrm>
            <a:off x="1458150" y="1656338"/>
            <a:ext cx="6227700" cy="1260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23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pic>
        <p:nvPicPr>
          <p:cNvPr id="99" name="Google Shape;99;p14"/>
          <p:cNvPicPr preferRelativeResize="0"/>
          <p:nvPr/>
        </p:nvPicPr>
        <p:blipFill rotWithShape="1">
          <a:blip r:embed="rId3">
            <a:alphaModFix/>
          </a:blip>
          <a:srcRect b="4058" l="3038" r="35825" t="3494"/>
          <a:stretch/>
        </p:blipFill>
        <p:spPr>
          <a:xfrm>
            <a:off x="7537837" y="3890375"/>
            <a:ext cx="1782125" cy="1515926"/>
          </a:xfrm>
          <a:prstGeom prst="rect">
            <a:avLst/>
          </a:prstGeom>
          <a:noFill/>
          <a:ln>
            <a:noFill/>
          </a:ln>
        </p:spPr>
      </p:pic>
      <p:pic>
        <p:nvPicPr>
          <p:cNvPr id="100" name="Google Shape;100;p14"/>
          <p:cNvPicPr preferRelativeResize="0"/>
          <p:nvPr/>
        </p:nvPicPr>
        <p:blipFill rotWithShape="1">
          <a:blip r:embed="rId3">
            <a:alphaModFix amt="50000"/>
          </a:blip>
          <a:srcRect b="4058" l="3038" r="35825" t="3494"/>
          <a:stretch/>
        </p:blipFill>
        <p:spPr>
          <a:xfrm>
            <a:off x="69712" y="-446887"/>
            <a:ext cx="1782125" cy="1515926"/>
          </a:xfrm>
          <a:prstGeom prst="rect">
            <a:avLst/>
          </a:prstGeom>
          <a:noFill/>
          <a:ln>
            <a:noFill/>
          </a:ln>
        </p:spPr>
      </p:pic>
      <p:sp>
        <p:nvSpPr>
          <p:cNvPr id="101" name="Google Shape;101;p14"/>
          <p:cNvSpPr/>
          <p:nvPr/>
        </p:nvSpPr>
        <p:spPr>
          <a:xfrm>
            <a:off x="8118250" y="-500100"/>
            <a:ext cx="1515600" cy="1515600"/>
          </a:xfrm>
          <a:prstGeom prst="star16">
            <a:avLst>
              <a:gd fmla="val 375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02" name="Shape 102"/>
        <p:cNvGrpSpPr/>
        <p:nvPr/>
      </p:nvGrpSpPr>
      <p:grpSpPr>
        <a:xfrm>
          <a:off x="0" y="0"/>
          <a:ext cx="0" cy="0"/>
          <a:chOff x="0" y="0"/>
          <a:chExt cx="0" cy="0"/>
        </a:xfrm>
      </p:grpSpPr>
      <p:pic>
        <p:nvPicPr>
          <p:cNvPr id="103" name="Google Shape;103;p15"/>
          <p:cNvPicPr preferRelativeResize="0"/>
          <p:nvPr/>
        </p:nvPicPr>
        <p:blipFill rotWithShape="1">
          <a:blip r:embed="rId2">
            <a:alphaModFix/>
          </a:blip>
          <a:srcRect b="4058" l="3038" r="35825" t="3494"/>
          <a:stretch/>
        </p:blipFill>
        <p:spPr>
          <a:xfrm>
            <a:off x="7630650" y="-256581"/>
            <a:ext cx="1782125" cy="1515926"/>
          </a:xfrm>
          <a:prstGeom prst="rect">
            <a:avLst/>
          </a:prstGeom>
          <a:noFill/>
          <a:ln>
            <a:noFill/>
          </a:ln>
        </p:spPr>
      </p:pic>
      <p:pic>
        <p:nvPicPr>
          <p:cNvPr id="104" name="Google Shape;104;p15"/>
          <p:cNvPicPr preferRelativeResize="0"/>
          <p:nvPr/>
        </p:nvPicPr>
        <p:blipFill>
          <a:blip r:embed="rId3">
            <a:alphaModFix amt="60000"/>
          </a:blip>
          <a:stretch>
            <a:fillRect/>
          </a:stretch>
        </p:blipFill>
        <p:spPr>
          <a:xfrm rot="10800000">
            <a:off x="-12350" y="3053875"/>
            <a:ext cx="3826450" cy="2152375"/>
          </a:xfrm>
          <a:prstGeom prst="rect">
            <a:avLst/>
          </a:prstGeom>
          <a:noFill/>
          <a:ln>
            <a:noFill/>
          </a:ln>
        </p:spPr>
      </p:pic>
      <p:pic>
        <p:nvPicPr>
          <p:cNvPr id="105" name="Google Shape;105;p15"/>
          <p:cNvPicPr preferRelativeResize="0"/>
          <p:nvPr/>
        </p:nvPicPr>
        <p:blipFill>
          <a:blip r:embed="rId3">
            <a:alphaModFix amt="60000"/>
          </a:blip>
          <a:stretch>
            <a:fillRect/>
          </a:stretch>
        </p:blipFill>
        <p:spPr>
          <a:xfrm>
            <a:off x="5317550" y="0"/>
            <a:ext cx="3826450" cy="2152375"/>
          </a:xfrm>
          <a:prstGeom prst="rect">
            <a:avLst/>
          </a:prstGeom>
          <a:noFill/>
          <a:ln>
            <a:noFill/>
          </a:ln>
        </p:spPr>
      </p:pic>
      <p:sp>
        <p:nvSpPr>
          <p:cNvPr id="106" name="Google Shape;106;p15"/>
          <p:cNvSpPr txBox="1"/>
          <p:nvPr>
            <p:ph idx="1" type="subTitle"/>
          </p:nvPr>
        </p:nvSpPr>
        <p:spPr>
          <a:xfrm>
            <a:off x="715100" y="1493625"/>
            <a:ext cx="4172100" cy="74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07" name="Google Shape;107;p15"/>
          <p:cNvSpPr txBox="1"/>
          <p:nvPr>
            <p:ph type="title"/>
          </p:nvPr>
        </p:nvSpPr>
        <p:spPr>
          <a:xfrm>
            <a:off x="715100" y="815650"/>
            <a:ext cx="4172100" cy="59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8" name="Google Shape;108;p15"/>
          <p:cNvSpPr/>
          <p:nvPr>
            <p:ph idx="2" type="pic"/>
          </p:nvPr>
        </p:nvSpPr>
        <p:spPr>
          <a:xfrm>
            <a:off x="5376175" y="281250"/>
            <a:ext cx="3052800" cy="4581000"/>
          </a:xfrm>
          <a:prstGeom prst="roundRect">
            <a:avLst>
              <a:gd fmla="val 50000" name="adj"/>
            </a:avLst>
          </a:prstGeom>
          <a:noFill/>
          <a:ln>
            <a:noFill/>
          </a:ln>
        </p:spPr>
      </p:sp>
      <p:sp>
        <p:nvSpPr>
          <p:cNvPr id="109" name="Google Shape;109;p15"/>
          <p:cNvSpPr/>
          <p:nvPr>
            <p:ph idx="3" type="pic"/>
          </p:nvPr>
        </p:nvSpPr>
        <p:spPr>
          <a:xfrm>
            <a:off x="880400" y="2571750"/>
            <a:ext cx="3841500" cy="2130300"/>
          </a:xfrm>
          <a:prstGeom prst="roundRect">
            <a:avLst>
              <a:gd fmla="val 50000" name="adj"/>
            </a:avLst>
          </a:prstGeom>
          <a:noFill/>
          <a:ln>
            <a:noFill/>
          </a:ln>
        </p:spPr>
      </p:sp>
      <p:sp>
        <p:nvSpPr>
          <p:cNvPr id="110" name="Google Shape;110;p15"/>
          <p:cNvSpPr/>
          <p:nvPr/>
        </p:nvSpPr>
        <p:spPr>
          <a:xfrm>
            <a:off x="-426000" y="113500"/>
            <a:ext cx="843000" cy="843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1628600" y="-847950"/>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3422100" y="4862250"/>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3" name="Shape 113"/>
        <p:cNvGrpSpPr/>
        <p:nvPr/>
      </p:nvGrpSpPr>
      <p:grpSpPr>
        <a:xfrm>
          <a:off x="0" y="0"/>
          <a:ext cx="0" cy="0"/>
          <a:chOff x="0" y="0"/>
          <a:chExt cx="0" cy="0"/>
        </a:xfrm>
      </p:grpSpPr>
      <p:pic>
        <p:nvPicPr>
          <p:cNvPr id="114" name="Google Shape;114;p16"/>
          <p:cNvPicPr preferRelativeResize="0"/>
          <p:nvPr/>
        </p:nvPicPr>
        <p:blipFill>
          <a:blip r:embed="rId2">
            <a:alphaModFix amt="50000"/>
          </a:blip>
          <a:stretch>
            <a:fillRect/>
          </a:stretch>
        </p:blipFill>
        <p:spPr>
          <a:xfrm rot="10800000">
            <a:off x="-2" y="2684499"/>
            <a:ext cx="4371552" cy="2459001"/>
          </a:xfrm>
          <a:prstGeom prst="rect">
            <a:avLst/>
          </a:prstGeom>
          <a:noFill/>
          <a:ln>
            <a:noFill/>
          </a:ln>
        </p:spPr>
      </p:pic>
      <p:pic>
        <p:nvPicPr>
          <p:cNvPr id="115" name="Google Shape;115;p16"/>
          <p:cNvPicPr preferRelativeResize="0"/>
          <p:nvPr/>
        </p:nvPicPr>
        <p:blipFill>
          <a:blip r:embed="rId2">
            <a:alphaModFix amt="40000"/>
          </a:blip>
          <a:stretch>
            <a:fillRect/>
          </a:stretch>
        </p:blipFill>
        <p:spPr>
          <a:xfrm flipH="1" rot="10800000">
            <a:off x="5928850" y="3334975"/>
            <a:ext cx="3215150" cy="1808525"/>
          </a:xfrm>
          <a:prstGeom prst="rect">
            <a:avLst/>
          </a:prstGeom>
          <a:noFill/>
          <a:ln>
            <a:noFill/>
          </a:ln>
        </p:spPr>
      </p:pic>
      <p:sp>
        <p:nvSpPr>
          <p:cNvPr id="116" name="Google Shape;11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7" name="Google Shape;117;p16"/>
          <p:cNvSpPr txBox="1"/>
          <p:nvPr>
            <p:ph idx="1" type="subTitle"/>
          </p:nvPr>
        </p:nvSpPr>
        <p:spPr>
          <a:xfrm>
            <a:off x="1239612" y="1708450"/>
            <a:ext cx="2515500" cy="4302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18" name="Google Shape;118;p16"/>
          <p:cNvSpPr txBox="1"/>
          <p:nvPr>
            <p:ph idx="2" type="subTitle"/>
          </p:nvPr>
        </p:nvSpPr>
        <p:spPr>
          <a:xfrm>
            <a:off x="3985188" y="1458400"/>
            <a:ext cx="3921000" cy="93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9" name="Google Shape;119;p16"/>
          <p:cNvSpPr txBox="1"/>
          <p:nvPr>
            <p:ph idx="3" type="subTitle"/>
          </p:nvPr>
        </p:nvSpPr>
        <p:spPr>
          <a:xfrm>
            <a:off x="1239612" y="3928250"/>
            <a:ext cx="2515500" cy="4302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20" name="Google Shape;120;p16"/>
          <p:cNvSpPr txBox="1"/>
          <p:nvPr>
            <p:ph idx="4" type="subTitle"/>
          </p:nvPr>
        </p:nvSpPr>
        <p:spPr>
          <a:xfrm>
            <a:off x="3985188" y="3678200"/>
            <a:ext cx="3921000" cy="93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1" name="Google Shape;121;p16"/>
          <p:cNvSpPr txBox="1"/>
          <p:nvPr>
            <p:ph idx="5" type="subTitle"/>
          </p:nvPr>
        </p:nvSpPr>
        <p:spPr>
          <a:xfrm>
            <a:off x="1237812" y="2818350"/>
            <a:ext cx="2517300" cy="4302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22" name="Google Shape;122;p16"/>
          <p:cNvSpPr txBox="1"/>
          <p:nvPr>
            <p:ph idx="6" type="subTitle"/>
          </p:nvPr>
        </p:nvSpPr>
        <p:spPr>
          <a:xfrm>
            <a:off x="3985188" y="2568300"/>
            <a:ext cx="3919800" cy="93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23" name="Shape 123"/>
        <p:cNvGrpSpPr/>
        <p:nvPr/>
      </p:nvGrpSpPr>
      <p:grpSpPr>
        <a:xfrm>
          <a:off x="0" y="0"/>
          <a:ext cx="0" cy="0"/>
          <a:chOff x="0" y="0"/>
          <a:chExt cx="0" cy="0"/>
        </a:xfrm>
      </p:grpSpPr>
      <p:sp>
        <p:nvSpPr>
          <p:cNvPr id="124" name="Google Shape;124;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5" name="Google Shape;125;p17"/>
          <p:cNvSpPr txBox="1"/>
          <p:nvPr>
            <p:ph idx="1" type="subTitle"/>
          </p:nvPr>
        </p:nvSpPr>
        <p:spPr>
          <a:xfrm>
            <a:off x="1625738" y="1715025"/>
            <a:ext cx="4707900" cy="5262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6" name="Google Shape;126;p17"/>
          <p:cNvSpPr txBox="1"/>
          <p:nvPr>
            <p:ph idx="2" type="subTitle"/>
          </p:nvPr>
        </p:nvSpPr>
        <p:spPr>
          <a:xfrm>
            <a:off x="2810362" y="2898662"/>
            <a:ext cx="47079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7" name="Google Shape;127;p17"/>
          <p:cNvSpPr txBox="1"/>
          <p:nvPr>
            <p:ph idx="3" type="subTitle"/>
          </p:nvPr>
        </p:nvSpPr>
        <p:spPr>
          <a:xfrm>
            <a:off x="1625738" y="4082300"/>
            <a:ext cx="4707900" cy="5262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b="1" sz="1800">
                <a:solidFill>
                  <a:schemeClr val="dk1"/>
                </a:solidFill>
                <a:latin typeface="Bodoni Moda"/>
                <a:ea typeface="Bodoni Moda"/>
                <a:cs typeface="Bodoni Moda"/>
                <a:sym typeface="Bodoni Mod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8" name="Google Shape;128;p17"/>
          <p:cNvSpPr txBox="1"/>
          <p:nvPr>
            <p:ph idx="4" type="subTitle"/>
          </p:nvPr>
        </p:nvSpPr>
        <p:spPr>
          <a:xfrm>
            <a:off x="1625738" y="1280825"/>
            <a:ext cx="4707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9" name="Google Shape;129;p17"/>
          <p:cNvSpPr txBox="1"/>
          <p:nvPr>
            <p:ph idx="5" type="subTitle"/>
          </p:nvPr>
        </p:nvSpPr>
        <p:spPr>
          <a:xfrm>
            <a:off x="2810362" y="2462430"/>
            <a:ext cx="4707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0" name="Google Shape;130;p17"/>
          <p:cNvSpPr txBox="1"/>
          <p:nvPr>
            <p:ph idx="6" type="subTitle"/>
          </p:nvPr>
        </p:nvSpPr>
        <p:spPr>
          <a:xfrm>
            <a:off x="1625738" y="3644035"/>
            <a:ext cx="4707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pic>
        <p:nvPicPr>
          <p:cNvPr id="131" name="Google Shape;131;p17"/>
          <p:cNvPicPr preferRelativeResize="0"/>
          <p:nvPr/>
        </p:nvPicPr>
        <p:blipFill>
          <a:blip r:embed="rId2">
            <a:alphaModFix amt="50000"/>
          </a:blip>
          <a:stretch>
            <a:fillRect/>
          </a:stretch>
        </p:blipFill>
        <p:spPr>
          <a:xfrm rot="10800000">
            <a:off x="-2" y="2684499"/>
            <a:ext cx="4371552" cy="2459001"/>
          </a:xfrm>
          <a:prstGeom prst="rect">
            <a:avLst/>
          </a:prstGeom>
          <a:noFill/>
          <a:ln>
            <a:noFill/>
          </a:ln>
        </p:spPr>
      </p:pic>
      <p:pic>
        <p:nvPicPr>
          <p:cNvPr id="132" name="Google Shape;132;p17"/>
          <p:cNvPicPr preferRelativeResize="0"/>
          <p:nvPr/>
        </p:nvPicPr>
        <p:blipFill rotWithShape="1">
          <a:blip r:embed="rId3">
            <a:alphaModFix amt="70000"/>
          </a:blip>
          <a:srcRect b="4058" l="3038" r="35825" t="3494"/>
          <a:stretch/>
        </p:blipFill>
        <p:spPr>
          <a:xfrm>
            <a:off x="-467025" y="3771075"/>
            <a:ext cx="1782125" cy="1515926"/>
          </a:xfrm>
          <a:prstGeom prst="rect">
            <a:avLst/>
          </a:prstGeom>
          <a:noFill/>
          <a:ln>
            <a:noFill/>
          </a:ln>
        </p:spPr>
      </p:pic>
      <p:pic>
        <p:nvPicPr>
          <p:cNvPr id="133" name="Google Shape;133;p17"/>
          <p:cNvPicPr preferRelativeResize="0"/>
          <p:nvPr/>
        </p:nvPicPr>
        <p:blipFill>
          <a:blip r:embed="rId2">
            <a:alphaModFix amt="40000"/>
          </a:blip>
          <a:stretch>
            <a:fillRect/>
          </a:stretch>
        </p:blipFill>
        <p:spPr>
          <a:xfrm flipH="1" rot="10800000">
            <a:off x="5928850" y="3334975"/>
            <a:ext cx="3215150" cy="1808525"/>
          </a:xfrm>
          <a:prstGeom prst="rect">
            <a:avLst/>
          </a:prstGeom>
          <a:noFill/>
          <a:ln>
            <a:noFill/>
          </a:ln>
        </p:spPr>
      </p:pic>
      <p:sp>
        <p:nvSpPr>
          <p:cNvPr id="134" name="Google Shape;134;p17"/>
          <p:cNvSpPr/>
          <p:nvPr/>
        </p:nvSpPr>
        <p:spPr>
          <a:xfrm rot="5400000">
            <a:off x="-1342462" y="1319475"/>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rot="5400000">
            <a:off x="8243963" y="3221100"/>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36" name="Shape 136"/>
        <p:cNvGrpSpPr/>
        <p:nvPr/>
      </p:nvGrpSpPr>
      <p:grpSpPr>
        <a:xfrm>
          <a:off x="0" y="0"/>
          <a:ext cx="0" cy="0"/>
          <a:chOff x="0" y="0"/>
          <a:chExt cx="0" cy="0"/>
        </a:xfrm>
      </p:grpSpPr>
      <p:pic>
        <p:nvPicPr>
          <p:cNvPr id="137" name="Google Shape;137;p18"/>
          <p:cNvPicPr preferRelativeResize="0"/>
          <p:nvPr/>
        </p:nvPicPr>
        <p:blipFill>
          <a:blip r:embed="rId2">
            <a:alphaModFix amt="50000"/>
          </a:blip>
          <a:stretch>
            <a:fillRect/>
          </a:stretch>
        </p:blipFill>
        <p:spPr>
          <a:xfrm flipH="1">
            <a:off x="0" y="0"/>
            <a:ext cx="3215150" cy="1808525"/>
          </a:xfrm>
          <a:prstGeom prst="rect">
            <a:avLst/>
          </a:prstGeom>
          <a:noFill/>
          <a:ln>
            <a:noFill/>
          </a:ln>
        </p:spPr>
      </p:pic>
      <p:sp>
        <p:nvSpPr>
          <p:cNvPr id="138" name="Google Shape;13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9" name="Google Shape;139;p18"/>
          <p:cNvSpPr txBox="1"/>
          <p:nvPr>
            <p:ph idx="1" type="subTitle"/>
          </p:nvPr>
        </p:nvSpPr>
        <p:spPr>
          <a:xfrm>
            <a:off x="796238" y="1306475"/>
            <a:ext cx="3546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40" name="Google Shape;140;p18"/>
          <p:cNvSpPr txBox="1"/>
          <p:nvPr>
            <p:ph idx="2" type="subTitle"/>
          </p:nvPr>
        </p:nvSpPr>
        <p:spPr>
          <a:xfrm>
            <a:off x="796238" y="1885775"/>
            <a:ext cx="3546000" cy="9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18"/>
          <p:cNvSpPr txBox="1"/>
          <p:nvPr>
            <p:ph idx="3" type="subTitle"/>
          </p:nvPr>
        </p:nvSpPr>
        <p:spPr>
          <a:xfrm>
            <a:off x="4801762" y="1885775"/>
            <a:ext cx="3546000" cy="9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18"/>
          <p:cNvSpPr txBox="1"/>
          <p:nvPr>
            <p:ph idx="4" type="subTitle"/>
          </p:nvPr>
        </p:nvSpPr>
        <p:spPr>
          <a:xfrm>
            <a:off x="796238" y="3634100"/>
            <a:ext cx="3546000" cy="9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3" name="Google Shape;143;p18"/>
          <p:cNvSpPr txBox="1"/>
          <p:nvPr>
            <p:ph idx="5" type="subTitle"/>
          </p:nvPr>
        </p:nvSpPr>
        <p:spPr>
          <a:xfrm>
            <a:off x="4801762" y="3634100"/>
            <a:ext cx="3546000" cy="9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4" name="Google Shape;144;p18"/>
          <p:cNvSpPr txBox="1"/>
          <p:nvPr>
            <p:ph idx="6" type="subTitle"/>
          </p:nvPr>
        </p:nvSpPr>
        <p:spPr>
          <a:xfrm>
            <a:off x="796238" y="3054800"/>
            <a:ext cx="3546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45" name="Google Shape;145;p18"/>
          <p:cNvSpPr txBox="1"/>
          <p:nvPr>
            <p:ph idx="7" type="subTitle"/>
          </p:nvPr>
        </p:nvSpPr>
        <p:spPr>
          <a:xfrm>
            <a:off x="4801762" y="1306475"/>
            <a:ext cx="3546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46" name="Google Shape;146;p18"/>
          <p:cNvSpPr txBox="1"/>
          <p:nvPr>
            <p:ph idx="8" type="subTitle"/>
          </p:nvPr>
        </p:nvSpPr>
        <p:spPr>
          <a:xfrm>
            <a:off x="4801762" y="3054800"/>
            <a:ext cx="3546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47" name="Google Shape;147;p18"/>
          <p:cNvSpPr/>
          <p:nvPr/>
        </p:nvSpPr>
        <p:spPr>
          <a:xfrm>
            <a:off x="-418825" y="3943025"/>
            <a:ext cx="843000" cy="843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48" name="Shape 148"/>
        <p:cNvGrpSpPr/>
        <p:nvPr/>
      </p:nvGrpSpPr>
      <p:grpSpPr>
        <a:xfrm>
          <a:off x="0" y="0"/>
          <a:ext cx="0" cy="0"/>
          <a:chOff x="0" y="0"/>
          <a:chExt cx="0" cy="0"/>
        </a:xfrm>
      </p:grpSpPr>
      <p:pic>
        <p:nvPicPr>
          <p:cNvPr id="149" name="Google Shape;149;p19"/>
          <p:cNvPicPr preferRelativeResize="0"/>
          <p:nvPr/>
        </p:nvPicPr>
        <p:blipFill>
          <a:blip r:embed="rId2">
            <a:alphaModFix amt="50000"/>
          </a:blip>
          <a:stretch>
            <a:fillRect/>
          </a:stretch>
        </p:blipFill>
        <p:spPr>
          <a:xfrm>
            <a:off x="5928850" y="0"/>
            <a:ext cx="3215150" cy="1808525"/>
          </a:xfrm>
          <a:prstGeom prst="rect">
            <a:avLst/>
          </a:prstGeom>
          <a:noFill/>
          <a:ln>
            <a:noFill/>
          </a:ln>
        </p:spPr>
      </p:pic>
      <p:sp>
        <p:nvSpPr>
          <p:cNvPr id="150" name="Google Shape;150;p19"/>
          <p:cNvSpPr/>
          <p:nvPr/>
        </p:nvSpPr>
        <p:spPr>
          <a:xfrm rot="5400000">
            <a:off x="8243963" y="3221100"/>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19"/>
          <p:cNvSpPr txBox="1"/>
          <p:nvPr>
            <p:ph idx="1" type="subTitle"/>
          </p:nvPr>
        </p:nvSpPr>
        <p:spPr>
          <a:xfrm>
            <a:off x="721231" y="1867775"/>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3" name="Google Shape;153;p19"/>
          <p:cNvSpPr txBox="1"/>
          <p:nvPr>
            <p:ph idx="2" type="subTitle"/>
          </p:nvPr>
        </p:nvSpPr>
        <p:spPr>
          <a:xfrm>
            <a:off x="3402544" y="1867775"/>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4" name="Google Shape;154;p19"/>
          <p:cNvSpPr txBox="1"/>
          <p:nvPr>
            <p:ph idx="3" type="subTitle"/>
          </p:nvPr>
        </p:nvSpPr>
        <p:spPr>
          <a:xfrm>
            <a:off x="6083881" y="1867775"/>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19"/>
          <p:cNvSpPr txBox="1"/>
          <p:nvPr>
            <p:ph idx="4" type="subTitle"/>
          </p:nvPr>
        </p:nvSpPr>
        <p:spPr>
          <a:xfrm>
            <a:off x="723719" y="3678200"/>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6" name="Google Shape;156;p19"/>
          <p:cNvSpPr txBox="1"/>
          <p:nvPr>
            <p:ph idx="5" type="subTitle"/>
          </p:nvPr>
        </p:nvSpPr>
        <p:spPr>
          <a:xfrm>
            <a:off x="3405056" y="3678200"/>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19"/>
          <p:cNvSpPr txBox="1"/>
          <p:nvPr>
            <p:ph idx="6" type="subTitle"/>
          </p:nvPr>
        </p:nvSpPr>
        <p:spPr>
          <a:xfrm>
            <a:off x="6086394" y="3678200"/>
            <a:ext cx="2336400" cy="930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19"/>
          <p:cNvSpPr txBox="1"/>
          <p:nvPr>
            <p:ph idx="7" type="subTitle"/>
          </p:nvPr>
        </p:nvSpPr>
        <p:spPr>
          <a:xfrm>
            <a:off x="721206" y="1342975"/>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59" name="Google Shape;159;p19"/>
          <p:cNvSpPr txBox="1"/>
          <p:nvPr>
            <p:ph idx="8" type="subTitle"/>
          </p:nvPr>
        </p:nvSpPr>
        <p:spPr>
          <a:xfrm>
            <a:off x="3402544" y="1342975"/>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60" name="Google Shape;160;p19"/>
          <p:cNvSpPr txBox="1"/>
          <p:nvPr>
            <p:ph idx="9" type="subTitle"/>
          </p:nvPr>
        </p:nvSpPr>
        <p:spPr>
          <a:xfrm>
            <a:off x="6083881" y="1342975"/>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61" name="Google Shape;161;p19"/>
          <p:cNvSpPr txBox="1"/>
          <p:nvPr>
            <p:ph idx="13" type="subTitle"/>
          </p:nvPr>
        </p:nvSpPr>
        <p:spPr>
          <a:xfrm>
            <a:off x="721231" y="3155478"/>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62" name="Google Shape;162;p19"/>
          <p:cNvSpPr txBox="1"/>
          <p:nvPr>
            <p:ph idx="14" type="subTitle"/>
          </p:nvPr>
        </p:nvSpPr>
        <p:spPr>
          <a:xfrm>
            <a:off x="3402544" y="3155478"/>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sp>
        <p:nvSpPr>
          <p:cNvPr id="163" name="Google Shape;163;p19"/>
          <p:cNvSpPr txBox="1"/>
          <p:nvPr>
            <p:ph idx="15" type="subTitle"/>
          </p:nvPr>
        </p:nvSpPr>
        <p:spPr>
          <a:xfrm>
            <a:off x="6083881" y="3155478"/>
            <a:ext cx="2336400" cy="4710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1pPr>
            <a:lvl2pPr lvl="1"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2pPr>
            <a:lvl3pPr lvl="2"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3pPr>
            <a:lvl4pPr lvl="3"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4pPr>
            <a:lvl5pPr lvl="4"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5pPr>
            <a:lvl6pPr lvl="5"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6pPr>
            <a:lvl7pPr lvl="6"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7pPr>
            <a:lvl8pPr lvl="7"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8pPr>
            <a:lvl9pPr lvl="8" rtl="0" algn="ctr">
              <a:lnSpc>
                <a:spcPct val="100000"/>
              </a:lnSpc>
              <a:spcBef>
                <a:spcPts val="0"/>
              </a:spcBef>
              <a:spcAft>
                <a:spcPts val="0"/>
              </a:spcAft>
              <a:buClr>
                <a:schemeClr val="dk1"/>
              </a:buClr>
              <a:buSzPts val="1800"/>
              <a:buFont typeface="Bodoni Moda"/>
              <a:buNone/>
              <a:defRPr b="1" sz="1800">
                <a:solidFill>
                  <a:schemeClr val="dk1"/>
                </a:solidFill>
                <a:latin typeface="Bodoni Moda"/>
                <a:ea typeface="Bodoni Moda"/>
                <a:cs typeface="Bodoni Moda"/>
                <a:sym typeface="Bodoni Moda"/>
              </a:defRPr>
            </a:lvl9pPr>
          </a:lstStyle>
          <a:p/>
        </p:txBody>
      </p:sp>
      <p:pic>
        <p:nvPicPr>
          <p:cNvPr id="164" name="Google Shape;164;p19"/>
          <p:cNvPicPr preferRelativeResize="0"/>
          <p:nvPr/>
        </p:nvPicPr>
        <p:blipFill>
          <a:blip r:embed="rId2">
            <a:alphaModFix amt="30000"/>
          </a:blip>
          <a:stretch>
            <a:fillRect/>
          </a:stretch>
        </p:blipFill>
        <p:spPr>
          <a:xfrm rot="10800000">
            <a:off x="-1" y="3332278"/>
            <a:ext cx="3219950" cy="1811225"/>
          </a:xfrm>
          <a:prstGeom prst="rect">
            <a:avLst/>
          </a:prstGeom>
          <a:noFill/>
          <a:ln>
            <a:noFill/>
          </a:ln>
        </p:spPr>
      </p:pic>
      <p:sp>
        <p:nvSpPr>
          <p:cNvPr id="165" name="Google Shape;165;p19"/>
          <p:cNvSpPr/>
          <p:nvPr/>
        </p:nvSpPr>
        <p:spPr>
          <a:xfrm rot="5400000">
            <a:off x="-1342462" y="1319475"/>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166" name="Shape 166"/>
        <p:cNvGrpSpPr/>
        <p:nvPr/>
      </p:nvGrpSpPr>
      <p:grpSpPr>
        <a:xfrm>
          <a:off x="0" y="0"/>
          <a:ext cx="0" cy="0"/>
          <a:chOff x="0" y="0"/>
          <a:chExt cx="0" cy="0"/>
        </a:xfrm>
      </p:grpSpPr>
      <p:sp>
        <p:nvSpPr>
          <p:cNvPr id="167" name="Google Shape;167;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pic>
        <p:nvPicPr>
          <p:cNvPr id="168" name="Google Shape;168;p20"/>
          <p:cNvPicPr preferRelativeResize="0"/>
          <p:nvPr/>
        </p:nvPicPr>
        <p:blipFill>
          <a:blip r:embed="rId2">
            <a:alphaModFix amt="60000"/>
          </a:blip>
          <a:stretch>
            <a:fillRect/>
          </a:stretch>
        </p:blipFill>
        <p:spPr>
          <a:xfrm flipH="1" rot="10800000">
            <a:off x="6380026" y="3592575"/>
            <a:ext cx="2757202" cy="1550929"/>
          </a:xfrm>
          <a:prstGeom prst="rect">
            <a:avLst/>
          </a:prstGeom>
          <a:noFill/>
          <a:ln>
            <a:noFill/>
          </a:ln>
        </p:spPr>
      </p:pic>
      <p:pic>
        <p:nvPicPr>
          <p:cNvPr id="169" name="Google Shape;169;p20"/>
          <p:cNvPicPr preferRelativeResize="0"/>
          <p:nvPr/>
        </p:nvPicPr>
        <p:blipFill>
          <a:blip r:embed="rId2">
            <a:alphaModFix amt="60000"/>
          </a:blip>
          <a:stretch>
            <a:fillRect/>
          </a:stretch>
        </p:blipFill>
        <p:spPr>
          <a:xfrm rot="10800000">
            <a:off x="-6777" y="3739529"/>
            <a:ext cx="2495952" cy="140397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170" name="Shape 170"/>
        <p:cNvGrpSpPr/>
        <p:nvPr/>
      </p:nvGrpSpPr>
      <p:grpSpPr>
        <a:xfrm>
          <a:off x="0" y="0"/>
          <a:ext cx="0" cy="0"/>
          <a:chOff x="0" y="0"/>
          <a:chExt cx="0" cy="0"/>
        </a:xfrm>
      </p:grpSpPr>
      <p:pic>
        <p:nvPicPr>
          <p:cNvPr id="171" name="Google Shape;171;p21"/>
          <p:cNvPicPr preferRelativeResize="0"/>
          <p:nvPr/>
        </p:nvPicPr>
        <p:blipFill>
          <a:blip r:embed="rId2">
            <a:alphaModFix amt="50000"/>
          </a:blip>
          <a:stretch>
            <a:fillRect/>
          </a:stretch>
        </p:blipFill>
        <p:spPr>
          <a:xfrm flipH="1" rot="10800000">
            <a:off x="4772448" y="2684499"/>
            <a:ext cx="4371552" cy="2459001"/>
          </a:xfrm>
          <a:prstGeom prst="rect">
            <a:avLst/>
          </a:prstGeom>
          <a:noFill/>
          <a:ln>
            <a:noFill/>
          </a:ln>
        </p:spPr>
      </p:pic>
      <p:pic>
        <p:nvPicPr>
          <p:cNvPr id="172" name="Google Shape;172;p21"/>
          <p:cNvPicPr preferRelativeResize="0"/>
          <p:nvPr/>
        </p:nvPicPr>
        <p:blipFill>
          <a:blip r:embed="rId2">
            <a:alphaModFix amt="40000"/>
          </a:blip>
          <a:stretch>
            <a:fillRect/>
          </a:stretch>
        </p:blipFill>
        <p:spPr>
          <a:xfrm flipH="1">
            <a:off x="-2" y="-34175"/>
            <a:ext cx="3215150" cy="1808525"/>
          </a:xfrm>
          <a:prstGeom prst="rect">
            <a:avLst/>
          </a:prstGeom>
          <a:noFill/>
          <a:ln>
            <a:noFill/>
          </a:ln>
        </p:spPr>
      </p:pic>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74" name="Shape 174"/>
        <p:cNvGrpSpPr/>
        <p:nvPr/>
      </p:nvGrpSpPr>
      <p:grpSpPr>
        <a:xfrm>
          <a:off x="0" y="0"/>
          <a:ext cx="0" cy="0"/>
          <a:chOff x="0" y="0"/>
          <a:chExt cx="0" cy="0"/>
        </a:xfrm>
      </p:grpSpPr>
      <p:sp>
        <p:nvSpPr>
          <p:cNvPr id="175" name="Google Shape;175;p22"/>
          <p:cNvSpPr txBox="1"/>
          <p:nvPr>
            <p:ph hasCustomPrompt="1" type="title"/>
          </p:nvPr>
        </p:nvSpPr>
        <p:spPr>
          <a:xfrm>
            <a:off x="1564850" y="537500"/>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4"/>
              </a:buClr>
              <a:buSzPts val="4800"/>
              <a:buNone/>
              <a:defRPr sz="4500">
                <a:solidFill>
                  <a:schemeClr val="accent4"/>
                </a:solidFill>
              </a:defRPr>
            </a:lvl1pPr>
            <a:lvl2pPr lvl="1"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2pPr>
            <a:lvl3pPr lvl="2"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3pPr>
            <a:lvl4pPr lvl="3"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4pPr>
            <a:lvl5pPr lvl="4"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5pPr>
            <a:lvl6pPr lvl="5"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6pPr>
            <a:lvl7pPr lvl="6"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7pPr>
            <a:lvl8pPr lvl="7"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8pPr>
            <a:lvl9pPr lvl="8"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9pPr>
          </a:lstStyle>
          <a:p>
            <a:r>
              <a:t>xx%</a:t>
            </a:r>
          </a:p>
        </p:txBody>
      </p:sp>
      <p:sp>
        <p:nvSpPr>
          <p:cNvPr id="176" name="Google Shape;176;p22"/>
          <p:cNvSpPr txBox="1"/>
          <p:nvPr>
            <p:ph idx="1" type="subTitle"/>
          </p:nvPr>
        </p:nvSpPr>
        <p:spPr>
          <a:xfrm>
            <a:off x="1564850" y="1440900"/>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22"/>
          <p:cNvSpPr txBox="1"/>
          <p:nvPr>
            <p:ph hasCustomPrompt="1" idx="2" type="title"/>
          </p:nvPr>
        </p:nvSpPr>
        <p:spPr>
          <a:xfrm>
            <a:off x="1564850" y="1894887"/>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4"/>
              </a:buClr>
              <a:buSzPts val="4800"/>
              <a:buNone/>
              <a:defRPr sz="4500">
                <a:solidFill>
                  <a:schemeClr val="accent4"/>
                </a:solidFill>
              </a:defRPr>
            </a:lvl1pPr>
            <a:lvl2pPr lvl="1"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2pPr>
            <a:lvl3pPr lvl="2"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3pPr>
            <a:lvl4pPr lvl="3"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4pPr>
            <a:lvl5pPr lvl="4"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5pPr>
            <a:lvl6pPr lvl="5"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6pPr>
            <a:lvl7pPr lvl="6"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7pPr>
            <a:lvl8pPr lvl="7"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8pPr>
            <a:lvl9pPr lvl="8"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9pPr>
          </a:lstStyle>
          <a:p>
            <a:r>
              <a:t>xx%</a:t>
            </a:r>
          </a:p>
        </p:txBody>
      </p:sp>
      <p:sp>
        <p:nvSpPr>
          <p:cNvPr id="178" name="Google Shape;178;p22"/>
          <p:cNvSpPr txBox="1"/>
          <p:nvPr>
            <p:ph idx="3" type="subTitle"/>
          </p:nvPr>
        </p:nvSpPr>
        <p:spPr>
          <a:xfrm>
            <a:off x="1564850" y="2800849"/>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22"/>
          <p:cNvSpPr txBox="1"/>
          <p:nvPr>
            <p:ph hasCustomPrompt="1" idx="4" type="title"/>
          </p:nvPr>
        </p:nvSpPr>
        <p:spPr>
          <a:xfrm>
            <a:off x="1564850" y="3252273"/>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4"/>
              </a:buClr>
              <a:buSzPts val="4800"/>
              <a:buNone/>
              <a:defRPr sz="4500">
                <a:solidFill>
                  <a:schemeClr val="accent4"/>
                </a:solidFill>
              </a:defRPr>
            </a:lvl1pPr>
            <a:lvl2pPr lvl="1"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2pPr>
            <a:lvl3pPr lvl="2"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3pPr>
            <a:lvl4pPr lvl="3"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4pPr>
            <a:lvl5pPr lvl="4"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5pPr>
            <a:lvl6pPr lvl="5"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6pPr>
            <a:lvl7pPr lvl="6"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7pPr>
            <a:lvl8pPr lvl="7"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8pPr>
            <a:lvl9pPr lvl="8" rtl="0" algn="ctr">
              <a:spcBef>
                <a:spcPts val="0"/>
              </a:spcBef>
              <a:spcAft>
                <a:spcPts val="0"/>
              </a:spcAft>
              <a:buClr>
                <a:schemeClr val="accent4"/>
              </a:buClr>
              <a:buSzPts val="4800"/>
              <a:buFont typeface="Bodoni Moda"/>
              <a:buNone/>
              <a:defRPr sz="4800">
                <a:solidFill>
                  <a:schemeClr val="accent4"/>
                </a:solidFill>
                <a:latin typeface="Bodoni Moda"/>
                <a:ea typeface="Bodoni Moda"/>
                <a:cs typeface="Bodoni Moda"/>
                <a:sym typeface="Bodoni Moda"/>
              </a:defRPr>
            </a:lvl9pPr>
          </a:lstStyle>
          <a:p>
            <a:r>
              <a:t>xx%</a:t>
            </a:r>
          </a:p>
        </p:txBody>
      </p:sp>
      <p:sp>
        <p:nvSpPr>
          <p:cNvPr id="180" name="Google Shape;180;p22"/>
          <p:cNvSpPr txBox="1"/>
          <p:nvPr>
            <p:ph idx="5" type="subTitle"/>
          </p:nvPr>
        </p:nvSpPr>
        <p:spPr>
          <a:xfrm>
            <a:off x="1564850" y="4160799"/>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1" name="Google Shape;181;p22"/>
          <p:cNvSpPr/>
          <p:nvPr/>
        </p:nvSpPr>
        <p:spPr>
          <a:xfrm rot="5400000">
            <a:off x="-1381350" y="1364452"/>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2" name="Google Shape;182;p22"/>
          <p:cNvPicPr preferRelativeResize="0"/>
          <p:nvPr/>
        </p:nvPicPr>
        <p:blipFill>
          <a:blip r:embed="rId2">
            <a:alphaModFix amt="50000"/>
          </a:blip>
          <a:stretch>
            <a:fillRect/>
          </a:stretch>
        </p:blipFill>
        <p:spPr>
          <a:xfrm flipH="1" rot="10800000">
            <a:off x="4772448" y="2684499"/>
            <a:ext cx="4371552" cy="2459001"/>
          </a:xfrm>
          <a:prstGeom prst="rect">
            <a:avLst/>
          </a:prstGeom>
          <a:noFill/>
          <a:ln>
            <a:noFill/>
          </a:ln>
        </p:spPr>
      </p:pic>
      <p:pic>
        <p:nvPicPr>
          <p:cNvPr id="183" name="Google Shape;183;p22"/>
          <p:cNvPicPr preferRelativeResize="0"/>
          <p:nvPr/>
        </p:nvPicPr>
        <p:blipFill>
          <a:blip r:embed="rId2">
            <a:alphaModFix amt="40000"/>
          </a:blip>
          <a:stretch>
            <a:fillRect/>
          </a:stretch>
        </p:blipFill>
        <p:spPr>
          <a:xfrm flipH="1">
            <a:off x="-2" y="-34175"/>
            <a:ext cx="3215150" cy="180852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84" name="Shape 184"/>
        <p:cNvGrpSpPr/>
        <p:nvPr/>
      </p:nvGrpSpPr>
      <p:grpSpPr>
        <a:xfrm>
          <a:off x="0" y="0"/>
          <a:ext cx="0" cy="0"/>
          <a:chOff x="0" y="0"/>
          <a:chExt cx="0" cy="0"/>
        </a:xfrm>
      </p:grpSpPr>
      <p:pic>
        <p:nvPicPr>
          <p:cNvPr id="185" name="Google Shape;185;p23"/>
          <p:cNvPicPr preferRelativeResize="0"/>
          <p:nvPr/>
        </p:nvPicPr>
        <p:blipFill>
          <a:blip r:embed="rId2">
            <a:alphaModFix/>
          </a:blip>
          <a:stretch>
            <a:fillRect/>
          </a:stretch>
        </p:blipFill>
        <p:spPr>
          <a:xfrm rot="10800000">
            <a:off x="2" y="3226724"/>
            <a:ext cx="3407573" cy="1916776"/>
          </a:xfrm>
          <a:prstGeom prst="rect">
            <a:avLst/>
          </a:prstGeom>
          <a:noFill/>
          <a:ln>
            <a:noFill/>
          </a:ln>
        </p:spPr>
      </p:pic>
      <p:pic>
        <p:nvPicPr>
          <p:cNvPr id="186" name="Google Shape;186;p23"/>
          <p:cNvPicPr preferRelativeResize="0"/>
          <p:nvPr/>
        </p:nvPicPr>
        <p:blipFill>
          <a:blip r:embed="rId2">
            <a:alphaModFix/>
          </a:blip>
          <a:stretch>
            <a:fillRect/>
          </a:stretch>
        </p:blipFill>
        <p:spPr>
          <a:xfrm>
            <a:off x="3987000" y="0"/>
            <a:ext cx="5157000" cy="2900813"/>
          </a:xfrm>
          <a:prstGeom prst="rect">
            <a:avLst/>
          </a:prstGeom>
          <a:noFill/>
          <a:ln>
            <a:noFill/>
          </a:ln>
        </p:spPr>
      </p:pic>
      <p:sp>
        <p:nvSpPr>
          <p:cNvPr id="187" name="Google Shape;187;p23"/>
          <p:cNvSpPr txBox="1"/>
          <p:nvPr>
            <p:ph type="ctrTitle"/>
          </p:nvPr>
        </p:nvSpPr>
        <p:spPr>
          <a:xfrm>
            <a:off x="2382300" y="626750"/>
            <a:ext cx="4379400" cy="964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6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88" name="Google Shape;188;p23"/>
          <p:cNvSpPr txBox="1"/>
          <p:nvPr>
            <p:ph idx="1" type="subTitle"/>
          </p:nvPr>
        </p:nvSpPr>
        <p:spPr>
          <a:xfrm>
            <a:off x="2382300" y="1807525"/>
            <a:ext cx="4379400" cy="106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89" name="Google Shape;189;p23"/>
          <p:cNvSpPr txBox="1"/>
          <p:nvPr/>
        </p:nvSpPr>
        <p:spPr>
          <a:xfrm>
            <a:off x="2382250" y="4176700"/>
            <a:ext cx="4379400" cy="431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000">
                <a:solidFill>
                  <a:schemeClr val="lt2"/>
                </a:solidFill>
                <a:latin typeface="Nunito Medium"/>
                <a:ea typeface="Nunito Medium"/>
                <a:cs typeface="Nunito Medium"/>
                <a:sym typeface="Nunito Medium"/>
              </a:rPr>
              <a:t>CREDITS: This presentation template was created by </a:t>
            </a:r>
            <a:r>
              <a:rPr lang="en" sz="1000" u="sng">
                <a:solidFill>
                  <a:schemeClr val="lt2"/>
                </a:solidFill>
                <a:latin typeface="Nunito Medium"/>
                <a:ea typeface="Nunito Medium"/>
                <a:cs typeface="Nunito Medium"/>
                <a:sym typeface="Nunito Medium"/>
                <a:hlinkClick r:id="rId3">
                  <a:extLst>
                    <a:ext uri="{A12FA001-AC4F-418D-AE19-62706E023703}">
                      <ahyp:hlinkClr val="tx"/>
                    </a:ext>
                  </a:extLst>
                </a:hlinkClick>
              </a:rPr>
              <a:t>Slidesgo</a:t>
            </a:r>
            <a:r>
              <a:rPr lang="en" sz="1000" u="sng">
                <a:solidFill>
                  <a:schemeClr val="lt2"/>
                </a:solidFill>
                <a:latin typeface="Nunito Medium"/>
                <a:ea typeface="Nunito Medium"/>
                <a:cs typeface="Nunito Medium"/>
                <a:sym typeface="Nunito Medium"/>
              </a:rPr>
              <a:t>,</a:t>
            </a:r>
            <a:r>
              <a:rPr lang="en" sz="1000">
                <a:solidFill>
                  <a:schemeClr val="lt2"/>
                </a:solidFill>
                <a:latin typeface="Nunito Medium"/>
                <a:ea typeface="Nunito Medium"/>
                <a:cs typeface="Nunito Medium"/>
                <a:sym typeface="Nunito Medium"/>
              </a:rPr>
              <a:t> and includes icons by </a:t>
            </a:r>
            <a:r>
              <a:rPr lang="en" sz="1000" u="sng">
                <a:solidFill>
                  <a:schemeClr val="lt2"/>
                </a:solidFill>
                <a:latin typeface="Nunito Medium"/>
                <a:ea typeface="Nunito Medium"/>
                <a:cs typeface="Nunito Medium"/>
                <a:sym typeface="Nunito Medium"/>
                <a:hlinkClick r:id="rId4">
                  <a:extLst>
                    <a:ext uri="{A12FA001-AC4F-418D-AE19-62706E023703}">
                      <ahyp:hlinkClr val="tx"/>
                    </a:ext>
                  </a:extLst>
                </a:hlinkClick>
              </a:rPr>
              <a:t>Flaticon</a:t>
            </a:r>
            <a:r>
              <a:rPr lang="en" sz="1000">
                <a:solidFill>
                  <a:schemeClr val="lt2"/>
                </a:solidFill>
                <a:latin typeface="Nunito Medium"/>
                <a:ea typeface="Nunito Medium"/>
                <a:cs typeface="Nunito Medium"/>
                <a:sym typeface="Nunito Medium"/>
              </a:rPr>
              <a:t>, and infographics &amp; images by </a:t>
            </a:r>
            <a:r>
              <a:rPr lang="en" sz="1000" u="sng">
                <a:solidFill>
                  <a:schemeClr val="lt2"/>
                </a:solidFill>
                <a:latin typeface="Nunito Medium"/>
                <a:ea typeface="Nunito Medium"/>
                <a:cs typeface="Nunito Medium"/>
                <a:sym typeface="Nunito Medium"/>
                <a:hlinkClick r:id="rId5">
                  <a:extLst>
                    <a:ext uri="{A12FA001-AC4F-418D-AE19-62706E023703}">
                      <ahyp:hlinkClr val="tx"/>
                    </a:ext>
                  </a:extLst>
                </a:hlinkClick>
              </a:rPr>
              <a:t>Freepik</a:t>
            </a:r>
            <a:endParaRPr sz="1000" u="sng">
              <a:solidFill>
                <a:schemeClr val="lt2"/>
              </a:solidFill>
              <a:latin typeface="Nunito Medium"/>
              <a:ea typeface="Nunito Medium"/>
              <a:cs typeface="Nunito Medium"/>
              <a:sym typeface="Nunito Medium"/>
            </a:endParaRPr>
          </a:p>
        </p:txBody>
      </p:sp>
      <p:pic>
        <p:nvPicPr>
          <p:cNvPr id="190" name="Google Shape;190;p23"/>
          <p:cNvPicPr preferRelativeResize="0"/>
          <p:nvPr/>
        </p:nvPicPr>
        <p:blipFill rotWithShape="1">
          <a:blip r:embed="rId6">
            <a:alphaModFix amt="60000"/>
          </a:blip>
          <a:srcRect b="4058" l="3038" r="35825" t="3494"/>
          <a:stretch/>
        </p:blipFill>
        <p:spPr>
          <a:xfrm>
            <a:off x="0" y="3547125"/>
            <a:ext cx="1876699" cy="1596375"/>
          </a:xfrm>
          <a:prstGeom prst="rect">
            <a:avLst/>
          </a:prstGeom>
          <a:noFill/>
          <a:ln>
            <a:noFill/>
          </a:ln>
        </p:spPr>
      </p:pic>
      <p:pic>
        <p:nvPicPr>
          <p:cNvPr id="191" name="Google Shape;191;p23"/>
          <p:cNvPicPr preferRelativeResize="0"/>
          <p:nvPr/>
        </p:nvPicPr>
        <p:blipFill rotWithShape="1">
          <a:blip r:embed="rId6">
            <a:alphaModFix amt="80000"/>
          </a:blip>
          <a:srcRect b="4058" l="3038" r="35825" t="3494"/>
          <a:stretch/>
        </p:blipFill>
        <p:spPr>
          <a:xfrm>
            <a:off x="7004775" y="-378987"/>
            <a:ext cx="2625149" cy="2233024"/>
          </a:xfrm>
          <a:prstGeom prst="rect">
            <a:avLst/>
          </a:prstGeom>
          <a:noFill/>
          <a:ln>
            <a:noFill/>
          </a:ln>
        </p:spPr>
      </p:pic>
      <p:sp>
        <p:nvSpPr>
          <p:cNvPr id="192" name="Google Shape;192;p23"/>
          <p:cNvSpPr/>
          <p:nvPr/>
        </p:nvSpPr>
        <p:spPr>
          <a:xfrm>
            <a:off x="3422100" y="4862250"/>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23"/>
          <p:cNvPicPr preferRelativeResize="0"/>
          <p:nvPr/>
        </p:nvPicPr>
        <p:blipFill rotWithShape="1">
          <a:blip r:embed="rId7">
            <a:alphaModFix amt="40000"/>
          </a:blip>
          <a:srcRect b="4039" l="7996" r="11552" t="0"/>
          <a:stretch/>
        </p:blipFill>
        <p:spPr>
          <a:xfrm rot="2526222">
            <a:off x="-811524" y="-150000"/>
            <a:ext cx="3861802" cy="25910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94" name="Shape 194"/>
        <p:cNvGrpSpPr/>
        <p:nvPr/>
      </p:nvGrpSpPr>
      <p:grpSpPr>
        <a:xfrm>
          <a:off x="0" y="0"/>
          <a:ext cx="0" cy="0"/>
          <a:chOff x="0" y="0"/>
          <a:chExt cx="0" cy="0"/>
        </a:xfrm>
      </p:grpSpPr>
      <p:pic>
        <p:nvPicPr>
          <p:cNvPr id="195" name="Google Shape;195;p24"/>
          <p:cNvPicPr preferRelativeResize="0"/>
          <p:nvPr/>
        </p:nvPicPr>
        <p:blipFill>
          <a:blip r:embed="rId2">
            <a:alphaModFix amt="63000"/>
          </a:blip>
          <a:stretch>
            <a:fillRect/>
          </a:stretch>
        </p:blipFill>
        <p:spPr>
          <a:xfrm>
            <a:off x="3964188" y="-19913"/>
            <a:ext cx="5179824" cy="2913651"/>
          </a:xfrm>
          <a:prstGeom prst="rect">
            <a:avLst/>
          </a:prstGeom>
          <a:noFill/>
          <a:ln>
            <a:noFill/>
          </a:ln>
        </p:spPr>
      </p:pic>
      <p:pic>
        <p:nvPicPr>
          <p:cNvPr id="196" name="Google Shape;196;p24"/>
          <p:cNvPicPr preferRelativeResize="0"/>
          <p:nvPr/>
        </p:nvPicPr>
        <p:blipFill>
          <a:blip r:embed="rId2">
            <a:alphaModFix amt="40000"/>
          </a:blip>
          <a:stretch>
            <a:fillRect/>
          </a:stretch>
        </p:blipFill>
        <p:spPr>
          <a:xfrm rot="10800000">
            <a:off x="13" y="2086139"/>
            <a:ext cx="5399899" cy="3037449"/>
          </a:xfrm>
          <a:prstGeom prst="rect">
            <a:avLst/>
          </a:prstGeom>
          <a:noFill/>
          <a:ln>
            <a:noFill/>
          </a:ln>
        </p:spPr>
      </p:pic>
      <p:pic>
        <p:nvPicPr>
          <p:cNvPr id="197" name="Google Shape;197;p24"/>
          <p:cNvPicPr preferRelativeResize="0"/>
          <p:nvPr/>
        </p:nvPicPr>
        <p:blipFill rotWithShape="1">
          <a:blip r:embed="rId3">
            <a:alphaModFix amt="50000"/>
          </a:blip>
          <a:srcRect b="4058" l="3038" r="35825" t="3494"/>
          <a:stretch/>
        </p:blipFill>
        <p:spPr>
          <a:xfrm flipH="1">
            <a:off x="7165000" y="-242887"/>
            <a:ext cx="1782125" cy="1515926"/>
          </a:xfrm>
          <a:prstGeom prst="rect">
            <a:avLst/>
          </a:prstGeom>
          <a:noFill/>
          <a:ln>
            <a:noFill/>
          </a:ln>
        </p:spPr>
      </p:pic>
      <p:pic>
        <p:nvPicPr>
          <p:cNvPr id="198" name="Google Shape;198;p24"/>
          <p:cNvPicPr preferRelativeResize="0"/>
          <p:nvPr/>
        </p:nvPicPr>
        <p:blipFill rotWithShape="1">
          <a:blip r:embed="rId3">
            <a:alphaModFix/>
          </a:blip>
          <a:srcRect b="4058" l="3038" r="35825" t="3494"/>
          <a:stretch/>
        </p:blipFill>
        <p:spPr>
          <a:xfrm flipH="1">
            <a:off x="-175950" y="3870463"/>
            <a:ext cx="1782125" cy="151592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99" name="Shape 199"/>
        <p:cNvGrpSpPr/>
        <p:nvPr/>
      </p:nvGrpSpPr>
      <p:grpSpPr>
        <a:xfrm>
          <a:off x="0" y="0"/>
          <a:ext cx="0" cy="0"/>
          <a:chOff x="0" y="0"/>
          <a:chExt cx="0" cy="0"/>
        </a:xfrm>
      </p:grpSpPr>
      <p:pic>
        <p:nvPicPr>
          <p:cNvPr id="200" name="Google Shape;200;p25"/>
          <p:cNvPicPr preferRelativeResize="0"/>
          <p:nvPr/>
        </p:nvPicPr>
        <p:blipFill>
          <a:blip r:embed="rId2">
            <a:alphaModFix amt="50000"/>
          </a:blip>
          <a:stretch>
            <a:fillRect/>
          </a:stretch>
        </p:blipFill>
        <p:spPr>
          <a:xfrm flipH="1">
            <a:off x="0" y="0"/>
            <a:ext cx="3215150" cy="1808525"/>
          </a:xfrm>
          <a:prstGeom prst="rect">
            <a:avLst/>
          </a:prstGeom>
          <a:noFill/>
          <a:ln>
            <a:noFill/>
          </a:ln>
        </p:spPr>
      </p:pic>
      <p:sp>
        <p:nvSpPr>
          <p:cNvPr id="201" name="Google Shape;201;p25"/>
          <p:cNvSpPr/>
          <p:nvPr/>
        </p:nvSpPr>
        <p:spPr>
          <a:xfrm>
            <a:off x="-418825" y="3943025"/>
            <a:ext cx="843000" cy="843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25"/>
          <p:cNvPicPr preferRelativeResize="0"/>
          <p:nvPr/>
        </p:nvPicPr>
        <p:blipFill>
          <a:blip r:embed="rId2">
            <a:alphaModFix amt="50000"/>
          </a:blip>
          <a:stretch>
            <a:fillRect/>
          </a:stretch>
        </p:blipFill>
        <p:spPr>
          <a:xfrm>
            <a:off x="5928850" y="0"/>
            <a:ext cx="3215150" cy="1808525"/>
          </a:xfrm>
          <a:prstGeom prst="rect">
            <a:avLst/>
          </a:prstGeom>
          <a:noFill/>
          <a:ln>
            <a:noFill/>
          </a:ln>
        </p:spPr>
      </p:pic>
      <p:sp>
        <p:nvSpPr>
          <p:cNvPr id="203" name="Google Shape;203;p25"/>
          <p:cNvSpPr/>
          <p:nvPr/>
        </p:nvSpPr>
        <p:spPr>
          <a:xfrm rot="5400000">
            <a:off x="8243963" y="3221100"/>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07" name="Shape 20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08" name="Shape 208"/>
        <p:cNvGrpSpPr/>
        <p:nvPr/>
      </p:nvGrpSpPr>
      <p:grpSpPr>
        <a:xfrm>
          <a:off x="0" y="0"/>
          <a:ext cx="0" cy="0"/>
          <a:chOff x="0" y="0"/>
          <a:chExt cx="0" cy="0"/>
        </a:xfrm>
      </p:grpSpPr>
      <p:sp>
        <p:nvSpPr>
          <p:cNvPr id="209" name="Google Shape;209;p28"/>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Bodoni Moda"/>
              <a:buNone/>
              <a:defRPr b="1" sz="3000">
                <a:solidFill>
                  <a:schemeClr val="dk1"/>
                </a:solidFill>
                <a:latin typeface="Bodoni Moda"/>
                <a:ea typeface="Bodoni Moda"/>
                <a:cs typeface="Bodoni Moda"/>
                <a:sym typeface="Bodoni Moda"/>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1pPr>
            <a:lvl2pPr indent="-304800" lvl="1" marL="9144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2pPr>
            <a:lvl3pPr indent="-304800" lvl="2" marL="13716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3pPr>
            <a:lvl4pPr indent="-304800" lvl="3" marL="18288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4pPr>
            <a:lvl5pPr indent="-304800" lvl="4" marL="22860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5pPr>
            <a:lvl6pPr indent="-304800" lvl="5" marL="27432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6pPr>
            <a:lvl7pPr indent="-304800" lvl="6" marL="32004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7pPr>
            <a:lvl8pPr indent="-304800" lvl="7" marL="36576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8pPr>
            <a:lvl9pPr indent="-304800" lvl="8" marL="4114800">
              <a:lnSpc>
                <a:spcPct val="100000"/>
              </a:lnSpc>
              <a:spcBef>
                <a:spcPts val="0"/>
              </a:spcBef>
              <a:spcAft>
                <a:spcPts val="0"/>
              </a:spcAft>
              <a:buClr>
                <a:schemeClr val="lt2"/>
              </a:buClr>
              <a:buSzPts val="1200"/>
              <a:buFont typeface="Nunito Medium"/>
              <a:buChar char="✧"/>
              <a:defRPr sz="1200">
                <a:solidFill>
                  <a:schemeClr val="lt2"/>
                </a:solidFill>
                <a:latin typeface="Nunito Medium"/>
                <a:ea typeface="Nunito Medium"/>
                <a:cs typeface="Nunito Medium"/>
                <a:sym typeface="Nunito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04" name="Shape 204"/>
        <p:cNvGrpSpPr/>
        <p:nvPr/>
      </p:nvGrpSpPr>
      <p:grpSpPr>
        <a:xfrm>
          <a:off x="0" y="0"/>
          <a:ext cx="0" cy="0"/>
          <a:chOff x="0" y="0"/>
          <a:chExt cx="0" cy="0"/>
        </a:xfrm>
      </p:grpSpPr>
      <p:sp>
        <p:nvSpPr>
          <p:cNvPr id="205" name="Google Shape;205;p2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06" name="Google Shape;206;p2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20" Type="http://schemas.openxmlformats.org/officeDocument/2006/relationships/hyperlink" Target="https://wepik.com/?utm_source=slidesgo_template&amp;utm_medium=referral-link&amp;utm_campaign=promo-slide&amp;utm_term=slidesgo&amp;utm_content=wepik" TargetMode="External"/><Relationship Id="rId21" Type="http://schemas.openxmlformats.org/officeDocument/2006/relationships/hyperlink" Target="https://www.videvo.net/?utm_source=slidesgo_template&amp;utm_medium=referral-link&amp;utm_campaign=sg_resources&amp;utm_content=videvo"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25.xml"/><Relationship Id="rId4" Type="http://schemas.openxmlformats.org/officeDocument/2006/relationships/slide" Target="/ppt/slides/slide22.xml"/><Relationship Id="rId9" Type="http://schemas.openxmlformats.org/officeDocument/2006/relationships/slide" Target="/ppt/slides/slide33.xml"/><Relationship Id="rId5" Type="http://schemas.openxmlformats.org/officeDocument/2006/relationships/slide" Target="/ppt/slides/slide21.xml"/><Relationship Id="rId6" Type="http://schemas.openxmlformats.org/officeDocument/2006/relationships/slide" Target="/ppt/slides/slide21.xml"/><Relationship Id="rId7" Type="http://schemas.openxmlformats.org/officeDocument/2006/relationships/slide" Target="/ppt/slides/slide20.xml"/><Relationship Id="rId8" Type="http://schemas.openxmlformats.org/officeDocument/2006/relationships/slide" Target="/ppt/slides/slide25.xml"/><Relationship Id="rId11"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slide" Target="/ppt/slides/slide27.xml"/><Relationship Id="rId13" Type="http://schemas.openxmlformats.org/officeDocument/2006/relationships/hyperlink" Target="https://bit.ly/3A1uf1Q" TargetMode="External"/><Relationship Id="rId12" Type="http://schemas.openxmlformats.org/officeDocument/2006/relationships/hyperlink" Target="https://bit.ly/3A1uf1Q" TargetMode="External"/><Relationship Id="rId15" Type="http://schemas.openxmlformats.org/officeDocument/2006/relationships/hyperlink" Target="http://bit.ly/33VAFh3" TargetMode="External"/><Relationship Id="rId14" Type="http://schemas.openxmlformats.org/officeDocument/2006/relationships/hyperlink" Target="http://bit.ly/30B07Gq" TargetMode="External"/><Relationship Id="rId17" Type="http://schemas.openxmlformats.org/officeDocument/2006/relationships/hyperlink" Target="https://www.flaticon.com/?utm_source=slidesgo_template&amp;utm_medium=referral-link&amp;utm_campaign=promo-slide&amp;utm_term=slidesgo&amp;utm_content=flaticon" TargetMode="External"/><Relationship Id="rId16" Type="http://schemas.openxmlformats.org/officeDocument/2006/relationships/hyperlink" Target="https://www.freepik.com/?utm_source=slidesgo_template&amp;utm_medium=referral-link&amp;utm_campaign=promo-slide&amp;utm_term=slidesgo&amp;utm_content=freepik" TargetMode="External"/><Relationship Id="rId19" Type="http://schemas.openxmlformats.org/officeDocument/2006/relationships/hyperlink" Target="https://wepik.com/?utm_source=slidesgo_template&amp;utm_medium=referral-link&amp;utm_campaign=promo-slide&amp;utm_term=slidesgo&amp;utm_content=wepik" TargetMode="External"/><Relationship Id="rId18"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jp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kLJjPCHahKvHFaSgiW9FuhNk1PrImDrbnFQlNWEv48M/copy" TargetMode="External"/><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0.jpg"/><Relationship Id="rId5" Type="http://schemas.openxmlformats.org/officeDocument/2006/relationships/image" Target="../media/image12.jp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11.jpg"/><Relationship Id="rId5"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hyperlink" Target="https://www.freepik.com/free-psd/watercolor-gardening-template-design_29988493.htm/?utm_source=slidesgo_template&amp;utm_medium=referral-link&amp;utm_campaign=sg_resources&amp;utm_content=freepik" TargetMode="External"/><Relationship Id="rId6" Type="http://schemas.openxmlformats.org/officeDocument/2006/relationships/hyperlink" Target="https://www.freepik.com/free-psd/flat-design-plants-template_37569549.htm/?utm_source=slidesgo_template&amp;utm_medium=referral-link&amp;utm_campaign=sg_resources&amp;utm_content=freepi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hyperlink" Target="https://www.freepik.com/free-psd/watercolor-gardening-template-design_29988493.htm/?utm_source=slidesgo_template&amp;utm_medium=referral-link&amp;utm_campaign=sg_resources&amp;utm_content=freepik" TargetMode="External"/><Relationship Id="rId4" Type="http://schemas.openxmlformats.org/officeDocument/2006/relationships/hyperlink" Target="https://www.freepik.com/free-psd/flat-design-plants-template_37569549.htm/?utm_source=slidesgo_template&amp;utm_medium=referral-link&amp;utm_campaign=sg_resources&amp;utm_content=freepik" TargetMode="External"/><Relationship Id="rId9" Type="http://schemas.openxmlformats.org/officeDocument/2006/relationships/hyperlink" Target="https://www.freepik.com/free-photo/close-up-blonde-model_5793983.htm/?utm_source=slidesgo_template&amp;utm_medium=referral-link&amp;utm_campaign=sg_resources&amp;utm_content=freepik" TargetMode="External"/><Relationship Id="rId5" Type="http://schemas.openxmlformats.org/officeDocument/2006/relationships/hyperlink" Target="https://www.freepik.com/free-psd/blogger-lifestyle-landing-page_14065257.htm/?utm_source=slidesgo_template&amp;utm_medium=referral-link&amp;utm_campaign=sg_resources&amp;utm_content=freepik" TargetMode="External"/><Relationship Id="rId6" Type="http://schemas.openxmlformats.org/officeDocument/2006/relationships/hyperlink" Target="https://www.freepik.com/free-photo/medium-shot-woman-with-monstera-plant_13436446.htm/?utm_source=slidesgo_template&amp;utm_medium=referral-link&amp;utm_campaign=sg_resources&amp;utm_content=freepik" TargetMode="External"/><Relationship Id="rId7" Type="http://schemas.openxmlformats.org/officeDocument/2006/relationships/hyperlink" Target="https://www.freepik.com/free-photo/portrait-woman_1128133.htm/?utm_source=slidesgo_template&amp;utm_medium=referral-link&amp;utm_campaign=sg_resources&amp;utm_content=freepik" TargetMode="External"/><Relationship Id="rId8" Type="http://schemas.openxmlformats.org/officeDocument/2006/relationships/hyperlink" Target="https://www.freepik.com/free-photo/medium-shot-smiley-woman-posing_29302315.htm/?utm_source=slidesgo_template&amp;utm_medium=referral-link&amp;utm_campaign=sg_resources&amp;utm_content=freepik" TargetMode="External"/><Relationship Id="rId11" Type="http://schemas.openxmlformats.org/officeDocument/2006/relationships/hyperlink" Target="https://www.freepik.com/free-photo/beautiful-young-adult-by-waterfall_17239716.htm/?utm_source=slidesgo_template&amp;utm_medium=referral-link&amp;utm_campaign=sg_resources&amp;utm_content=freepik" TargetMode="External"/><Relationship Id="rId10" Type="http://schemas.openxmlformats.org/officeDocument/2006/relationships/hyperlink" Target="https://www.freepik.com/free-photo/portrait-young-woman-nature_4624662.htm/?utm_source=slidesgo_template&amp;utm_medium=referral-link&amp;utm_campaign=sg_resources&amp;utm_content=freepik"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hyperlink" Target="http://bit.ly/2PfT4lq" TargetMode="External"/><Relationship Id="rId4" Type="http://schemas.openxmlformats.org/officeDocument/2006/relationships/slide" Target="/ppt/slides/slide20.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hyperlink" Target="http://bit.ly/2PfT4lq" TargetMode="External"/><Relationship Id="rId4" Type="http://schemas.openxmlformats.org/officeDocument/2006/relationships/slide" Target="/ppt/slides/slide20.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hyperlink" Target="https://fonts.google.com/specimen/Bodoni+Moda" TargetMode="External"/><Relationship Id="rId4" Type="http://schemas.openxmlformats.org/officeDocument/2006/relationships/hyperlink" Target="https://fonts.google.com/specimen/Nunito"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hyperlink" Target="https://storyset.com/how-it-works?utm_source=slidesgo_template&amp;utm_medium=referral-link&amp;utm_campaign=slidesgo_final_slides&amp;utm_term=how%20it%20works&amp;utm_content=storyset" TargetMode="External"/><Relationship Id="rId9" Type="http://schemas.openxmlformats.org/officeDocument/2006/relationships/hyperlink" Target="https://storyset.com/amico?utm_source=slidesgo_template&amp;utm_medium=referral-link&amp;utm_campaign=slidesgo_final_slides&amp;utm_term=amico&amp;utm_content=storyset" TargetMode="External"/><Relationship Id="rId5" Type="http://schemas.openxmlformats.org/officeDocument/2006/relationships/image" Target="../media/image18.png"/><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pana?utm_source=slidesgo_template&amp;utm_medium=referral-link&amp;utm_campaign=slidesgo_final_slides&amp;utm_term=pana&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5" Type="http://schemas.openxmlformats.org/officeDocument/2006/relationships/image" Target="../media/image17.png"/><Relationship Id="rId14" Type="http://schemas.openxmlformats.org/officeDocument/2006/relationships/image" Target="../media/image21.png"/><Relationship Id="rId17" Type="http://schemas.openxmlformats.org/officeDocument/2006/relationships/image" Target="../media/image14.png"/><Relationship Id="rId16" Type="http://schemas.openxmlformats.org/officeDocument/2006/relationships/image" Target="../media/image13.png"/><Relationship Id="rId19"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hyperlink" Target="https://bit.ly/2ZjL1p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 Id="rId3" Type="http://schemas.openxmlformats.org/officeDocument/2006/relationships/hyperlink" Target="https://workspace.google.com/marketplace/app/icons_for_slides_docs/38157832650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 Id="rId3" Type="http://schemas.openxmlformats.org/officeDocument/2006/relationships/hyperlink" Target="http://bit.ly/2PfT4lq" TargetMode="Externa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ctrTitle"/>
          </p:nvPr>
        </p:nvSpPr>
        <p:spPr>
          <a:xfrm>
            <a:off x="1156750" y="1500800"/>
            <a:ext cx="6822900" cy="166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Nature Style Aesthetic</a:t>
            </a:r>
            <a:r>
              <a:rPr lang="en"/>
              <a:t> Newsletter</a:t>
            </a:r>
            <a:endParaRPr/>
          </a:p>
        </p:txBody>
      </p:sp>
      <p:sp>
        <p:nvSpPr>
          <p:cNvPr id="215" name="Google Shape;215;p29"/>
          <p:cNvSpPr txBox="1"/>
          <p:nvPr>
            <p:ph idx="1" type="subTitle"/>
          </p:nvPr>
        </p:nvSpPr>
        <p:spPr>
          <a:xfrm>
            <a:off x="1730850" y="3233200"/>
            <a:ext cx="5682300" cy="40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Here is where your presentation begins</a:t>
            </a:r>
            <a:endParaRPr/>
          </a:p>
        </p:txBody>
      </p:sp>
      <p:pic>
        <p:nvPicPr>
          <p:cNvPr id="216" name="Google Shape;216;p29"/>
          <p:cNvPicPr preferRelativeResize="0"/>
          <p:nvPr/>
        </p:nvPicPr>
        <p:blipFill rotWithShape="1">
          <a:blip r:embed="rId3">
            <a:alphaModFix/>
          </a:blip>
          <a:srcRect b="0" l="27123" r="22404" t="1903"/>
          <a:stretch/>
        </p:blipFill>
        <p:spPr>
          <a:xfrm rot="5400000">
            <a:off x="88826" y="3193625"/>
            <a:ext cx="1903224" cy="2080874"/>
          </a:xfrm>
          <a:prstGeom prst="rect">
            <a:avLst/>
          </a:prstGeom>
          <a:noFill/>
          <a:ln>
            <a:noFill/>
          </a:ln>
        </p:spPr>
      </p:pic>
      <p:pic>
        <p:nvPicPr>
          <p:cNvPr id="217" name="Google Shape;217;p29"/>
          <p:cNvPicPr preferRelativeResize="0"/>
          <p:nvPr/>
        </p:nvPicPr>
        <p:blipFill rotWithShape="1">
          <a:blip r:embed="rId4">
            <a:alphaModFix/>
          </a:blip>
          <a:srcRect b="0" l="0" r="44641" t="0"/>
          <a:stretch/>
        </p:blipFill>
        <p:spPr>
          <a:xfrm rot="5131889">
            <a:off x="-894520" y="-803977"/>
            <a:ext cx="2704987" cy="2748506"/>
          </a:xfrm>
          <a:prstGeom prst="rect">
            <a:avLst/>
          </a:prstGeom>
          <a:noFill/>
          <a:ln>
            <a:noFill/>
          </a:ln>
        </p:spPr>
      </p:pic>
      <p:pic>
        <p:nvPicPr>
          <p:cNvPr id="218" name="Google Shape;218;p29"/>
          <p:cNvPicPr preferRelativeResize="0"/>
          <p:nvPr/>
        </p:nvPicPr>
        <p:blipFill rotWithShape="1">
          <a:blip r:embed="rId5">
            <a:alphaModFix/>
          </a:blip>
          <a:srcRect b="0" l="16144" r="9967" t="0"/>
          <a:stretch/>
        </p:blipFill>
        <p:spPr>
          <a:xfrm>
            <a:off x="7353400" y="3786375"/>
            <a:ext cx="1909877" cy="14539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Contents of this template</a:t>
            </a:r>
            <a:endParaRPr/>
          </a:p>
        </p:txBody>
      </p:sp>
      <p:sp>
        <p:nvSpPr>
          <p:cNvPr id="224" name="Google Shape;224;p30"/>
          <p:cNvSpPr txBox="1"/>
          <p:nvPr>
            <p:ph idx="1" type="body"/>
          </p:nvPr>
        </p:nvSpPr>
        <p:spPr>
          <a:xfrm>
            <a:off x="720000" y="1152475"/>
            <a:ext cx="7704000" cy="4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delete this slide when you’re done editing the presentation</a:t>
            </a:r>
            <a:endParaRPr/>
          </a:p>
        </p:txBody>
      </p:sp>
      <p:graphicFrame>
        <p:nvGraphicFramePr>
          <p:cNvPr id="225" name="Google Shape;225;p30"/>
          <p:cNvGraphicFramePr/>
          <p:nvPr/>
        </p:nvGraphicFramePr>
        <p:xfrm>
          <a:off x="720000" y="1614825"/>
          <a:ext cx="3000000" cy="3000000"/>
        </p:xfrm>
        <a:graphic>
          <a:graphicData uri="http://schemas.openxmlformats.org/drawingml/2006/table">
            <a:tbl>
              <a:tblPr>
                <a:noFill/>
                <a:tableStyleId>{96ECB150-A961-479E-BDB7-7344C5B481E7}</a:tableStyleId>
              </a:tblPr>
              <a:tblGrid>
                <a:gridCol w="2256075"/>
                <a:gridCol w="5447925"/>
              </a:tblGrid>
              <a:tr h="361525">
                <a:tc>
                  <a:txBody>
                    <a:bodyPr/>
                    <a:lstStyle/>
                    <a:p>
                      <a:pPr indent="0" lvl="0" marL="0" rtl="0" algn="l">
                        <a:spcBef>
                          <a:spcPts val="0"/>
                        </a:spcBef>
                        <a:spcAft>
                          <a:spcPts val="0"/>
                        </a:spcAft>
                        <a:buNone/>
                      </a:pPr>
                      <a:r>
                        <a:rPr lang="en" sz="1000" u="sng">
                          <a:solidFill>
                            <a:schemeClr val="hlink"/>
                          </a:solidFill>
                          <a:latin typeface="Nunito Medium"/>
                          <a:ea typeface="Nunito Medium"/>
                          <a:cs typeface="Nunito Medium"/>
                          <a:sym typeface="Nunito Medium"/>
                          <a:hlinkClick action="ppaction://hlinksldjump" r:id="rId3"/>
                        </a:rPr>
                        <a:t>Fonts</a:t>
                      </a:r>
                      <a:endParaRPr sz="1000" u="sng">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lt2"/>
                          </a:solidFill>
                          <a:latin typeface="Nunito Medium"/>
                          <a:ea typeface="Nunito Medium"/>
                          <a:cs typeface="Nunito Medium"/>
                          <a:sym typeface="Nunito Medium"/>
                        </a:rPr>
                        <a:t>To view this template correctly in PowerPoint, download and install the fonts we used</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61525">
                <a:tc>
                  <a:txBody>
                    <a:bodyPr/>
                    <a:lstStyle/>
                    <a:p>
                      <a:pPr indent="0" lvl="0" marL="0" rtl="0" algn="l">
                        <a:spcBef>
                          <a:spcPts val="0"/>
                        </a:spcBef>
                        <a:spcAft>
                          <a:spcPts val="0"/>
                        </a:spcAft>
                        <a:buNone/>
                      </a:pPr>
                      <a:r>
                        <a:rPr lang="en" sz="1000" u="sng">
                          <a:solidFill>
                            <a:schemeClr val="hlink"/>
                          </a:solidFill>
                          <a:latin typeface="Nunito Medium"/>
                          <a:ea typeface="Nunito Medium"/>
                          <a:cs typeface="Nunito Medium"/>
                          <a:sym typeface="Nunito Medium"/>
                          <a:hlinkClick action="ppaction://hlinksldjump" r:id="rId4"/>
                        </a:rPr>
                        <a:t>Used</a:t>
                      </a:r>
                      <a:r>
                        <a:rPr lang="en" sz="1000">
                          <a:solidFill>
                            <a:schemeClr val="lt2"/>
                          </a:solidFill>
                          <a:latin typeface="Nunito Medium"/>
                          <a:ea typeface="Nunito Medium"/>
                          <a:cs typeface="Nunito Medium"/>
                          <a:sym typeface="Nunito Medium"/>
                        </a:rPr>
                        <a:t> </a:t>
                      </a:r>
                      <a:r>
                        <a:rPr lang="en" sz="1000">
                          <a:solidFill>
                            <a:schemeClr val="lt2"/>
                          </a:solidFill>
                          <a:latin typeface="Nunito Medium"/>
                          <a:ea typeface="Nunito Medium"/>
                          <a:cs typeface="Nunito Medium"/>
                          <a:sym typeface="Nunito Medium"/>
                        </a:rPr>
                        <a:t>and </a:t>
                      </a:r>
                      <a:r>
                        <a:rPr lang="en" sz="1000" u="sng">
                          <a:solidFill>
                            <a:schemeClr val="hlink"/>
                          </a:solidFill>
                          <a:latin typeface="Nunito Medium"/>
                          <a:ea typeface="Nunito Medium"/>
                          <a:cs typeface="Nunito Medium"/>
                          <a:sym typeface="Nunito Medium"/>
                          <a:hlinkClick action="ppaction://hlinksldjump" r:id="rId5"/>
                        </a:rPr>
                        <a:t>alternative</a:t>
                      </a:r>
                      <a:r>
                        <a:rPr lang="en" sz="1000" u="sng">
                          <a:solidFill>
                            <a:schemeClr val="hlink"/>
                          </a:solidFill>
                          <a:latin typeface="Nunito Medium"/>
                          <a:ea typeface="Nunito Medium"/>
                          <a:cs typeface="Nunito Medium"/>
                          <a:sym typeface="Nunito Medium"/>
                          <a:hlinkClick action="ppaction://hlinksldjump" r:id="rId6"/>
                        </a:rPr>
                        <a:t> resources</a:t>
                      </a:r>
                      <a:endParaRPr sz="1000" u="sng">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lt2"/>
                          </a:solidFill>
                          <a:latin typeface="Nunito Medium"/>
                          <a:ea typeface="Nunito Medium"/>
                          <a:cs typeface="Nunito Medium"/>
                          <a:sym typeface="Nunito Medium"/>
                        </a:rPr>
                        <a:t>An assortment of graphic resources that are suitable for use in this presentation</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61525">
                <a:tc>
                  <a:txBody>
                    <a:bodyPr/>
                    <a:lstStyle/>
                    <a:p>
                      <a:pPr indent="0" lvl="0" marL="0" rtl="0" algn="l">
                        <a:spcBef>
                          <a:spcPts val="0"/>
                        </a:spcBef>
                        <a:spcAft>
                          <a:spcPts val="0"/>
                        </a:spcAft>
                        <a:buNone/>
                      </a:pPr>
                      <a:r>
                        <a:rPr lang="en" sz="1000" u="sng">
                          <a:solidFill>
                            <a:schemeClr val="hlink"/>
                          </a:solidFill>
                          <a:latin typeface="Nunito Medium"/>
                          <a:ea typeface="Nunito Medium"/>
                          <a:cs typeface="Nunito Medium"/>
                          <a:sym typeface="Nunito Medium"/>
                          <a:hlinkClick action="ppaction://hlinksldjump" r:id="rId7"/>
                        </a:rPr>
                        <a:t>Thanks slide</a:t>
                      </a:r>
                      <a:endParaRPr sz="1000" u="sng">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lt2"/>
                          </a:solidFill>
                          <a:latin typeface="Nunito Medium"/>
                          <a:ea typeface="Nunito Medium"/>
                          <a:cs typeface="Nunito Medium"/>
                          <a:sym typeface="Nunito Medium"/>
                        </a:rPr>
                        <a:t>You must keep it so that proper credits for our design are given</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61525">
                <a:tc>
                  <a:txBody>
                    <a:bodyPr/>
                    <a:lstStyle/>
                    <a:p>
                      <a:pPr indent="0" lvl="0" marL="0" rtl="0" algn="l">
                        <a:spcBef>
                          <a:spcPts val="0"/>
                        </a:spcBef>
                        <a:spcAft>
                          <a:spcPts val="0"/>
                        </a:spcAft>
                        <a:buNone/>
                      </a:pPr>
                      <a:r>
                        <a:rPr lang="en" sz="1000" u="sng">
                          <a:solidFill>
                            <a:schemeClr val="hlink"/>
                          </a:solidFill>
                          <a:latin typeface="Nunito Medium"/>
                          <a:ea typeface="Nunito Medium"/>
                          <a:cs typeface="Nunito Medium"/>
                          <a:sym typeface="Nunito Medium"/>
                          <a:hlinkClick action="ppaction://hlinksldjump" r:id="rId8"/>
                        </a:rPr>
                        <a:t>Colors</a:t>
                      </a:r>
                      <a:endParaRPr sz="1000" u="sng">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lt2"/>
                          </a:solidFill>
                          <a:latin typeface="Nunito Medium"/>
                          <a:ea typeface="Nunito Medium"/>
                          <a:cs typeface="Nunito Medium"/>
                          <a:sym typeface="Nunito Medium"/>
                        </a:rPr>
                        <a:t>All the colors used in this presentation</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61525">
                <a:tc>
                  <a:txBody>
                    <a:bodyPr/>
                    <a:lstStyle/>
                    <a:p>
                      <a:pPr indent="0" lvl="0" marL="0" rtl="0" algn="l">
                        <a:spcBef>
                          <a:spcPts val="0"/>
                        </a:spcBef>
                        <a:spcAft>
                          <a:spcPts val="0"/>
                        </a:spcAft>
                        <a:buNone/>
                      </a:pPr>
                      <a:r>
                        <a:rPr lang="en" sz="1000" u="sng">
                          <a:solidFill>
                            <a:schemeClr val="hlink"/>
                          </a:solidFill>
                          <a:latin typeface="Nunito Medium"/>
                          <a:ea typeface="Nunito Medium"/>
                          <a:cs typeface="Nunito Medium"/>
                          <a:sym typeface="Nunito Medium"/>
                          <a:hlinkClick action="ppaction://hlinksldjump" r:id="rId9"/>
                        </a:rPr>
                        <a:t>Icons</a:t>
                      </a:r>
                      <a:r>
                        <a:rPr lang="en" sz="1000">
                          <a:latin typeface="Nunito Medium"/>
                          <a:ea typeface="Nunito Medium"/>
                          <a:cs typeface="Nunito Medium"/>
                          <a:sym typeface="Nunito Medium"/>
                        </a:rPr>
                        <a:t> </a:t>
                      </a:r>
                      <a:r>
                        <a:rPr lang="en" sz="1000">
                          <a:solidFill>
                            <a:schemeClr val="lt2"/>
                          </a:solidFill>
                          <a:latin typeface="Nunito Medium"/>
                          <a:ea typeface="Nunito Medium"/>
                          <a:cs typeface="Nunito Medium"/>
                          <a:sym typeface="Nunito Medium"/>
                        </a:rPr>
                        <a:t>and </a:t>
                      </a:r>
                      <a:r>
                        <a:rPr lang="en" sz="1000" u="sng">
                          <a:solidFill>
                            <a:schemeClr val="hlink"/>
                          </a:solidFill>
                          <a:latin typeface="Nunito Medium"/>
                          <a:ea typeface="Nunito Medium"/>
                          <a:cs typeface="Nunito Medium"/>
                          <a:sym typeface="Nunito Medium"/>
                          <a:hlinkClick action="ppaction://hlinksldjump" r:id="rId10"/>
                        </a:rPr>
                        <a:t>infographic resources</a:t>
                      </a:r>
                      <a:endParaRPr sz="1000" u="sng">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2"/>
                          </a:solidFill>
                          <a:latin typeface="Nunito Medium"/>
                          <a:ea typeface="Nunito Medium"/>
                          <a:cs typeface="Nunito Medium"/>
                          <a:sym typeface="Nunito Medium"/>
                        </a:rPr>
                        <a:t>These can be used in the template, and their size and color can be edited</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361525">
                <a:tc>
                  <a:txBody>
                    <a:bodyPr/>
                    <a:lstStyle/>
                    <a:p>
                      <a:pPr indent="0" lvl="0" marL="0" rtl="0" algn="l">
                        <a:spcBef>
                          <a:spcPts val="0"/>
                        </a:spcBef>
                        <a:spcAft>
                          <a:spcPts val="0"/>
                        </a:spcAft>
                        <a:buNone/>
                      </a:pPr>
                      <a:r>
                        <a:rPr lang="en" sz="1000">
                          <a:solidFill>
                            <a:schemeClr val="lt2"/>
                          </a:solidFill>
                          <a:latin typeface="Nunito Medium"/>
                          <a:ea typeface="Nunito Medium"/>
                          <a:cs typeface="Nunito Medium"/>
                          <a:sym typeface="Nunito Medium"/>
                        </a:rPr>
                        <a:t>Editable presentation theme </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lt2"/>
                          </a:solidFill>
                          <a:latin typeface="Nunito Medium"/>
                          <a:ea typeface="Nunito Medium"/>
                          <a:cs typeface="Nunito Medium"/>
                          <a:sym typeface="Nunito Medium"/>
                        </a:rPr>
                        <a:t>You can edit the master slides easily. For more info, click </a:t>
                      </a:r>
                      <a:r>
                        <a:rPr lang="en" sz="1000" u="sng">
                          <a:solidFill>
                            <a:schemeClr val="lt2"/>
                          </a:solidFill>
                          <a:latin typeface="Nunito Medium"/>
                          <a:ea typeface="Nunito Medium"/>
                          <a:cs typeface="Nunito Medium"/>
                          <a:sym typeface="Nunito Medium"/>
                          <a:hlinkClick r:id="rId11">
                            <a:extLst>
                              <a:ext uri="{A12FA001-AC4F-418D-AE19-62706E023703}">
                                <ahyp:hlinkClr val="tx"/>
                              </a:ext>
                            </a:extLst>
                          </a:hlinkClick>
                        </a:rPr>
                        <a:t>here</a:t>
                      </a:r>
                      <a:endParaRPr sz="10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226" name="Google Shape;226;p30"/>
          <p:cNvSpPr txBox="1"/>
          <p:nvPr/>
        </p:nvSpPr>
        <p:spPr>
          <a:xfrm>
            <a:off x="720025" y="4133675"/>
            <a:ext cx="38520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2"/>
                </a:solidFill>
                <a:latin typeface="Nunito Medium"/>
                <a:ea typeface="Nunito Medium"/>
                <a:cs typeface="Nunito Medium"/>
                <a:sym typeface="Nunito Medium"/>
              </a:rPr>
              <a:t>For more info:</a:t>
            </a:r>
            <a:br>
              <a:rPr lang="en" sz="800">
                <a:solidFill>
                  <a:schemeClr val="lt2"/>
                </a:solidFill>
                <a:latin typeface="Nunito Medium"/>
                <a:ea typeface="Nunito Medium"/>
                <a:cs typeface="Nunito Medium"/>
                <a:sym typeface="Nunito Medium"/>
              </a:rPr>
            </a:br>
            <a:r>
              <a:rPr lang="en" sz="1000" u="sng">
                <a:solidFill>
                  <a:schemeClr val="lt2"/>
                </a:solidFill>
                <a:latin typeface="Nunito Medium"/>
                <a:ea typeface="Nunito Medium"/>
                <a:cs typeface="Nunito Medium"/>
                <a:sym typeface="Nunito Medium"/>
                <a:hlinkClick r:id="rId12">
                  <a:extLst>
                    <a:ext uri="{A12FA001-AC4F-418D-AE19-62706E023703}">
                      <ahyp:hlinkClr val="tx"/>
                    </a:ext>
                  </a:extLst>
                </a:hlinkClick>
              </a:rPr>
              <a:t>Slidesgo</a:t>
            </a:r>
            <a:r>
              <a:rPr lang="en" sz="1000">
                <a:solidFill>
                  <a:schemeClr val="lt2"/>
                </a:solidFill>
                <a:uFill>
                  <a:noFill/>
                </a:uFill>
                <a:latin typeface="Nunito Medium"/>
                <a:ea typeface="Nunito Medium"/>
                <a:cs typeface="Nunito Medium"/>
                <a:sym typeface="Nunito Medium"/>
                <a:hlinkClick r:id="rId13">
                  <a:extLst>
                    <a:ext uri="{A12FA001-AC4F-418D-AE19-62706E023703}">
                      <ahyp:hlinkClr val="tx"/>
                    </a:ext>
                  </a:extLst>
                </a:hlinkClick>
              </a:rPr>
              <a:t> </a:t>
            </a:r>
            <a:r>
              <a:rPr lang="en" sz="1000">
                <a:solidFill>
                  <a:schemeClr val="lt2"/>
                </a:solidFill>
                <a:latin typeface="Nunito Medium"/>
                <a:ea typeface="Nunito Medium"/>
                <a:cs typeface="Nunito Medium"/>
                <a:sym typeface="Nunito Medium"/>
              </a:rPr>
              <a:t>| </a:t>
            </a:r>
            <a:r>
              <a:rPr lang="en" sz="1000" u="sng">
                <a:solidFill>
                  <a:schemeClr val="lt2"/>
                </a:solidFill>
                <a:latin typeface="Nunito Medium"/>
                <a:ea typeface="Nunito Medium"/>
                <a:cs typeface="Nunito Medium"/>
                <a:sym typeface="Nunito Medium"/>
                <a:hlinkClick r:id="rId14">
                  <a:extLst>
                    <a:ext uri="{A12FA001-AC4F-418D-AE19-62706E023703}">
                      <ahyp:hlinkClr val="tx"/>
                    </a:ext>
                  </a:extLst>
                </a:hlinkClick>
              </a:rPr>
              <a:t>Blog</a:t>
            </a:r>
            <a:r>
              <a:rPr lang="en" sz="1000">
                <a:solidFill>
                  <a:schemeClr val="lt2"/>
                </a:solidFill>
                <a:latin typeface="Nunito Medium"/>
                <a:ea typeface="Nunito Medium"/>
                <a:cs typeface="Nunito Medium"/>
                <a:sym typeface="Nunito Medium"/>
              </a:rPr>
              <a:t> | </a:t>
            </a:r>
            <a:r>
              <a:rPr lang="en" sz="1000" u="sng">
                <a:solidFill>
                  <a:schemeClr val="lt2"/>
                </a:solidFill>
                <a:latin typeface="Nunito Medium"/>
                <a:ea typeface="Nunito Medium"/>
                <a:cs typeface="Nunito Medium"/>
                <a:sym typeface="Nunito Medium"/>
                <a:hlinkClick r:id="rId15">
                  <a:extLst>
                    <a:ext uri="{A12FA001-AC4F-418D-AE19-62706E023703}">
                      <ahyp:hlinkClr val="tx"/>
                    </a:ext>
                  </a:extLst>
                </a:hlinkClick>
              </a:rPr>
              <a:t>FAQ</a:t>
            </a:r>
            <a:r>
              <a:rPr lang="en" sz="1000" u="sng">
                <a:solidFill>
                  <a:schemeClr val="lt2"/>
                </a:solidFill>
                <a:latin typeface="Nunito Medium"/>
                <a:ea typeface="Nunito Medium"/>
                <a:cs typeface="Nunito Medium"/>
                <a:sym typeface="Nunito Medium"/>
              </a:rPr>
              <a:t>s</a:t>
            </a:r>
            <a:endParaRPr sz="1000" u="sng">
              <a:solidFill>
                <a:schemeClr val="lt2"/>
              </a:solidFill>
              <a:latin typeface="Nunito Medium"/>
              <a:ea typeface="Nunito Medium"/>
              <a:cs typeface="Nunito Medium"/>
              <a:sym typeface="Nunito Medium"/>
            </a:endParaRPr>
          </a:p>
        </p:txBody>
      </p:sp>
      <p:sp>
        <p:nvSpPr>
          <p:cNvPr id="227" name="Google Shape;227;p30"/>
          <p:cNvSpPr txBox="1"/>
          <p:nvPr/>
        </p:nvSpPr>
        <p:spPr>
          <a:xfrm>
            <a:off x="4572000" y="4133675"/>
            <a:ext cx="3852000" cy="461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800">
                <a:solidFill>
                  <a:schemeClr val="lt2"/>
                </a:solidFill>
                <a:latin typeface="Nunito Medium"/>
                <a:ea typeface="Nunito Medium"/>
                <a:cs typeface="Nunito Medium"/>
                <a:sym typeface="Nunito Medium"/>
              </a:rPr>
              <a:t>You can visit our sister </a:t>
            </a:r>
            <a:r>
              <a:rPr lang="en" sz="800">
                <a:solidFill>
                  <a:schemeClr val="lt2"/>
                </a:solidFill>
                <a:latin typeface="Nunito Medium"/>
                <a:ea typeface="Nunito Medium"/>
                <a:cs typeface="Nunito Medium"/>
                <a:sym typeface="Nunito Medium"/>
              </a:rPr>
              <a:t>projects</a:t>
            </a:r>
            <a:r>
              <a:rPr lang="en" sz="800">
                <a:solidFill>
                  <a:schemeClr val="lt2"/>
                </a:solidFill>
                <a:latin typeface="Nunito Medium"/>
                <a:ea typeface="Nunito Medium"/>
                <a:cs typeface="Nunito Medium"/>
                <a:sym typeface="Nunito Medium"/>
              </a:rPr>
              <a:t>:</a:t>
            </a:r>
            <a:br>
              <a:rPr lang="en" sz="800">
                <a:solidFill>
                  <a:schemeClr val="lt2"/>
                </a:solidFill>
                <a:latin typeface="Nunito Medium"/>
                <a:ea typeface="Nunito Medium"/>
                <a:cs typeface="Nunito Medium"/>
                <a:sym typeface="Nunito Medium"/>
              </a:rPr>
            </a:br>
            <a:r>
              <a:rPr lang="en" sz="1000" u="sng">
                <a:solidFill>
                  <a:schemeClr val="lt2"/>
                </a:solidFill>
                <a:latin typeface="Nunito Medium"/>
                <a:ea typeface="Nunito Medium"/>
                <a:cs typeface="Nunito Medium"/>
                <a:sym typeface="Nunito Medium"/>
                <a:hlinkClick r:id="rId16">
                  <a:extLst>
                    <a:ext uri="{A12FA001-AC4F-418D-AE19-62706E023703}">
                      <ahyp:hlinkClr val="tx"/>
                    </a:ext>
                  </a:extLst>
                </a:hlinkClick>
              </a:rPr>
              <a:t>Freepik</a:t>
            </a:r>
            <a:r>
              <a:rPr lang="en" sz="1000">
                <a:solidFill>
                  <a:schemeClr val="lt2"/>
                </a:solidFill>
                <a:latin typeface="Nunito Medium"/>
                <a:ea typeface="Nunito Medium"/>
                <a:cs typeface="Nunito Medium"/>
                <a:sym typeface="Nunito Medium"/>
              </a:rPr>
              <a:t> | </a:t>
            </a:r>
            <a:r>
              <a:rPr lang="en" sz="1000" u="sng">
                <a:solidFill>
                  <a:schemeClr val="lt2"/>
                </a:solidFill>
                <a:latin typeface="Nunito Medium"/>
                <a:ea typeface="Nunito Medium"/>
                <a:cs typeface="Nunito Medium"/>
                <a:sym typeface="Nunito Medium"/>
                <a:hlinkClick r:id="rId17">
                  <a:extLst>
                    <a:ext uri="{A12FA001-AC4F-418D-AE19-62706E023703}">
                      <ahyp:hlinkClr val="tx"/>
                    </a:ext>
                  </a:extLst>
                </a:hlinkClick>
              </a:rPr>
              <a:t>Flaticon</a:t>
            </a:r>
            <a:r>
              <a:rPr lang="en" sz="1000">
                <a:solidFill>
                  <a:schemeClr val="lt2"/>
                </a:solidFill>
                <a:latin typeface="Nunito Medium"/>
                <a:ea typeface="Nunito Medium"/>
                <a:cs typeface="Nunito Medium"/>
                <a:sym typeface="Nunito Medium"/>
              </a:rPr>
              <a:t> | </a:t>
            </a:r>
            <a:r>
              <a:rPr lang="en" sz="1000" u="sng">
                <a:solidFill>
                  <a:schemeClr val="lt2"/>
                </a:solidFill>
                <a:latin typeface="Nunito Medium"/>
                <a:ea typeface="Nunito Medium"/>
                <a:cs typeface="Nunito Medium"/>
                <a:sym typeface="Nunito Medium"/>
                <a:hlinkClick r:id="rId18">
                  <a:extLst>
                    <a:ext uri="{A12FA001-AC4F-418D-AE19-62706E023703}">
                      <ahyp:hlinkClr val="tx"/>
                    </a:ext>
                  </a:extLst>
                </a:hlinkClick>
              </a:rPr>
              <a:t>Storyset</a:t>
            </a:r>
            <a:r>
              <a:rPr lang="en" sz="1000">
                <a:solidFill>
                  <a:schemeClr val="lt2"/>
                </a:solidFill>
                <a:latin typeface="Nunito Medium"/>
                <a:ea typeface="Nunito Medium"/>
                <a:cs typeface="Nunito Medium"/>
                <a:sym typeface="Nunito Medium"/>
              </a:rPr>
              <a:t> | </a:t>
            </a:r>
            <a:r>
              <a:rPr lang="en" sz="1000" u="sng">
                <a:solidFill>
                  <a:schemeClr val="lt2"/>
                </a:solidFill>
                <a:latin typeface="Nunito Medium"/>
                <a:ea typeface="Nunito Medium"/>
                <a:cs typeface="Nunito Medium"/>
                <a:sym typeface="Nunito Medium"/>
                <a:hlinkClick r:id="rId19">
                  <a:extLst>
                    <a:ext uri="{A12FA001-AC4F-418D-AE19-62706E023703}">
                      <ahyp:hlinkClr val="tx"/>
                    </a:ext>
                  </a:extLst>
                </a:hlinkClick>
              </a:rPr>
              <a:t>Wepik</a:t>
            </a:r>
            <a:r>
              <a:rPr lang="en" sz="1000">
                <a:solidFill>
                  <a:schemeClr val="lt2"/>
                </a:solidFill>
                <a:uFill>
                  <a:noFill/>
                </a:uFill>
                <a:latin typeface="Nunito Medium"/>
                <a:ea typeface="Nunito Medium"/>
                <a:cs typeface="Nunito Medium"/>
                <a:sym typeface="Nunito Medium"/>
                <a:hlinkClick r:id="rId20">
                  <a:extLst>
                    <a:ext uri="{A12FA001-AC4F-418D-AE19-62706E023703}">
                      <ahyp:hlinkClr val="tx"/>
                    </a:ext>
                  </a:extLst>
                </a:hlinkClick>
              </a:rPr>
              <a:t> </a:t>
            </a:r>
            <a:r>
              <a:rPr lang="en" sz="1000">
                <a:solidFill>
                  <a:schemeClr val="lt2"/>
                </a:solidFill>
                <a:latin typeface="Nunito Medium"/>
                <a:ea typeface="Nunito Medium"/>
                <a:cs typeface="Nunito Medium"/>
                <a:sym typeface="Nunito Medium"/>
              </a:rPr>
              <a:t>| </a:t>
            </a:r>
            <a:r>
              <a:rPr lang="en" sz="1000" u="sng">
                <a:solidFill>
                  <a:schemeClr val="lt2"/>
                </a:solidFill>
                <a:latin typeface="Nunito Medium"/>
                <a:ea typeface="Nunito Medium"/>
                <a:cs typeface="Nunito Medium"/>
                <a:sym typeface="Nunito Medium"/>
                <a:hlinkClick r:id="rId21">
                  <a:extLst>
                    <a:ext uri="{A12FA001-AC4F-418D-AE19-62706E023703}">
                      <ahyp:hlinkClr val="tx"/>
                    </a:ext>
                  </a:extLst>
                </a:hlinkClick>
              </a:rPr>
              <a:t>Videvo</a:t>
            </a:r>
            <a:endParaRPr sz="1000">
              <a:solidFill>
                <a:schemeClr val="lt2"/>
              </a:solidFill>
              <a:latin typeface="Nunito Medium"/>
              <a:ea typeface="Nunito Medium"/>
              <a:cs typeface="Nunito Medium"/>
              <a:sym typeface="Nunit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33" name="Google Shape;233;p31"/>
          <p:cNvSpPr txBox="1"/>
          <p:nvPr>
            <p:ph idx="3" type="title"/>
          </p:nvPr>
        </p:nvSpPr>
        <p:spPr>
          <a:xfrm>
            <a:off x="1430700" y="2914296"/>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34" name="Google Shape;234;p31"/>
          <p:cNvSpPr txBox="1"/>
          <p:nvPr>
            <p:ph idx="2" type="title"/>
          </p:nvPr>
        </p:nvSpPr>
        <p:spPr>
          <a:xfrm>
            <a:off x="1430700" y="1480875"/>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35" name="Google Shape;235;p31"/>
          <p:cNvSpPr txBox="1"/>
          <p:nvPr>
            <p:ph idx="4" type="title"/>
          </p:nvPr>
        </p:nvSpPr>
        <p:spPr>
          <a:xfrm>
            <a:off x="4129975" y="1480875"/>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36" name="Google Shape;236;p31"/>
          <p:cNvSpPr txBox="1"/>
          <p:nvPr>
            <p:ph idx="5" type="title"/>
          </p:nvPr>
        </p:nvSpPr>
        <p:spPr>
          <a:xfrm>
            <a:off x="4129975" y="2914296"/>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37" name="Google Shape;237;p31"/>
          <p:cNvSpPr txBox="1"/>
          <p:nvPr>
            <p:ph idx="6" type="title"/>
          </p:nvPr>
        </p:nvSpPr>
        <p:spPr>
          <a:xfrm>
            <a:off x="6829250" y="1480875"/>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38" name="Google Shape;238;p31"/>
          <p:cNvSpPr txBox="1"/>
          <p:nvPr>
            <p:ph idx="7" type="title"/>
          </p:nvPr>
        </p:nvSpPr>
        <p:spPr>
          <a:xfrm>
            <a:off x="6829250" y="2914296"/>
            <a:ext cx="88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39" name="Google Shape;239;p31"/>
          <p:cNvSpPr txBox="1"/>
          <p:nvPr>
            <p:ph idx="1" type="subTitle"/>
          </p:nvPr>
        </p:nvSpPr>
        <p:spPr>
          <a:xfrm>
            <a:off x="720000" y="20276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Headline news</a:t>
            </a:r>
            <a:endParaRPr/>
          </a:p>
        </p:txBody>
      </p:sp>
      <p:sp>
        <p:nvSpPr>
          <p:cNvPr id="240" name="Google Shape;240;p31"/>
          <p:cNvSpPr txBox="1"/>
          <p:nvPr>
            <p:ph idx="8" type="subTitle"/>
          </p:nvPr>
        </p:nvSpPr>
        <p:spPr>
          <a:xfrm>
            <a:off x="3419275" y="20276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 depth analysis</a:t>
            </a:r>
            <a:endParaRPr/>
          </a:p>
        </p:txBody>
      </p:sp>
      <p:sp>
        <p:nvSpPr>
          <p:cNvPr id="241" name="Google Shape;241;p31"/>
          <p:cNvSpPr txBox="1"/>
          <p:nvPr>
            <p:ph idx="9" type="subTitle"/>
          </p:nvPr>
        </p:nvSpPr>
        <p:spPr>
          <a:xfrm>
            <a:off x="6118550" y="20276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Behind the scenes</a:t>
            </a:r>
            <a:endParaRPr/>
          </a:p>
        </p:txBody>
      </p:sp>
      <p:sp>
        <p:nvSpPr>
          <p:cNvPr id="242" name="Google Shape;242;p31"/>
          <p:cNvSpPr txBox="1"/>
          <p:nvPr>
            <p:ph idx="13" type="subTitle"/>
          </p:nvPr>
        </p:nvSpPr>
        <p:spPr>
          <a:xfrm>
            <a:off x="720000" y="34595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Tips &amp; tricks</a:t>
            </a:r>
            <a:endParaRPr/>
          </a:p>
        </p:txBody>
      </p:sp>
      <p:sp>
        <p:nvSpPr>
          <p:cNvPr id="243" name="Google Shape;243;p31"/>
          <p:cNvSpPr txBox="1"/>
          <p:nvPr>
            <p:ph idx="14" type="subTitle"/>
          </p:nvPr>
        </p:nvSpPr>
        <p:spPr>
          <a:xfrm>
            <a:off x="3419275" y="34595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Upcoming events</a:t>
            </a:r>
            <a:endParaRPr/>
          </a:p>
        </p:txBody>
      </p:sp>
      <p:sp>
        <p:nvSpPr>
          <p:cNvPr id="244" name="Google Shape;244;p31"/>
          <p:cNvSpPr txBox="1"/>
          <p:nvPr>
            <p:ph idx="15" type="subTitle"/>
          </p:nvPr>
        </p:nvSpPr>
        <p:spPr>
          <a:xfrm>
            <a:off x="6118550" y="3459575"/>
            <a:ext cx="23055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Community corner</a:t>
            </a:r>
            <a:endParaRPr/>
          </a:p>
        </p:txBody>
      </p:sp>
      <p:pic>
        <p:nvPicPr>
          <p:cNvPr id="245" name="Google Shape;245;p31"/>
          <p:cNvPicPr preferRelativeResize="0"/>
          <p:nvPr/>
        </p:nvPicPr>
        <p:blipFill rotWithShape="1">
          <a:blip r:embed="rId3">
            <a:alphaModFix/>
          </a:blip>
          <a:srcRect b="0" l="0" r="44641" t="0"/>
          <a:stretch/>
        </p:blipFill>
        <p:spPr>
          <a:xfrm>
            <a:off x="-395349" y="3834496"/>
            <a:ext cx="1657450" cy="1684106"/>
          </a:xfrm>
          <a:prstGeom prst="rect">
            <a:avLst/>
          </a:prstGeom>
          <a:noFill/>
          <a:ln>
            <a:noFill/>
          </a:ln>
        </p:spPr>
      </p:pic>
      <p:pic>
        <p:nvPicPr>
          <p:cNvPr id="246" name="Google Shape;246;p31"/>
          <p:cNvPicPr preferRelativeResize="0"/>
          <p:nvPr/>
        </p:nvPicPr>
        <p:blipFill rotWithShape="1">
          <a:blip r:embed="rId4">
            <a:alphaModFix/>
          </a:blip>
          <a:srcRect b="0" l="16144" r="9967" t="0"/>
          <a:stretch/>
        </p:blipFill>
        <p:spPr>
          <a:xfrm rot="-3745272">
            <a:off x="7805499" y="25662"/>
            <a:ext cx="1338162" cy="10186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1574550" y="2557638"/>
            <a:ext cx="59949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Headline news</a:t>
            </a:r>
            <a:endParaRPr/>
          </a:p>
        </p:txBody>
      </p:sp>
      <p:sp>
        <p:nvSpPr>
          <p:cNvPr id="252" name="Google Shape;252;p32"/>
          <p:cNvSpPr txBox="1"/>
          <p:nvPr>
            <p:ph idx="2" type="title"/>
          </p:nvPr>
        </p:nvSpPr>
        <p:spPr>
          <a:xfrm>
            <a:off x="3945050" y="1431950"/>
            <a:ext cx="1254000" cy="110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253" name="Google Shape;253;p32"/>
          <p:cNvPicPr preferRelativeResize="0"/>
          <p:nvPr/>
        </p:nvPicPr>
        <p:blipFill rotWithShape="1">
          <a:blip r:embed="rId3">
            <a:alphaModFix/>
          </a:blip>
          <a:srcRect b="0" l="21047" r="27618" t="0"/>
          <a:stretch/>
        </p:blipFill>
        <p:spPr>
          <a:xfrm rot="-9901300">
            <a:off x="164165" y="109552"/>
            <a:ext cx="2018793" cy="2212119"/>
          </a:xfrm>
          <a:prstGeom prst="rect">
            <a:avLst/>
          </a:prstGeom>
          <a:noFill/>
          <a:ln>
            <a:noFill/>
          </a:ln>
        </p:spPr>
      </p:pic>
      <p:pic>
        <p:nvPicPr>
          <p:cNvPr id="254" name="Google Shape;254;p32"/>
          <p:cNvPicPr preferRelativeResize="0"/>
          <p:nvPr/>
        </p:nvPicPr>
        <p:blipFill rotWithShape="1">
          <a:blip r:embed="rId4">
            <a:alphaModFix/>
          </a:blip>
          <a:srcRect b="61090" l="69747" r="10042" t="9289"/>
          <a:stretch/>
        </p:blipFill>
        <p:spPr>
          <a:xfrm rot="1226552">
            <a:off x="6407275" y="1092726"/>
            <a:ext cx="791750" cy="652726"/>
          </a:xfrm>
          <a:prstGeom prst="rect">
            <a:avLst/>
          </a:prstGeom>
          <a:noFill/>
          <a:ln>
            <a:noFill/>
          </a:ln>
        </p:spPr>
      </p:pic>
      <p:pic>
        <p:nvPicPr>
          <p:cNvPr id="255" name="Google Shape;255;p32"/>
          <p:cNvPicPr preferRelativeResize="0"/>
          <p:nvPr/>
        </p:nvPicPr>
        <p:blipFill rotWithShape="1">
          <a:blip r:embed="rId5">
            <a:alphaModFix/>
          </a:blip>
          <a:srcRect b="0" l="16144" r="9967" t="0"/>
          <a:stretch/>
        </p:blipFill>
        <p:spPr>
          <a:xfrm>
            <a:off x="7234125" y="3689575"/>
            <a:ext cx="1909877" cy="1453926"/>
          </a:xfrm>
          <a:prstGeom prst="rect">
            <a:avLst/>
          </a:prstGeom>
          <a:noFill/>
          <a:ln>
            <a:noFill/>
          </a:ln>
        </p:spPr>
      </p:pic>
      <p:pic>
        <p:nvPicPr>
          <p:cNvPr id="256" name="Google Shape;256;p32"/>
          <p:cNvPicPr preferRelativeResize="0"/>
          <p:nvPr/>
        </p:nvPicPr>
        <p:blipFill rotWithShape="1">
          <a:blip r:embed="rId6">
            <a:alphaModFix amt="40000"/>
          </a:blip>
          <a:srcRect b="4039" l="7996" r="11552" t="0"/>
          <a:stretch/>
        </p:blipFill>
        <p:spPr>
          <a:xfrm>
            <a:off x="467225" y="3528175"/>
            <a:ext cx="3861802" cy="2591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3"/>
          <p:cNvPicPr preferRelativeResize="0"/>
          <p:nvPr/>
        </p:nvPicPr>
        <p:blipFill rotWithShape="1">
          <a:blip r:embed="rId3">
            <a:alphaModFix/>
          </a:blip>
          <a:srcRect b="0" l="21047" r="27618" t="0"/>
          <a:stretch/>
        </p:blipFill>
        <p:spPr>
          <a:xfrm rot="-8099991">
            <a:off x="5525393" y="3644802"/>
            <a:ext cx="1313165" cy="1438896"/>
          </a:xfrm>
          <a:prstGeom prst="rect">
            <a:avLst/>
          </a:prstGeom>
          <a:noFill/>
          <a:ln>
            <a:noFill/>
          </a:ln>
        </p:spPr>
      </p:pic>
      <p:sp>
        <p:nvSpPr>
          <p:cNvPr id="262" name="Google Shape;262;p33"/>
          <p:cNvSpPr txBox="1"/>
          <p:nvPr>
            <p:ph type="title"/>
          </p:nvPr>
        </p:nvSpPr>
        <p:spPr>
          <a:xfrm>
            <a:off x="720000" y="904025"/>
            <a:ext cx="472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Headline news</a:t>
            </a:r>
            <a:endParaRPr/>
          </a:p>
        </p:txBody>
      </p:sp>
      <p:sp>
        <p:nvSpPr>
          <p:cNvPr id="263" name="Google Shape;263;p33"/>
          <p:cNvSpPr txBox="1"/>
          <p:nvPr>
            <p:ph idx="1" type="body"/>
          </p:nvPr>
        </p:nvSpPr>
        <p:spPr>
          <a:xfrm>
            <a:off x="720000" y="1686175"/>
            <a:ext cx="4724100" cy="25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it comes to writing the headline news for a newsletter, it's important to grab the reader's attention and entice them to read further. Here are some tips for crafting an effective headline:</a:t>
            </a:r>
            <a:endParaRPr/>
          </a:p>
          <a:p>
            <a:pPr indent="-161925" lvl="0" marL="285750" rtl="0" algn="l">
              <a:spcBef>
                <a:spcPts val="1000"/>
              </a:spcBef>
              <a:spcAft>
                <a:spcPts val="0"/>
              </a:spcAft>
              <a:buSzPts val="1200"/>
              <a:buChar char="✧"/>
            </a:pPr>
            <a:r>
              <a:rPr lang="en"/>
              <a:t>Keep it short and sweet: A concise headline is more likely to catch the reader's eye and make them want to read on</a:t>
            </a:r>
            <a:endParaRPr/>
          </a:p>
          <a:p>
            <a:pPr indent="-161925" lvl="0" marL="285750" rtl="0" algn="l">
              <a:spcBef>
                <a:spcPts val="0"/>
              </a:spcBef>
              <a:spcAft>
                <a:spcPts val="0"/>
              </a:spcAft>
              <a:buSzPts val="1200"/>
              <a:buChar char="✧"/>
            </a:pPr>
            <a:r>
              <a:rPr lang="en"/>
              <a:t>Be specific: Use specific details or numbers in your headline to give readers an idea of what they can expect to learn</a:t>
            </a:r>
            <a:endParaRPr/>
          </a:p>
          <a:p>
            <a:pPr indent="-161925" lvl="0" marL="285750" rtl="0" algn="l">
              <a:spcBef>
                <a:spcPts val="0"/>
              </a:spcBef>
              <a:spcAft>
                <a:spcPts val="0"/>
              </a:spcAft>
              <a:buSzPts val="1200"/>
              <a:buChar char="✧"/>
            </a:pPr>
            <a:r>
              <a:rPr lang="en"/>
              <a:t>Make it relevant: Choose a topic that is timely and relevant to your audience</a:t>
            </a:r>
            <a:endParaRPr/>
          </a:p>
          <a:p>
            <a:pPr indent="0" lvl="0" marL="0" rtl="0" algn="l">
              <a:spcBef>
                <a:spcPts val="1000"/>
              </a:spcBef>
              <a:spcAft>
                <a:spcPts val="0"/>
              </a:spcAft>
              <a:buNone/>
            </a:pPr>
            <a:r>
              <a:rPr lang="en"/>
              <a:t>Stay tuned for more updates on this exciting development as we continue to innovate and push the boundaries of what</a:t>
            </a:r>
            <a:r>
              <a:rPr lang="en"/>
              <a:t>'s </a:t>
            </a:r>
            <a:r>
              <a:rPr lang="en"/>
              <a:t>possible!</a:t>
            </a:r>
            <a:endParaRPr/>
          </a:p>
        </p:txBody>
      </p:sp>
      <p:pic>
        <p:nvPicPr>
          <p:cNvPr id="264" name="Google Shape;264;p33"/>
          <p:cNvPicPr preferRelativeResize="0"/>
          <p:nvPr>
            <p:ph idx="2" type="pic"/>
          </p:nvPr>
        </p:nvPicPr>
        <p:blipFill rotWithShape="1">
          <a:blip r:embed="rId4">
            <a:alphaModFix/>
          </a:blip>
          <a:srcRect b="0" l="99" r="109" t="0"/>
          <a:stretch/>
        </p:blipFill>
        <p:spPr>
          <a:xfrm>
            <a:off x="5906750" y="535050"/>
            <a:ext cx="2715000" cy="4073400"/>
          </a:xfrm>
          <a:prstGeom prst="roundRect">
            <a:avLst>
              <a:gd fmla="val 50000" name="adj"/>
            </a:avLst>
          </a:prstGeom>
        </p:spPr>
      </p:pic>
      <p:pic>
        <p:nvPicPr>
          <p:cNvPr id="265" name="Google Shape;265;p33"/>
          <p:cNvPicPr preferRelativeResize="0"/>
          <p:nvPr/>
        </p:nvPicPr>
        <p:blipFill rotWithShape="1">
          <a:blip r:embed="rId5">
            <a:alphaModFix/>
          </a:blip>
          <a:srcRect b="16502" l="0" r="10754" t="6091"/>
          <a:stretch/>
        </p:blipFill>
        <p:spPr>
          <a:xfrm rot="-5892028">
            <a:off x="7949548" y="1382349"/>
            <a:ext cx="1284626" cy="626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depth analysis</a:t>
            </a:r>
            <a:endParaRPr/>
          </a:p>
        </p:txBody>
      </p:sp>
      <p:sp>
        <p:nvSpPr>
          <p:cNvPr id="271" name="Google Shape;271;p34"/>
          <p:cNvSpPr txBox="1"/>
          <p:nvPr>
            <p:ph idx="3" type="subTitle"/>
          </p:nvPr>
        </p:nvSpPr>
        <p:spPr>
          <a:xfrm>
            <a:off x="1241000" y="2426075"/>
            <a:ext cx="2772600" cy="15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Analyze a new and emerging technology that is disrupting or transforming your industry. Discuss its potential impact on businesses and consumers, and provide insights into how companies can adapt to these new changes</a:t>
            </a:r>
            <a:endParaRPr/>
          </a:p>
        </p:txBody>
      </p:sp>
      <p:sp>
        <p:nvSpPr>
          <p:cNvPr id="272" name="Google Shape;272;p34"/>
          <p:cNvSpPr txBox="1"/>
          <p:nvPr>
            <p:ph idx="1" type="subTitle"/>
          </p:nvPr>
        </p:nvSpPr>
        <p:spPr>
          <a:xfrm>
            <a:off x="1241000" y="1861275"/>
            <a:ext cx="2772600" cy="5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Emerging technologies</a:t>
            </a:r>
            <a:endParaRPr/>
          </a:p>
        </p:txBody>
      </p:sp>
      <p:sp>
        <p:nvSpPr>
          <p:cNvPr id="273" name="Google Shape;273;p34"/>
          <p:cNvSpPr txBox="1"/>
          <p:nvPr>
            <p:ph idx="2" type="subTitle"/>
          </p:nvPr>
        </p:nvSpPr>
        <p:spPr>
          <a:xfrm>
            <a:off x="5130400" y="1861275"/>
            <a:ext cx="2772600" cy="5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Market trends</a:t>
            </a:r>
            <a:endParaRPr/>
          </a:p>
        </p:txBody>
      </p:sp>
      <p:sp>
        <p:nvSpPr>
          <p:cNvPr id="274" name="Google Shape;274;p34"/>
          <p:cNvSpPr txBox="1"/>
          <p:nvPr>
            <p:ph idx="4" type="subTitle"/>
          </p:nvPr>
        </p:nvSpPr>
        <p:spPr>
          <a:xfrm>
            <a:off x="5130400" y="2426075"/>
            <a:ext cx="2772600" cy="15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Provide an in-depth analysis of recent market trends that are affecting your industry. This could include examining changes in a emerging market opportunities. Offer insights into how businesses can capitalize to stay competitive</a:t>
            </a:r>
            <a:endParaRPr/>
          </a:p>
        </p:txBody>
      </p:sp>
      <p:pic>
        <p:nvPicPr>
          <p:cNvPr id="275" name="Google Shape;275;p34"/>
          <p:cNvPicPr preferRelativeResize="0"/>
          <p:nvPr/>
        </p:nvPicPr>
        <p:blipFill rotWithShape="1">
          <a:blip r:embed="rId3">
            <a:alphaModFix/>
          </a:blip>
          <a:srcRect b="0" l="16144" r="9967" t="0"/>
          <a:stretch/>
        </p:blipFill>
        <p:spPr>
          <a:xfrm flipH="1" rot="-465007">
            <a:off x="-76378" y="3900724"/>
            <a:ext cx="1582950" cy="1205050"/>
          </a:xfrm>
          <a:prstGeom prst="rect">
            <a:avLst/>
          </a:prstGeom>
          <a:noFill/>
          <a:ln>
            <a:noFill/>
          </a:ln>
        </p:spPr>
      </p:pic>
      <p:pic>
        <p:nvPicPr>
          <p:cNvPr id="276" name="Google Shape;276;p34"/>
          <p:cNvPicPr preferRelativeResize="0"/>
          <p:nvPr/>
        </p:nvPicPr>
        <p:blipFill rotWithShape="1">
          <a:blip r:embed="rId4">
            <a:alphaModFix/>
          </a:blip>
          <a:srcRect b="0" l="27123" r="22404" t="1903"/>
          <a:stretch/>
        </p:blipFill>
        <p:spPr>
          <a:xfrm rot="-4636898">
            <a:off x="7447503" y="68557"/>
            <a:ext cx="1405145" cy="1536289"/>
          </a:xfrm>
          <a:prstGeom prst="rect">
            <a:avLst/>
          </a:prstGeom>
          <a:noFill/>
          <a:ln>
            <a:noFill/>
          </a:ln>
        </p:spPr>
      </p:pic>
      <p:sp>
        <p:nvSpPr>
          <p:cNvPr id="277" name="Google Shape;277;p34"/>
          <p:cNvSpPr/>
          <p:nvPr/>
        </p:nvSpPr>
        <p:spPr>
          <a:xfrm>
            <a:off x="7517450" y="4369400"/>
            <a:ext cx="1536600" cy="15366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5"/>
          <p:cNvPicPr preferRelativeResize="0"/>
          <p:nvPr/>
        </p:nvPicPr>
        <p:blipFill rotWithShape="1">
          <a:blip r:embed="rId3">
            <a:alphaModFix amt="70000"/>
          </a:blip>
          <a:srcRect b="4058" l="3038" r="35825" t="3494"/>
          <a:stretch/>
        </p:blipFill>
        <p:spPr>
          <a:xfrm>
            <a:off x="-467025" y="3771075"/>
            <a:ext cx="1782125" cy="1515926"/>
          </a:xfrm>
          <a:prstGeom prst="rect">
            <a:avLst/>
          </a:prstGeom>
          <a:noFill/>
          <a:ln>
            <a:noFill/>
          </a:ln>
        </p:spPr>
      </p:pic>
      <p:sp>
        <p:nvSpPr>
          <p:cNvPr id="283" name="Google Shape;283;p35"/>
          <p:cNvSpPr txBox="1"/>
          <p:nvPr>
            <p:ph idx="6" type="subTitle"/>
          </p:nvPr>
        </p:nvSpPr>
        <p:spPr>
          <a:xfrm>
            <a:off x="3985188" y="2568300"/>
            <a:ext cx="3919800" cy="9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company culture is built on collaboration, innovation, and open communication. We prioritize work-life balance by offering flexible schedules and remote work options when possible</a:t>
            </a:r>
            <a:endParaRPr/>
          </a:p>
          <a:p>
            <a:pPr indent="0" lvl="0" marL="0" rtl="0" algn="l">
              <a:spcBef>
                <a:spcPts val="0"/>
              </a:spcBef>
              <a:spcAft>
                <a:spcPts val="0"/>
              </a:spcAft>
              <a:buNone/>
            </a:pPr>
            <a:r>
              <a:t/>
            </a:r>
            <a:endParaRPr/>
          </a:p>
        </p:txBody>
      </p:sp>
      <p:sp>
        <p:nvSpPr>
          <p:cNvPr id="284" name="Google Shape;284;p35"/>
          <p:cNvSpPr txBox="1"/>
          <p:nvPr>
            <p:ph idx="4" type="subTitle"/>
          </p:nvPr>
        </p:nvSpPr>
        <p:spPr>
          <a:xfrm>
            <a:off x="3985188" y="3678200"/>
            <a:ext cx="3921000" cy="9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customer service team is dedicated to providing exceptional support. We believe in building long-term relationships with our customers based on trust, transparency, and excellent service</a:t>
            </a:r>
            <a:endParaRPr/>
          </a:p>
        </p:txBody>
      </p:sp>
      <p:sp>
        <p:nvSpPr>
          <p:cNvPr id="285" name="Google Shape;285;p35"/>
          <p:cNvSpPr txBox="1"/>
          <p:nvPr>
            <p:ph idx="1" type="subTitle"/>
          </p:nvPr>
        </p:nvSpPr>
        <p:spPr>
          <a:xfrm>
            <a:off x="1239612" y="1708450"/>
            <a:ext cx="2515500" cy="430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Production process</a:t>
            </a:r>
            <a:endParaRPr/>
          </a:p>
        </p:txBody>
      </p:sp>
      <p:sp>
        <p:nvSpPr>
          <p:cNvPr id="286" name="Google Shape;286;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Behind the scenes</a:t>
            </a:r>
            <a:endParaRPr/>
          </a:p>
        </p:txBody>
      </p:sp>
      <p:sp>
        <p:nvSpPr>
          <p:cNvPr id="287" name="Google Shape;287;p35"/>
          <p:cNvSpPr txBox="1"/>
          <p:nvPr>
            <p:ph idx="2" type="subTitle"/>
          </p:nvPr>
        </p:nvSpPr>
        <p:spPr>
          <a:xfrm>
            <a:off x="3985188" y="1458400"/>
            <a:ext cx="3921000" cy="9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pride ourselves on our products that are made with care from start to finish. </a:t>
            </a:r>
            <a:r>
              <a:rPr lang="en"/>
              <a:t>Our team sources the best materials and uses skilled craftsmanship to transform raw materials into beautiful products</a:t>
            </a:r>
            <a:endParaRPr/>
          </a:p>
        </p:txBody>
      </p:sp>
      <p:sp>
        <p:nvSpPr>
          <p:cNvPr id="288" name="Google Shape;288;p35"/>
          <p:cNvSpPr txBox="1"/>
          <p:nvPr>
            <p:ph idx="3" type="subTitle"/>
          </p:nvPr>
        </p:nvSpPr>
        <p:spPr>
          <a:xfrm>
            <a:off x="1239612" y="3928250"/>
            <a:ext cx="2515500" cy="430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Customer service</a:t>
            </a:r>
            <a:endParaRPr/>
          </a:p>
        </p:txBody>
      </p:sp>
      <p:sp>
        <p:nvSpPr>
          <p:cNvPr id="289" name="Google Shape;289;p35"/>
          <p:cNvSpPr txBox="1"/>
          <p:nvPr>
            <p:ph idx="5" type="subTitle"/>
          </p:nvPr>
        </p:nvSpPr>
        <p:spPr>
          <a:xfrm>
            <a:off x="1237812" y="2818350"/>
            <a:ext cx="2517300" cy="430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Company culture</a:t>
            </a:r>
            <a:endParaRPr/>
          </a:p>
        </p:txBody>
      </p:sp>
      <p:pic>
        <p:nvPicPr>
          <p:cNvPr id="290" name="Google Shape;290;p35"/>
          <p:cNvPicPr preferRelativeResize="0"/>
          <p:nvPr/>
        </p:nvPicPr>
        <p:blipFill rotWithShape="1">
          <a:blip r:embed="rId4">
            <a:alphaModFix/>
          </a:blip>
          <a:srcRect b="0" l="16144" r="9967" t="0"/>
          <a:stretch/>
        </p:blipFill>
        <p:spPr>
          <a:xfrm flipH="1" rot="10800000">
            <a:off x="7665499" y="-35101"/>
            <a:ext cx="1582949" cy="12050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idx="14" type="subTitle"/>
          </p:nvPr>
        </p:nvSpPr>
        <p:spPr>
          <a:xfrm>
            <a:off x="3402556" y="3155478"/>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Learning</a:t>
            </a:r>
            <a:endParaRPr/>
          </a:p>
        </p:txBody>
      </p:sp>
      <p:sp>
        <p:nvSpPr>
          <p:cNvPr id="296" name="Google Shape;296;p36"/>
          <p:cNvSpPr txBox="1"/>
          <p:nvPr>
            <p:ph idx="13" type="subTitle"/>
          </p:nvPr>
        </p:nvSpPr>
        <p:spPr>
          <a:xfrm>
            <a:off x="721231" y="3155478"/>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Self-care</a:t>
            </a:r>
            <a:endParaRPr/>
          </a:p>
        </p:txBody>
      </p:sp>
      <p:sp>
        <p:nvSpPr>
          <p:cNvPr id="297" name="Google Shape;297;p36"/>
          <p:cNvSpPr txBox="1"/>
          <p:nvPr>
            <p:ph idx="15" type="subTitle"/>
          </p:nvPr>
        </p:nvSpPr>
        <p:spPr>
          <a:xfrm>
            <a:off x="6083881" y="3155478"/>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Goal-setting</a:t>
            </a:r>
            <a:endParaRPr/>
          </a:p>
        </p:txBody>
      </p:sp>
      <p:sp>
        <p:nvSpPr>
          <p:cNvPr id="298" name="Google Shape;298;p36"/>
          <p:cNvSpPr txBox="1"/>
          <p:nvPr>
            <p:ph idx="7" type="subTitle"/>
          </p:nvPr>
        </p:nvSpPr>
        <p:spPr>
          <a:xfrm>
            <a:off x="721206" y="1342975"/>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Time management</a:t>
            </a:r>
            <a:endParaRPr/>
          </a:p>
        </p:txBody>
      </p:sp>
      <p:sp>
        <p:nvSpPr>
          <p:cNvPr id="299" name="Google Shape;299;p36"/>
          <p:cNvSpPr txBox="1"/>
          <p:nvPr>
            <p:ph idx="8" type="subTitle"/>
          </p:nvPr>
        </p:nvSpPr>
        <p:spPr>
          <a:xfrm>
            <a:off x="3402544" y="1342975"/>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Networking</a:t>
            </a:r>
            <a:endParaRPr/>
          </a:p>
        </p:txBody>
      </p:sp>
      <p:sp>
        <p:nvSpPr>
          <p:cNvPr id="300" name="Google Shape;300;p36"/>
          <p:cNvSpPr txBox="1"/>
          <p:nvPr>
            <p:ph idx="9" type="subTitle"/>
          </p:nvPr>
        </p:nvSpPr>
        <p:spPr>
          <a:xfrm>
            <a:off x="6083881" y="1342975"/>
            <a:ext cx="2336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Communication</a:t>
            </a:r>
            <a:endParaRPr/>
          </a:p>
        </p:txBody>
      </p:sp>
      <p:sp>
        <p:nvSpPr>
          <p:cNvPr id="301" name="Google Shape;301;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Tips &amp; tricks</a:t>
            </a:r>
            <a:endParaRPr/>
          </a:p>
        </p:txBody>
      </p:sp>
      <p:sp>
        <p:nvSpPr>
          <p:cNvPr id="302" name="Google Shape;302;p36"/>
          <p:cNvSpPr txBox="1"/>
          <p:nvPr>
            <p:ph idx="1" type="subTitle"/>
          </p:nvPr>
        </p:nvSpPr>
        <p:spPr>
          <a:xfrm>
            <a:off x="721231" y="1867775"/>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Break your day into smaller chunks and focus on one task at a time. Take short breaks in between to stay fresh</a:t>
            </a:r>
            <a:endParaRPr/>
          </a:p>
        </p:txBody>
      </p:sp>
      <p:sp>
        <p:nvSpPr>
          <p:cNvPr id="303" name="Google Shape;303;p36"/>
          <p:cNvSpPr txBox="1"/>
          <p:nvPr>
            <p:ph idx="4" type="subTitle"/>
          </p:nvPr>
        </p:nvSpPr>
        <p:spPr>
          <a:xfrm>
            <a:off x="723719" y="3678200"/>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Make time for exercise, healthy eating, and hobbies outside of work to reduce stress and promote relaxation</a:t>
            </a:r>
            <a:endParaRPr/>
          </a:p>
        </p:txBody>
      </p:sp>
      <p:sp>
        <p:nvSpPr>
          <p:cNvPr id="304" name="Google Shape;304;p36"/>
          <p:cNvSpPr txBox="1"/>
          <p:nvPr>
            <p:ph idx="5" type="subTitle"/>
          </p:nvPr>
        </p:nvSpPr>
        <p:spPr>
          <a:xfrm>
            <a:off x="3405056" y="3678200"/>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Attend workshops, read industry publications, and take online courses to expand your knowledge base</a:t>
            </a:r>
            <a:endParaRPr/>
          </a:p>
        </p:txBody>
      </p:sp>
      <p:sp>
        <p:nvSpPr>
          <p:cNvPr id="305" name="Google Shape;305;p36"/>
          <p:cNvSpPr txBox="1"/>
          <p:nvPr>
            <p:ph idx="2" type="subTitle"/>
          </p:nvPr>
        </p:nvSpPr>
        <p:spPr>
          <a:xfrm>
            <a:off x="3402556" y="1867775"/>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Attend events and connect with others in your field on social media to expand and build your network</a:t>
            </a:r>
            <a:endParaRPr/>
          </a:p>
        </p:txBody>
      </p:sp>
      <p:sp>
        <p:nvSpPr>
          <p:cNvPr id="306" name="Google Shape;306;p36"/>
          <p:cNvSpPr txBox="1"/>
          <p:nvPr>
            <p:ph idx="3" type="subTitle"/>
          </p:nvPr>
        </p:nvSpPr>
        <p:spPr>
          <a:xfrm>
            <a:off x="6083881" y="1867775"/>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 concise when communicating ideas, actively listen to feedback, and be open to constructive criticism</a:t>
            </a:r>
            <a:endParaRPr/>
          </a:p>
        </p:txBody>
      </p:sp>
      <p:sp>
        <p:nvSpPr>
          <p:cNvPr id="307" name="Google Shape;307;p36"/>
          <p:cNvSpPr txBox="1"/>
          <p:nvPr>
            <p:ph idx="6" type="subTitle"/>
          </p:nvPr>
        </p:nvSpPr>
        <p:spPr>
          <a:xfrm>
            <a:off x="6086394" y="3678200"/>
            <a:ext cx="2336400" cy="93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Set clear goals by breaking them down into smaller achievable steps and by celebrating progress</a:t>
            </a:r>
            <a:endParaRPr/>
          </a:p>
        </p:txBody>
      </p:sp>
      <p:pic>
        <p:nvPicPr>
          <p:cNvPr id="308" name="Google Shape;308;p36"/>
          <p:cNvPicPr preferRelativeResize="0"/>
          <p:nvPr/>
        </p:nvPicPr>
        <p:blipFill rotWithShape="1">
          <a:blip r:embed="rId3">
            <a:alphaModFix amt="42000"/>
          </a:blip>
          <a:srcRect b="4058" l="3038" r="35825" t="3494"/>
          <a:stretch/>
        </p:blipFill>
        <p:spPr>
          <a:xfrm>
            <a:off x="7679775" y="-226750"/>
            <a:ext cx="1782125" cy="1515926"/>
          </a:xfrm>
          <a:prstGeom prst="rect">
            <a:avLst/>
          </a:prstGeom>
          <a:noFill/>
          <a:ln>
            <a:noFill/>
          </a:ln>
        </p:spPr>
      </p:pic>
      <p:pic>
        <p:nvPicPr>
          <p:cNvPr id="309" name="Google Shape;309;p36"/>
          <p:cNvPicPr preferRelativeResize="0"/>
          <p:nvPr/>
        </p:nvPicPr>
        <p:blipFill rotWithShape="1">
          <a:blip r:embed="rId3">
            <a:alphaModFix amt="40000"/>
          </a:blip>
          <a:srcRect b="4058" l="3038" r="35825" t="3494"/>
          <a:stretch/>
        </p:blipFill>
        <p:spPr>
          <a:xfrm rot="-8100000">
            <a:off x="-636952" y="4296024"/>
            <a:ext cx="1782126" cy="15159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idx="2" type="subTitle"/>
          </p:nvPr>
        </p:nvSpPr>
        <p:spPr>
          <a:xfrm>
            <a:off x="796238" y="1885775"/>
            <a:ext cx="3546000" cy="9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company is excited to announce the launch of a new product line that has been in development for months. This innovative product is expected to revolutionize our industry</a:t>
            </a:r>
            <a:endParaRPr/>
          </a:p>
        </p:txBody>
      </p:sp>
      <p:sp>
        <p:nvSpPr>
          <p:cNvPr id="315" name="Google Shape;315;p37"/>
          <p:cNvSpPr txBox="1"/>
          <p:nvPr>
            <p:ph idx="3" type="subTitle"/>
          </p:nvPr>
        </p:nvSpPr>
        <p:spPr>
          <a:xfrm>
            <a:off x="4801762" y="1885775"/>
            <a:ext cx="3546000" cy="9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 have recently expanded our operations by opening a new office in a different place. This expansion will allow us to better serve our customers and grow our business</a:t>
            </a:r>
            <a:endParaRPr/>
          </a:p>
        </p:txBody>
      </p:sp>
      <p:sp>
        <p:nvSpPr>
          <p:cNvPr id="316" name="Google Shape;316;p37"/>
          <p:cNvSpPr txBox="1"/>
          <p:nvPr>
            <p:ph idx="4" type="subTitle"/>
          </p:nvPr>
        </p:nvSpPr>
        <p:spPr>
          <a:xfrm>
            <a:off x="796238" y="3634100"/>
            <a:ext cx="3546000" cy="9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company has been recognized for excellence in our industry by receiving an award. This recognition reflects the hard work and dedication of all of our amazing employees</a:t>
            </a:r>
            <a:endParaRPr/>
          </a:p>
        </p:txBody>
      </p:sp>
      <p:sp>
        <p:nvSpPr>
          <p:cNvPr id="317" name="Google Shape;317;p37"/>
          <p:cNvSpPr txBox="1"/>
          <p:nvPr>
            <p:ph idx="5" type="subTitle"/>
          </p:nvPr>
        </p:nvSpPr>
        <p:spPr>
          <a:xfrm>
            <a:off x="4801762" y="3634100"/>
            <a:ext cx="3546000" cy="9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 have recently partnered with a nonprofit organization to provide support and resources to those in need. We believe it is important to be socially responsible</a:t>
            </a:r>
            <a:endParaRPr/>
          </a:p>
        </p:txBody>
      </p:sp>
      <p:sp>
        <p:nvSpPr>
          <p:cNvPr id="318" name="Google Shape;31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news!</a:t>
            </a:r>
            <a:endParaRPr/>
          </a:p>
        </p:txBody>
      </p:sp>
      <p:sp>
        <p:nvSpPr>
          <p:cNvPr id="319" name="Google Shape;319;p37"/>
          <p:cNvSpPr txBox="1"/>
          <p:nvPr>
            <p:ph idx="1" type="subTitle"/>
          </p:nvPr>
        </p:nvSpPr>
        <p:spPr>
          <a:xfrm>
            <a:off x="796238" y="1306475"/>
            <a:ext cx="3546000" cy="52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New product launch</a:t>
            </a:r>
            <a:endParaRPr/>
          </a:p>
        </p:txBody>
      </p:sp>
      <p:sp>
        <p:nvSpPr>
          <p:cNvPr id="320" name="Google Shape;320;p37"/>
          <p:cNvSpPr txBox="1"/>
          <p:nvPr>
            <p:ph idx="6" type="subTitle"/>
          </p:nvPr>
        </p:nvSpPr>
        <p:spPr>
          <a:xfrm>
            <a:off x="796238" y="3054800"/>
            <a:ext cx="3546000" cy="52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Award recognition</a:t>
            </a:r>
            <a:endParaRPr/>
          </a:p>
        </p:txBody>
      </p:sp>
      <p:sp>
        <p:nvSpPr>
          <p:cNvPr id="321" name="Google Shape;321;p37"/>
          <p:cNvSpPr txBox="1"/>
          <p:nvPr>
            <p:ph idx="7" type="subTitle"/>
          </p:nvPr>
        </p:nvSpPr>
        <p:spPr>
          <a:xfrm>
            <a:off x="4801762" y="1306475"/>
            <a:ext cx="3546000" cy="52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Company expansion</a:t>
            </a:r>
            <a:endParaRPr/>
          </a:p>
        </p:txBody>
      </p:sp>
      <p:sp>
        <p:nvSpPr>
          <p:cNvPr id="322" name="Google Shape;322;p37"/>
          <p:cNvSpPr txBox="1"/>
          <p:nvPr>
            <p:ph idx="8" type="subTitle"/>
          </p:nvPr>
        </p:nvSpPr>
        <p:spPr>
          <a:xfrm>
            <a:off x="4801762" y="3054800"/>
            <a:ext cx="3546000" cy="52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CSR</a:t>
            </a:r>
            <a:endParaRPr/>
          </a:p>
        </p:txBody>
      </p:sp>
      <p:pic>
        <p:nvPicPr>
          <p:cNvPr id="323" name="Google Shape;323;p37"/>
          <p:cNvPicPr preferRelativeResize="0"/>
          <p:nvPr/>
        </p:nvPicPr>
        <p:blipFill rotWithShape="1">
          <a:blip r:embed="rId3">
            <a:alphaModFix amt="72000"/>
          </a:blip>
          <a:srcRect b="0" l="21047" r="27618" t="0"/>
          <a:stretch/>
        </p:blipFill>
        <p:spPr>
          <a:xfrm rot="-5913538">
            <a:off x="7806162" y="-300633"/>
            <a:ext cx="1708624" cy="18722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8"/>
          <p:cNvSpPr/>
          <p:nvPr/>
        </p:nvSpPr>
        <p:spPr>
          <a:xfrm rot="5400000">
            <a:off x="7726950" y="3399402"/>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 name="Google Shape;329;p38"/>
          <p:cNvPicPr preferRelativeResize="0"/>
          <p:nvPr/>
        </p:nvPicPr>
        <p:blipFill rotWithShape="1">
          <a:blip r:embed="rId3">
            <a:alphaModFix amt="40000"/>
          </a:blip>
          <a:srcRect b="4039" l="7996" r="11552" t="0"/>
          <a:stretch/>
        </p:blipFill>
        <p:spPr>
          <a:xfrm rot="-825445">
            <a:off x="-844448" y="3091331"/>
            <a:ext cx="3995695" cy="2680888"/>
          </a:xfrm>
          <a:prstGeom prst="rect">
            <a:avLst/>
          </a:prstGeom>
          <a:noFill/>
          <a:ln>
            <a:noFill/>
          </a:ln>
        </p:spPr>
      </p:pic>
      <p:sp>
        <p:nvSpPr>
          <p:cNvPr id="330" name="Google Shape;330;p38"/>
          <p:cNvSpPr txBox="1"/>
          <p:nvPr>
            <p:ph type="title"/>
          </p:nvPr>
        </p:nvSpPr>
        <p:spPr>
          <a:xfrm>
            <a:off x="1458150" y="2982563"/>
            <a:ext cx="6227700" cy="504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—Company’s motto</a:t>
            </a:r>
            <a:endParaRPr/>
          </a:p>
        </p:txBody>
      </p:sp>
      <p:sp>
        <p:nvSpPr>
          <p:cNvPr id="331" name="Google Shape;331;p38"/>
          <p:cNvSpPr txBox="1"/>
          <p:nvPr>
            <p:ph idx="1" type="subTitle"/>
          </p:nvPr>
        </p:nvSpPr>
        <p:spPr>
          <a:xfrm>
            <a:off x="1458150" y="1656338"/>
            <a:ext cx="6227700" cy="126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"Believe in yourself and all that you are. Know that there is something inside you that is greater than any obstacle"</a:t>
            </a:r>
            <a:endParaRPr/>
          </a:p>
        </p:txBody>
      </p:sp>
      <p:pic>
        <p:nvPicPr>
          <p:cNvPr id="332" name="Google Shape;332;p38"/>
          <p:cNvPicPr preferRelativeResize="0"/>
          <p:nvPr/>
        </p:nvPicPr>
        <p:blipFill rotWithShape="1">
          <a:blip r:embed="rId4">
            <a:alphaModFix amt="50000"/>
          </a:blip>
          <a:srcRect b="4058" l="3038" r="35825" t="3494"/>
          <a:stretch/>
        </p:blipFill>
        <p:spPr>
          <a:xfrm>
            <a:off x="-531763" y="698863"/>
            <a:ext cx="1782125" cy="1515926"/>
          </a:xfrm>
          <a:prstGeom prst="rect">
            <a:avLst/>
          </a:prstGeom>
          <a:noFill/>
          <a:ln>
            <a:noFill/>
          </a:ln>
        </p:spPr>
      </p:pic>
      <p:pic>
        <p:nvPicPr>
          <p:cNvPr id="333" name="Google Shape;333;p38"/>
          <p:cNvPicPr preferRelativeResize="0"/>
          <p:nvPr/>
        </p:nvPicPr>
        <p:blipFill rotWithShape="1">
          <a:blip r:embed="rId5">
            <a:alphaModFix/>
          </a:blip>
          <a:srcRect b="0" l="27123" r="22404" t="1903"/>
          <a:stretch/>
        </p:blipFill>
        <p:spPr>
          <a:xfrm rot="507416">
            <a:off x="7501741" y="3348175"/>
            <a:ext cx="1729118" cy="1890503"/>
          </a:xfrm>
          <a:prstGeom prst="rect">
            <a:avLst/>
          </a:prstGeom>
          <a:noFill/>
          <a:ln>
            <a:noFill/>
          </a:ln>
        </p:spPr>
      </p:pic>
      <p:pic>
        <p:nvPicPr>
          <p:cNvPr id="334" name="Google Shape;334;p38"/>
          <p:cNvPicPr preferRelativeResize="0"/>
          <p:nvPr/>
        </p:nvPicPr>
        <p:blipFill rotWithShape="1">
          <a:blip r:embed="rId6">
            <a:alphaModFix/>
          </a:blip>
          <a:srcRect b="16502" l="0" r="10754" t="6091"/>
          <a:stretch/>
        </p:blipFill>
        <p:spPr>
          <a:xfrm flipH="1" rot="8100007">
            <a:off x="275320" y="658901"/>
            <a:ext cx="1609308" cy="7851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ph type="title"/>
          </p:nvPr>
        </p:nvSpPr>
        <p:spPr>
          <a:xfrm>
            <a:off x="1564850" y="537500"/>
            <a:ext cx="6014400" cy="82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April 14</a:t>
            </a:r>
            <a:endParaRPr/>
          </a:p>
        </p:txBody>
      </p:sp>
      <p:sp>
        <p:nvSpPr>
          <p:cNvPr id="340" name="Google Shape;340;p39"/>
          <p:cNvSpPr txBox="1"/>
          <p:nvPr>
            <p:ph idx="1" type="subTitle"/>
          </p:nvPr>
        </p:nvSpPr>
        <p:spPr>
          <a:xfrm>
            <a:off x="1564850" y="1440900"/>
            <a:ext cx="6014400" cy="44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Virtual conference on the future of technology</a:t>
            </a:r>
            <a:endParaRPr/>
          </a:p>
        </p:txBody>
      </p:sp>
      <p:sp>
        <p:nvSpPr>
          <p:cNvPr id="341" name="Google Shape;341;p39"/>
          <p:cNvSpPr txBox="1"/>
          <p:nvPr>
            <p:ph idx="3" type="subTitle"/>
          </p:nvPr>
        </p:nvSpPr>
        <p:spPr>
          <a:xfrm>
            <a:off x="1564850" y="2800849"/>
            <a:ext cx="6014400" cy="44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Product demo day for new features and updates</a:t>
            </a:r>
            <a:endParaRPr/>
          </a:p>
        </p:txBody>
      </p:sp>
      <p:sp>
        <p:nvSpPr>
          <p:cNvPr id="342" name="Google Shape;342;p39"/>
          <p:cNvSpPr txBox="1"/>
          <p:nvPr>
            <p:ph idx="5" type="subTitle"/>
          </p:nvPr>
        </p:nvSpPr>
        <p:spPr>
          <a:xfrm>
            <a:off x="1564850" y="4160799"/>
            <a:ext cx="6014400" cy="44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Networking event with industry leaders</a:t>
            </a:r>
            <a:endParaRPr/>
          </a:p>
        </p:txBody>
      </p:sp>
      <p:sp>
        <p:nvSpPr>
          <p:cNvPr id="343" name="Google Shape;343;p39"/>
          <p:cNvSpPr txBox="1"/>
          <p:nvPr>
            <p:ph idx="2" type="title"/>
          </p:nvPr>
        </p:nvSpPr>
        <p:spPr>
          <a:xfrm>
            <a:off x="1564850" y="1894887"/>
            <a:ext cx="6014400" cy="82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June 6</a:t>
            </a:r>
            <a:endParaRPr/>
          </a:p>
        </p:txBody>
      </p:sp>
      <p:sp>
        <p:nvSpPr>
          <p:cNvPr id="344" name="Google Shape;344;p39"/>
          <p:cNvSpPr txBox="1"/>
          <p:nvPr>
            <p:ph idx="4" type="title"/>
          </p:nvPr>
        </p:nvSpPr>
        <p:spPr>
          <a:xfrm>
            <a:off x="1564850" y="3252273"/>
            <a:ext cx="6014400" cy="82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July 12</a:t>
            </a:r>
            <a:endParaRPr/>
          </a:p>
        </p:txBody>
      </p:sp>
      <p:pic>
        <p:nvPicPr>
          <p:cNvPr id="345" name="Google Shape;345;p39"/>
          <p:cNvPicPr preferRelativeResize="0"/>
          <p:nvPr/>
        </p:nvPicPr>
        <p:blipFill rotWithShape="1">
          <a:blip r:embed="rId3">
            <a:alphaModFix amt="30000"/>
          </a:blip>
          <a:srcRect b="4039" l="7996" r="11552" t="0"/>
          <a:stretch/>
        </p:blipFill>
        <p:spPr>
          <a:xfrm rot="-2700000">
            <a:off x="6563225" y="3038500"/>
            <a:ext cx="3861801" cy="2591047"/>
          </a:xfrm>
          <a:prstGeom prst="rect">
            <a:avLst/>
          </a:prstGeom>
          <a:noFill/>
          <a:ln>
            <a:noFill/>
          </a:ln>
        </p:spPr>
      </p:pic>
      <p:pic>
        <p:nvPicPr>
          <p:cNvPr id="346" name="Google Shape;346;p39"/>
          <p:cNvPicPr preferRelativeResize="0"/>
          <p:nvPr/>
        </p:nvPicPr>
        <p:blipFill rotWithShape="1">
          <a:blip r:embed="rId4">
            <a:alphaModFix/>
          </a:blip>
          <a:srcRect b="0" l="0" r="44641" t="0"/>
          <a:stretch/>
        </p:blipFill>
        <p:spPr>
          <a:xfrm flipH="1" rot="-5131889">
            <a:off x="7177905" y="-651202"/>
            <a:ext cx="2704987" cy="2748506"/>
          </a:xfrm>
          <a:prstGeom prst="rect">
            <a:avLst/>
          </a:prstGeom>
          <a:noFill/>
          <a:ln>
            <a:noFill/>
          </a:ln>
        </p:spPr>
      </p:pic>
      <p:pic>
        <p:nvPicPr>
          <p:cNvPr id="347" name="Google Shape;347;p39"/>
          <p:cNvPicPr preferRelativeResize="0"/>
          <p:nvPr/>
        </p:nvPicPr>
        <p:blipFill rotWithShape="1">
          <a:blip r:embed="rId5">
            <a:alphaModFix/>
          </a:blip>
          <a:srcRect b="0" l="16144" r="9967" t="0"/>
          <a:stretch/>
        </p:blipFill>
        <p:spPr>
          <a:xfrm flipH="1">
            <a:off x="0" y="3689575"/>
            <a:ext cx="1909877" cy="1453926"/>
          </a:xfrm>
          <a:prstGeom prst="rect">
            <a:avLst/>
          </a:prstGeom>
          <a:noFill/>
          <a:ln>
            <a:noFill/>
          </a:ln>
        </p:spPr>
      </p:pic>
      <p:pic>
        <p:nvPicPr>
          <p:cNvPr id="348" name="Google Shape;348;p39"/>
          <p:cNvPicPr preferRelativeResize="0"/>
          <p:nvPr/>
        </p:nvPicPr>
        <p:blipFill rotWithShape="1">
          <a:blip r:embed="rId6">
            <a:alphaModFix/>
          </a:blip>
          <a:srcRect b="61090" l="69747" r="10042" t="9289"/>
          <a:stretch/>
        </p:blipFill>
        <p:spPr>
          <a:xfrm rot="1226552">
            <a:off x="1442375" y="595326"/>
            <a:ext cx="791750" cy="652726"/>
          </a:xfrm>
          <a:prstGeom prst="rect">
            <a:avLst/>
          </a:prstGeom>
          <a:noFill/>
          <a:ln>
            <a:noFill/>
          </a:ln>
        </p:spPr>
      </p:pic>
      <p:pic>
        <p:nvPicPr>
          <p:cNvPr id="349" name="Google Shape;349;p39"/>
          <p:cNvPicPr preferRelativeResize="0"/>
          <p:nvPr/>
        </p:nvPicPr>
        <p:blipFill rotWithShape="1">
          <a:blip r:embed="rId6">
            <a:alphaModFix/>
          </a:blip>
          <a:srcRect b="61090" l="69747" r="10042" t="9289"/>
          <a:stretch/>
        </p:blipFill>
        <p:spPr>
          <a:xfrm flipH="1" rot="9573393">
            <a:off x="7123337" y="2512664"/>
            <a:ext cx="608021" cy="5012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we going to do next quarter?</a:t>
            </a:r>
            <a:endParaRPr/>
          </a:p>
        </p:txBody>
      </p:sp>
      <p:sp>
        <p:nvSpPr>
          <p:cNvPr id="355" name="Google Shape;355;p40"/>
          <p:cNvSpPr txBox="1"/>
          <p:nvPr/>
        </p:nvSpPr>
        <p:spPr>
          <a:xfrm>
            <a:off x="720000" y="4364950"/>
            <a:ext cx="7704000" cy="245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Nunito Medium"/>
                <a:ea typeface="Nunito Medium"/>
                <a:cs typeface="Nunito Medium"/>
                <a:sym typeface="Nunito Medium"/>
              </a:rPr>
              <a:t>Follow the link in the graph to modify its data and then paste the new one here. </a:t>
            </a:r>
            <a:r>
              <a:rPr lang="en" sz="1000" u="sng">
                <a:solidFill>
                  <a:schemeClr val="lt2"/>
                </a:solidFill>
                <a:latin typeface="Nunito Medium"/>
                <a:ea typeface="Nunito Medium"/>
                <a:cs typeface="Nunito Medium"/>
                <a:sym typeface="Nunito Medium"/>
                <a:hlinkClick r:id="rId3">
                  <a:extLst>
                    <a:ext uri="{A12FA001-AC4F-418D-AE19-62706E023703}">
                      <ahyp:hlinkClr val="tx"/>
                    </a:ext>
                  </a:extLst>
                </a:hlinkClick>
              </a:rPr>
              <a:t>For more info, click here</a:t>
            </a:r>
            <a:endParaRPr sz="1000" u="sng">
              <a:solidFill>
                <a:schemeClr val="lt2"/>
              </a:solidFill>
              <a:latin typeface="Nunito Medium"/>
              <a:ea typeface="Nunito Medium"/>
              <a:cs typeface="Nunito Medium"/>
              <a:sym typeface="Nunito Medium"/>
            </a:endParaRPr>
          </a:p>
        </p:txBody>
      </p:sp>
      <p:sp>
        <p:nvSpPr>
          <p:cNvPr id="356" name="Google Shape;356;p40"/>
          <p:cNvSpPr/>
          <p:nvPr/>
        </p:nvSpPr>
        <p:spPr>
          <a:xfrm rot="5400000">
            <a:off x="-1342462" y="1319475"/>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0"/>
          <p:cNvSpPr/>
          <p:nvPr/>
        </p:nvSpPr>
        <p:spPr>
          <a:xfrm rot="5400000">
            <a:off x="8243963" y="3221100"/>
            <a:ext cx="22425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8" name="Google Shape;358;p40" title="Chart">
            <a:hlinkClick r:id="rId4"/>
          </p:cNvPr>
          <p:cNvPicPr preferRelativeResize="0"/>
          <p:nvPr/>
        </p:nvPicPr>
        <p:blipFill>
          <a:blip r:embed="rId5">
            <a:alphaModFix/>
          </a:blip>
          <a:stretch>
            <a:fillRect/>
          </a:stretch>
        </p:blipFill>
        <p:spPr>
          <a:xfrm>
            <a:off x="2455563" y="1382675"/>
            <a:ext cx="4232874" cy="2617325"/>
          </a:xfrm>
          <a:prstGeom prst="rect">
            <a:avLst/>
          </a:prstGeom>
          <a:noFill/>
          <a:ln>
            <a:noFill/>
          </a:ln>
        </p:spPr>
      </p:pic>
      <p:sp>
        <p:nvSpPr>
          <p:cNvPr id="359" name="Google Shape;359;p40"/>
          <p:cNvSpPr txBox="1"/>
          <p:nvPr/>
        </p:nvSpPr>
        <p:spPr>
          <a:xfrm>
            <a:off x="6814200" y="1577350"/>
            <a:ext cx="9936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accent4"/>
                </a:solidFill>
                <a:latin typeface="Bodoni Moda"/>
                <a:ea typeface="Bodoni Moda"/>
                <a:cs typeface="Bodoni Moda"/>
                <a:sym typeface="Bodoni Moda"/>
              </a:rPr>
              <a:t>30%</a:t>
            </a:r>
            <a:endParaRPr b="1" sz="2500">
              <a:solidFill>
                <a:schemeClr val="accent4"/>
              </a:solidFill>
              <a:latin typeface="Bodoni Moda"/>
              <a:ea typeface="Bodoni Moda"/>
              <a:cs typeface="Bodoni Moda"/>
              <a:sym typeface="Bodoni Moda"/>
            </a:endParaRPr>
          </a:p>
        </p:txBody>
      </p:sp>
      <p:sp>
        <p:nvSpPr>
          <p:cNvPr id="360" name="Google Shape;360;p40"/>
          <p:cNvSpPr txBox="1"/>
          <p:nvPr/>
        </p:nvSpPr>
        <p:spPr>
          <a:xfrm>
            <a:off x="6350400" y="2124150"/>
            <a:ext cx="1921200" cy="44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Launch</a:t>
            </a:r>
            <a:endParaRPr b="1" sz="1800">
              <a:solidFill>
                <a:schemeClr val="dk1"/>
              </a:solidFill>
              <a:latin typeface="Bodoni Moda"/>
              <a:ea typeface="Bodoni Moda"/>
              <a:cs typeface="Bodoni Moda"/>
              <a:sym typeface="Bodoni Moda"/>
            </a:endParaRPr>
          </a:p>
        </p:txBody>
      </p:sp>
      <p:sp>
        <p:nvSpPr>
          <p:cNvPr id="361" name="Google Shape;361;p40"/>
          <p:cNvSpPr/>
          <p:nvPr/>
        </p:nvSpPr>
        <p:spPr>
          <a:xfrm>
            <a:off x="5532400" y="1790275"/>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0"/>
          <p:cNvSpPr txBox="1"/>
          <p:nvPr/>
        </p:nvSpPr>
        <p:spPr>
          <a:xfrm>
            <a:off x="6814200" y="3005325"/>
            <a:ext cx="9936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accent4"/>
                </a:solidFill>
                <a:latin typeface="Bodoni Moda"/>
                <a:ea typeface="Bodoni Moda"/>
                <a:cs typeface="Bodoni Moda"/>
                <a:sym typeface="Bodoni Moda"/>
              </a:rPr>
              <a:t>25%</a:t>
            </a:r>
            <a:endParaRPr b="1" sz="2500">
              <a:solidFill>
                <a:schemeClr val="accent4"/>
              </a:solidFill>
              <a:latin typeface="Bodoni Moda"/>
              <a:ea typeface="Bodoni Moda"/>
              <a:cs typeface="Bodoni Moda"/>
              <a:sym typeface="Bodoni Moda"/>
            </a:endParaRPr>
          </a:p>
        </p:txBody>
      </p:sp>
      <p:sp>
        <p:nvSpPr>
          <p:cNvPr id="363" name="Google Shape;363;p40"/>
          <p:cNvSpPr txBox="1"/>
          <p:nvPr/>
        </p:nvSpPr>
        <p:spPr>
          <a:xfrm>
            <a:off x="6350400" y="3552125"/>
            <a:ext cx="1921200" cy="44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Social media</a:t>
            </a:r>
            <a:endParaRPr b="1" sz="1800">
              <a:solidFill>
                <a:schemeClr val="dk1"/>
              </a:solidFill>
              <a:latin typeface="Bodoni Moda"/>
              <a:ea typeface="Bodoni Moda"/>
              <a:cs typeface="Bodoni Moda"/>
              <a:sym typeface="Bodoni Moda"/>
            </a:endParaRPr>
          </a:p>
        </p:txBody>
      </p:sp>
      <p:sp>
        <p:nvSpPr>
          <p:cNvPr id="364" name="Google Shape;364;p40"/>
          <p:cNvSpPr/>
          <p:nvPr/>
        </p:nvSpPr>
        <p:spPr>
          <a:xfrm>
            <a:off x="5329000" y="3321425"/>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0"/>
          <p:cNvSpPr/>
          <p:nvPr/>
        </p:nvSpPr>
        <p:spPr>
          <a:xfrm>
            <a:off x="3466875" y="3083925"/>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0"/>
          <p:cNvSpPr/>
          <p:nvPr/>
        </p:nvSpPr>
        <p:spPr>
          <a:xfrm>
            <a:off x="3766500" y="173455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0"/>
          <p:cNvSpPr txBox="1"/>
          <p:nvPr/>
        </p:nvSpPr>
        <p:spPr>
          <a:xfrm>
            <a:off x="1336200" y="1577350"/>
            <a:ext cx="9936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accent4"/>
                </a:solidFill>
                <a:latin typeface="Bodoni Moda"/>
                <a:ea typeface="Bodoni Moda"/>
                <a:cs typeface="Bodoni Moda"/>
                <a:sym typeface="Bodoni Moda"/>
              </a:rPr>
              <a:t>15%</a:t>
            </a:r>
            <a:endParaRPr b="1" sz="2500">
              <a:solidFill>
                <a:schemeClr val="accent4"/>
              </a:solidFill>
              <a:latin typeface="Bodoni Moda"/>
              <a:ea typeface="Bodoni Moda"/>
              <a:cs typeface="Bodoni Moda"/>
              <a:sym typeface="Bodoni Moda"/>
            </a:endParaRPr>
          </a:p>
        </p:txBody>
      </p:sp>
      <p:sp>
        <p:nvSpPr>
          <p:cNvPr id="368" name="Google Shape;368;p40"/>
          <p:cNvSpPr txBox="1"/>
          <p:nvPr/>
        </p:nvSpPr>
        <p:spPr>
          <a:xfrm>
            <a:off x="872400" y="2124150"/>
            <a:ext cx="1921200" cy="44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Training</a:t>
            </a:r>
            <a:endParaRPr b="1" sz="1800">
              <a:solidFill>
                <a:schemeClr val="dk1"/>
              </a:solidFill>
              <a:latin typeface="Bodoni Moda"/>
              <a:ea typeface="Bodoni Moda"/>
              <a:cs typeface="Bodoni Moda"/>
              <a:sym typeface="Bodoni Moda"/>
            </a:endParaRPr>
          </a:p>
        </p:txBody>
      </p:sp>
      <p:sp>
        <p:nvSpPr>
          <p:cNvPr id="369" name="Google Shape;369;p40"/>
          <p:cNvSpPr txBox="1"/>
          <p:nvPr/>
        </p:nvSpPr>
        <p:spPr>
          <a:xfrm>
            <a:off x="1336200" y="3005325"/>
            <a:ext cx="9936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accent4"/>
                </a:solidFill>
                <a:latin typeface="Bodoni Moda"/>
                <a:ea typeface="Bodoni Moda"/>
                <a:cs typeface="Bodoni Moda"/>
                <a:sym typeface="Bodoni Moda"/>
              </a:rPr>
              <a:t>30%</a:t>
            </a:r>
            <a:endParaRPr b="1" sz="2500">
              <a:solidFill>
                <a:schemeClr val="accent4"/>
              </a:solidFill>
              <a:latin typeface="Bodoni Moda"/>
              <a:ea typeface="Bodoni Moda"/>
              <a:cs typeface="Bodoni Moda"/>
              <a:sym typeface="Bodoni Moda"/>
            </a:endParaRPr>
          </a:p>
        </p:txBody>
      </p:sp>
      <p:sp>
        <p:nvSpPr>
          <p:cNvPr id="370" name="Google Shape;370;p40"/>
          <p:cNvSpPr txBox="1"/>
          <p:nvPr/>
        </p:nvSpPr>
        <p:spPr>
          <a:xfrm>
            <a:off x="872400" y="3552125"/>
            <a:ext cx="1921200" cy="44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Website</a:t>
            </a:r>
            <a:endParaRPr b="1" sz="1800">
              <a:solidFill>
                <a:schemeClr val="dk1"/>
              </a:solidFill>
              <a:latin typeface="Bodoni Moda"/>
              <a:ea typeface="Bodoni Moda"/>
              <a:cs typeface="Bodoni Moda"/>
              <a:sym typeface="Bodoni Moda"/>
            </a:endParaRPr>
          </a:p>
        </p:txBody>
      </p:sp>
      <p:cxnSp>
        <p:nvCxnSpPr>
          <p:cNvPr id="371" name="Google Shape;371;p40"/>
          <p:cNvCxnSpPr>
            <a:stCxn id="368" idx="3"/>
            <a:endCxn id="366" idx="1"/>
          </p:cNvCxnSpPr>
          <p:nvPr/>
        </p:nvCxnSpPr>
        <p:spPr>
          <a:xfrm flipH="1" rot="10800000">
            <a:off x="2793600" y="1879650"/>
            <a:ext cx="972900" cy="468300"/>
          </a:xfrm>
          <a:prstGeom prst="bentConnector3">
            <a:avLst>
              <a:gd fmla="val 50000" name="adj1"/>
            </a:avLst>
          </a:prstGeom>
          <a:noFill/>
          <a:ln cap="flat" cmpd="sng" w="9525">
            <a:solidFill>
              <a:schemeClr val="accent3"/>
            </a:solidFill>
            <a:prstDash val="solid"/>
            <a:round/>
            <a:headEnd len="med" w="med" type="none"/>
            <a:tailEnd len="med" w="med" type="none"/>
          </a:ln>
        </p:spPr>
      </p:cxnSp>
      <p:cxnSp>
        <p:nvCxnSpPr>
          <p:cNvPr id="372" name="Google Shape;372;p40"/>
          <p:cNvCxnSpPr>
            <a:stCxn id="370" idx="3"/>
            <a:endCxn id="365" idx="1"/>
          </p:cNvCxnSpPr>
          <p:nvPr/>
        </p:nvCxnSpPr>
        <p:spPr>
          <a:xfrm flipH="1" rot="10800000">
            <a:off x="2793600" y="3229025"/>
            <a:ext cx="673200" cy="546900"/>
          </a:xfrm>
          <a:prstGeom prst="bentConnector3">
            <a:avLst>
              <a:gd fmla="val 50006" name="adj1"/>
            </a:avLst>
          </a:prstGeom>
          <a:noFill/>
          <a:ln cap="flat" cmpd="sng" w="9525">
            <a:solidFill>
              <a:schemeClr val="accent3"/>
            </a:solidFill>
            <a:prstDash val="solid"/>
            <a:round/>
            <a:headEnd len="med" w="med" type="none"/>
            <a:tailEnd len="med" w="med" type="none"/>
          </a:ln>
        </p:spPr>
      </p:cxnSp>
      <p:cxnSp>
        <p:nvCxnSpPr>
          <p:cNvPr id="373" name="Google Shape;373;p40"/>
          <p:cNvCxnSpPr>
            <a:stCxn id="361" idx="3"/>
            <a:endCxn id="360" idx="1"/>
          </p:cNvCxnSpPr>
          <p:nvPr/>
        </p:nvCxnSpPr>
        <p:spPr>
          <a:xfrm>
            <a:off x="5735800" y="1935475"/>
            <a:ext cx="614700" cy="412500"/>
          </a:xfrm>
          <a:prstGeom prst="bentConnector3">
            <a:avLst>
              <a:gd fmla="val 49992" name="adj1"/>
            </a:avLst>
          </a:prstGeom>
          <a:noFill/>
          <a:ln cap="flat" cmpd="sng" w="9525">
            <a:solidFill>
              <a:schemeClr val="accent3"/>
            </a:solidFill>
            <a:prstDash val="solid"/>
            <a:round/>
            <a:headEnd len="med" w="med" type="none"/>
            <a:tailEnd len="med" w="med" type="none"/>
          </a:ln>
        </p:spPr>
      </p:cxnSp>
      <p:cxnSp>
        <p:nvCxnSpPr>
          <p:cNvPr id="374" name="Google Shape;374;p40"/>
          <p:cNvCxnSpPr>
            <a:stCxn id="364" idx="3"/>
            <a:endCxn id="363" idx="1"/>
          </p:cNvCxnSpPr>
          <p:nvPr/>
        </p:nvCxnSpPr>
        <p:spPr>
          <a:xfrm>
            <a:off x="5532400" y="3466625"/>
            <a:ext cx="818100" cy="309300"/>
          </a:xfrm>
          <a:prstGeom prst="bentConnector3">
            <a:avLst>
              <a:gd fmla="val 49994" name="adj1"/>
            </a:avLst>
          </a:prstGeom>
          <a:noFill/>
          <a:ln cap="flat" cmpd="sng" w="9525">
            <a:solidFill>
              <a:schemeClr val="accent3"/>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 our products working?</a:t>
            </a:r>
            <a:endParaRPr/>
          </a:p>
        </p:txBody>
      </p:sp>
      <p:graphicFrame>
        <p:nvGraphicFramePr>
          <p:cNvPr id="380" name="Google Shape;380;p41"/>
          <p:cNvGraphicFramePr/>
          <p:nvPr/>
        </p:nvGraphicFramePr>
        <p:xfrm>
          <a:off x="719963" y="1314010"/>
          <a:ext cx="3000000" cy="3000000"/>
        </p:xfrm>
        <a:graphic>
          <a:graphicData uri="http://schemas.openxmlformats.org/drawingml/2006/table">
            <a:tbl>
              <a:tblPr>
                <a:noFill/>
                <a:tableStyleId>{0CA1A1AA-DEA3-4BFF-8C47-4CACAA0D2AA9}</a:tableStyleId>
              </a:tblPr>
              <a:tblGrid>
                <a:gridCol w="1481700"/>
                <a:gridCol w="1005675"/>
                <a:gridCol w="1277850"/>
                <a:gridCol w="1481950"/>
                <a:gridCol w="1524300"/>
                <a:gridCol w="932550"/>
              </a:tblGrid>
              <a:tr h="470625">
                <a:tc>
                  <a:txBody>
                    <a:bodyPr/>
                    <a:lstStyle/>
                    <a:p>
                      <a:pPr indent="0" lvl="0" marL="0" rtl="0" algn="ctr">
                        <a:spcBef>
                          <a:spcPts val="0"/>
                        </a:spcBef>
                        <a:spcAft>
                          <a:spcPts val="0"/>
                        </a:spcAft>
                        <a:buNone/>
                      </a:pPr>
                      <a:r>
                        <a:rPr b="1" lang="en" sz="1600">
                          <a:solidFill>
                            <a:schemeClr val="dk1"/>
                          </a:solidFill>
                          <a:latin typeface="Bodoni Moda"/>
                          <a:ea typeface="Bodoni Moda"/>
                          <a:cs typeface="Bodoni Moda"/>
                          <a:sym typeface="Bodoni Moda"/>
                        </a:rPr>
                        <a:t>Product</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Bodoni Moda"/>
                          <a:ea typeface="Bodoni Moda"/>
                          <a:cs typeface="Bodoni Moda"/>
                          <a:sym typeface="Bodoni Moda"/>
                        </a:rPr>
                        <a:t>Price</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Bodoni Moda"/>
                          <a:ea typeface="Bodoni Moda"/>
                          <a:cs typeface="Bodoni Moda"/>
                          <a:sym typeface="Bodoni Moda"/>
                        </a:rPr>
                        <a:t>Discount</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Bodoni Moda"/>
                          <a:ea typeface="Bodoni Moda"/>
                          <a:cs typeface="Bodoni Moda"/>
                          <a:sym typeface="Bodoni Moda"/>
                        </a:rPr>
                        <a:t>Availability</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Bodoni Moda"/>
                          <a:ea typeface="Bodoni Moda"/>
                          <a:cs typeface="Bodoni Moda"/>
                          <a:sym typeface="Bodoni Moda"/>
                        </a:rPr>
                        <a:t>Comments</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dk1"/>
                          </a:solidFill>
                          <a:latin typeface="Bodoni Moda"/>
                          <a:ea typeface="Bodoni Moda"/>
                          <a:cs typeface="Bodoni Moda"/>
                          <a:sym typeface="Bodoni Moda"/>
                        </a:rPr>
                        <a:t>Rating</a:t>
                      </a:r>
                      <a:endParaRPr b="1" sz="1600">
                        <a:solidFill>
                          <a:schemeClr val="dk1"/>
                        </a:solidFill>
                        <a:latin typeface="Bodoni Moda"/>
                        <a:ea typeface="Bodoni Moda"/>
                        <a:cs typeface="Bodoni Moda"/>
                        <a:sym typeface="Bodoni Moda"/>
                      </a:endParaRPr>
                    </a:p>
                  </a:txBody>
                  <a:tcPr marT="68575" marB="6857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1</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$20</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10% off</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In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“Very good”</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4/5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2</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$25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No discount</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Out of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“Could be better”</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1/5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3</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$50</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15% off</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In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“Quite satisfied”</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3/5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4</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$30</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No discount</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In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“Useful”</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2/5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5</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$40</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20% off</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In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“Amazing!”</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5/5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470625">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6</a:t>
                      </a:r>
                      <a:endParaRPr sz="1200">
                        <a:solidFill>
                          <a:schemeClr val="lt2"/>
                        </a:solidFill>
                        <a:latin typeface="Nunito Medium"/>
                        <a:ea typeface="Nunito Medium"/>
                        <a:cs typeface="Nunito Medium"/>
                        <a:sym typeface="Nunito Medium"/>
                      </a:endParaRPr>
                    </a:p>
                  </a:txBody>
                  <a:tcPr marT="0" marB="0"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$15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5% off</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In stock</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“Practical”</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4/5</a:t>
                      </a:r>
                      <a:endParaRPr sz="1200">
                        <a:solidFill>
                          <a:schemeClr val="lt2"/>
                        </a:solidFill>
                        <a:latin typeface="Nunito Medium"/>
                        <a:ea typeface="Nunito Medium"/>
                        <a:cs typeface="Nunito Medium"/>
                        <a:sym typeface="Nunito Medium"/>
                      </a:endParaRPr>
                    </a:p>
                  </a:txBody>
                  <a:tcPr marT="0" marB="0" marR="0" marL="0"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381" name="Google Shape;381;p41"/>
          <p:cNvSpPr/>
          <p:nvPr/>
        </p:nvSpPr>
        <p:spPr>
          <a:xfrm>
            <a:off x="8424000" y="133775"/>
            <a:ext cx="625800" cy="6258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42"/>
          <p:cNvPicPr preferRelativeResize="0"/>
          <p:nvPr/>
        </p:nvPicPr>
        <p:blipFill rotWithShape="1">
          <a:blip r:embed="rId3">
            <a:alphaModFix/>
          </a:blip>
          <a:srcRect b="0" l="27123" r="22404" t="1903"/>
          <a:stretch/>
        </p:blipFill>
        <p:spPr>
          <a:xfrm rot="-9129455">
            <a:off x="160061" y="188083"/>
            <a:ext cx="1611773" cy="1762183"/>
          </a:xfrm>
          <a:prstGeom prst="rect">
            <a:avLst/>
          </a:prstGeom>
          <a:noFill/>
          <a:ln>
            <a:noFill/>
          </a:ln>
        </p:spPr>
      </p:pic>
      <p:sp>
        <p:nvSpPr>
          <p:cNvPr id="387" name="Google Shape;387;p42"/>
          <p:cNvSpPr txBox="1"/>
          <p:nvPr>
            <p:ph type="title"/>
          </p:nvPr>
        </p:nvSpPr>
        <p:spPr>
          <a:xfrm>
            <a:off x="715200" y="2034900"/>
            <a:ext cx="7713600" cy="107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“Exclusive and inspiring”</a:t>
            </a:r>
            <a:endParaRPr/>
          </a:p>
        </p:txBody>
      </p:sp>
      <p:sp>
        <p:nvSpPr>
          <p:cNvPr id="388" name="Google Shape;388;p42"/>
          <p:cNvSpPr/>
          <p:nvPr/>
        </p:nvSpPr>
        <p:spPr>
          <a:xfrm>
            <a:off x="7628475" y="495200"/>
            <a:ext cx="843000" cy="843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9" name="Google Shape;389;p42"/>
          <p:cNvPicPr preferRelativeResize="0"/>
          <p:nvPr/>
        </p:nvPicPr>
        <p:blipFill rotWithShape="1">
          <a:blip r:embed="rId4">
            <a:alphaModFix/>
          </a:blip>
          <a:srcRect b="16502" l="0" r="10754" t="6091"/>
          <a:stretch/>
        </p:blipFill>
        <p:spPr>
          <a:xfrm rot="-3450911">
            <a:off x="7587120" y="3846676"/>
            <a:ext cx="1609310" cy="7851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 for the next launch</a:t>
            </a:r>
            <a:endParaRPr/>
          </a:p>
        </p:txBody>
      </p:sp>
      <p:sp>
        <p:nvSpPr>
          <p:cNvPr id="395" name="Google Shape;395;p43"/>
          <p:cNvSpPr txBox="1"/>
          <p:nvPr/>
        </p:nvSpPr>
        <p:spPr>
          <a:xfrm flipH="1">
            <a:off x="713175" y="188207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Planning phase</a:t>
            </a:r>
            <a:endParaRPr sz="1200">
              <a:solidFill>
                <a:schemeClr val="lt2"/>
              </a:solidFill>
              <a:latin typeface="Nunito Medium"/>
              <a:ea typeface="Nunito Medium"/>
              <a:cs typeface="Nunito Medium"/>
              <a:sym typeface="Nunito Medium"/>
            </a:endParaRPr>
          </a:p>
        </p:txBody>
      </p:sp>
      <p:sp>
        <p:nvSpPr>
          <p:cNvPr id="396" name="Google Shape;396;p43"/>
          <p:cNvSpPr txBox="1"/>
          <p:nvPr/>
        </p:nvSpPr>
        <p:spPr>
          <a:xfrm flipH="1">
            <a:off x="2677075" y="188207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development</a:t>
            </a:r>
            <a:endParaRPr sz="1200">
              <a:solidFill>
                <a:schemeClr val="lt2"/>
              </a:solidFill>
              <a:latin typeface="Nunito Medium"/>
              <a:ea typeface="Nunito Medium"/>
              <a:cs typeface="Nunito Medium"/>
              <a:sym typeface="Nunito Medium"/>
            </a:endParaRPr>
          </a:p>
        </p:txBody>
      </p:sp>
      <p:sp>
        <p:nvSpPr>
          <p:cNvPr id="397" name="Google Shape;397;p43"/>
          <p:cNvSpPr txBox="1"/>
          <p:nvPr/>
        </p:nvSpPr>
        <p:spPr>
          <a:xfrm flipH="1">
            <a:off x="4640975" y="188207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Testing</a:t>
            </a:r>
            <a:endParaRPr sz="1200">
              <a:solidFill>
                <a:schemeClr val="lt2"/>
              </a:solidFill>
              <a:latin typeface="Nunito Medium"/>
              <a:ea typeface="Nunito Medium"/>
              <a:cs typeface="Nunito Medium"/>
              <a:sym typeface="Nunito Medium"/>
            </a:endParaRPr>
          </a:p>
        </p:txBody>
      </p:sp>
      <p:sp>
        <p:nvSpPr>
          <p:cNvPr id="398" name="Google Shape;398;p43"/>
          <p:cNvSpPr txBox="1"/>
          <p:nvPr/>
        </p:nvSpPr>
        <p:spPr>
          <a:xfrm flipH="1">
            <a:off x="6604875" y="188207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Content creation</a:t>
            </a:r>
            <a:endParaRPr sz="1200">
              <a:solidFill>
                <a:schemeClr val="lt2"/>
              </a:solidFill>
              <a:latin typeface="Nunito Medium"/>
              <a:ea typeface="Nunito Medium"/>
              <a:cs typeface="Nunito Medium"/>
              <a:sym typeface="Nunito Medium"/>
            </a:endParaRPr>
          </a:p>
        </p:txBody>
      </p:sp>
      <p:sp>
        <p:nvSpPr>
          <p:cNvPr id="399" name="Google Shape;399;p43"/>
          <p:cNvSpPr txBox="1"/>
          <p:nvPr/>
        </p:nvSpPr>
        <p:spPr>
          <a:xfrm flipH="1">
            <a:off x="713175" y="371652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Evaluation</a:t>
            </a:r>
            <a:endParaRPr sz="1200">
              <a:solidFill>
                <a:schemeClr val="lt2"/>
              </a:solidFill>
              <a:latin typeface="Nunito Medium"/>
              <a:ea typeface="Nunito Medium"/>
              <a:cs typeface="Nunito Medium"/>
              <a:sym typeface="Nunito Medium"/>
            </a:endParaRPr>
          </a:p>
        </p:txBody>
      </p:sp>
      <p:sp>
        <p:nvSpPr>
          <p:cNvPr id="400" name="Google Shape;400;p43"/>
          <p:cNvSpPr txBox="1"/>
          <p:nvPr/>
        </p:nvSpPr>
        <p:spPr>
          <a:xfrm flipH="1">
            <a:off x="2677075" y="371652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Post-launch follow-up</a:t>
            </a:r>
            <a:endParaRPr sz="1200">
              <a:solidFill>
                <a:schemeClr val="lt2"/>
              </a:solidFill>
              <a:latin typeface="Nunito Medium"/>
              <a:ea typeface="Nunito Medium"/>
              <a:cs typeface="Nunito Medium"/>
              <a:sym typeface="Nunito Medium"/>
            </a:endParaRPr>
          </a:p>
        </p:txBody>
      </p:sp>
      <p:sp>
        <p:nvSpPr>
          <p:cNvPr id="401" name="Google Shape;401;p43"/>
          <p:cNvSpPr txBox="1"/>
          <p:nvPr/>
        </p:nvSpPr>
        <p:spPr>
          <a:xfrm flipH="1">
            <a:off x="4640975" y="371652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Launch</a:t>
            </a:r>
            <a:endParaRPr sz="1200">
              <a:solidFill>
                <a:schemeClr val="lt2"/>
              </a:solidFill>
              <a:latin typeface="Nunito Medium"/>
              <a:ea typeface="Nunito Medium"/>
              <a:cs typeface="Nunito Medium"/>
              <a:sym typeface="Nunito Medium"/>
            </a:endParaRPr>
          </a:p>
        </p:txBody>
      </p:sp>
      <p:sp>
        <p:nvSpPr>
          <p:cNvPr id="402" name="Google Shape;402;p43"/>
          <p:cNvSpPr txBox="1"/>
          <p:nvPr/>
        </p:nvSpPr>
        <p:spPr>
          <a:xfrm flipH="1">
            <a:off x="6604875" y="3716526"/>
            <a:ext cx="1812300" cy="3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Pre-launch</a:t>
            </a:r>
            <a:endParaRPr sz="1200">
              <a:solidFill>
                <a:schemeClr val="lt2"/>
              </a:solidFill>
              <a:latin typeface="Nunito Medium"/>
              <a:ea typeface="Nunito Medium"/>
              <a:cs typeface="Nunito Medium"/>
              <a:sym typeface="Nunito Medium"/>
            </a:endParaRPr>
          </a:p>
        </p:txBody>
      </p:sp>
      <p:sp>
        <p:nvSpPr>
          <p:cNvPr id="403" name="Google Shape;403;p43"/>
          <p:cNvSpPr/>
          <p:nvPr/>
        </p:nvSpPr>
        <p:spPr>
          <a:xfrm>
            <a:off x="1517625" y="138275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3"/>
          <p:cNvSpPr/>
          <p:nvPr/>
        </p:nvSpPr>
        <p:spPr>
          <a:xfrm>
            <a:off x="3481525" y="138275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3"/>
          <p:cNvSpPr/>
          <p:nvPr/>
        </p:nvSpPr>
        <p:spPr>
          <a:xfrm>
            <a:off x="5445425" y="138275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3"/>
          <p:cNvSpPr/>
          <p:nvPr/>
        </p:nvSpPr>
        <p:spPr>
          <a:xfrm>
            <a:off x="7409325" y="138275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3"/>
          <p:cNvSpPr/>
          <p:nvPr/>
        </p:nvSpPr>
        <p:spPr>
          <a:xfrm>
            <a:off x="1517625" y="322200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3"/>
          <p:cNvSpPr/>
          <p:nvPr/>
        </p:nvSpPr>
        <p:spPr>
          <a:xfrm>
            <a:off x="3481525" y="322200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3"/>
          <p:cNvSpPr/>
          <p:nvPr/>
        </p:nvSpPr>
        <p:spPr>
          <a:xfrm>
            <a:off x="5445425" y="322200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3"/>
          <p:cNvSpPr/>
          <p:nvPr/>
        </p:nvSpPr>
        <p:spPr>
          <a:xfrm>
            <a:off x="7409325" y="3222000"/>
            <a:ext cx="203400" cy="290400"/>
          </a:xfrm>
          <a:prstGeom prst="roundRect">
            <a:avLst>
              <a:gd fmla="val 50000" name="adj"/>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1" name="Google Shape;411;p43"/>
          <p:cNvCxnSpPr>
            <a:stCxn id="404" idx="2"/>
            <a:endCxn id="396" idx="0"/>
          </p:cNvCxnSpPr>
          <p:nvPr/>
        </p:nvCxnSpPr>
        <p:spPr>
          <a:xfrm>
            <a:off x="3583225" y="1673150"/>
            <a:ext cx="0" cy="208800"/>
          </a:xfrm>
          <a:prstGeom prst="straightConnector1">
            <a:avLst/>
          </a:prstGeom>
          <a:noFill/>
          <a:ln cap="flat" cmpd="sng" w="9525">
            <a:solidFill>
              <a:schemeClr val="accent3"/>
            </a:solidFill>
            <a:prstDash val="solid"/>
            <a:round/>
            <a:headEnd len="med" w="med" type="none"/>
            <a:tailEnd len="med" w="med" type="none"/>
          </a:ln>
        </p:spPr>
      </p:cxnSp>
      <p:cxnSp>
        <p:nvCxnSpPr>
          <p:cNvPr id="412" name="Google Shape;412;p43"/>
          <p:cNvCxnSpPr>
            <a:stCxn id="403" idx="2"/>
            <a:endCxn id="395" idx="0"/>
          </p:cNvCxnSpPr>
          <p:nvPr/>
        </p:nvCxnSpPr>
        <p:spPr>
          <a:xfrm>
            <a:off x="1619325" y="1673150"/>
            <a:ext cx="0" cy="208800"/>
          </a:xfrm>
          <a:prstGeom prst="straightConnector1">
            <a:avLst/>
          </a:prstGeom>
          <a:noFill/>
          <a:ln cap="flat" cmpd="sng" w="9525">
            <a:solidFill>
              <a:schemeClr val="accent3"/>
            </a:solidFill>
            <a:prstDash val="solid"/>
            <a:round/>
            <a:headEnd len="med" w="med" type="none"/>
            <a:tailEnd len="med" w="med" type="none"/>
          </a:ln>
        </p:spPr>
      </p:cxnSp>
      <p:cxnSp>
        <p:nvCxnSpPr>
          <p:cNvPr id="413" name="Google Shape;413;p43"/>
          <p:cNvCxnSpPr>
            <a:stCxn id="405" idx="2"/>
            <a:endCxn id="397" idx="0"/>
          </p:cNvCxnSpPr>
          <p:nvPr/>
        </p:nvCxnSpPr>
        <p:spPr>
          <a:xfrm>
            <a:off x="5547125" y="1673150"/>
            <a:ext cx="0" cy="208800"/>
          </a:xfrm>
          <a:prstGeom prst="straightConnector1">
            <a:avLst/>
          </a:prstGeom>
          <a:noFill/>
          <a:ln cap="flat" cmpd="sng" w="9525">
            <a:solidFill>
              <a:schemeClr val="accent3"/>
            </a:solidFill>
            <a:prstDash val="solid"/>
            <a:round/>
            <a:headEnd len="med" w="med" type="none"/>
            <a:tailEnd len="med" w="med" type="none"/>
          </a:ln>
        </p:spPr>
      </p:cxnSp>
      <p:cxnSp>
        <p:nvCxnSpPr>
          <p:cNvPr id="414" name="Google Shape;414;p43"/>
          <p:cNvCxnSpPr>
            <a:stCxn id="406" idx="2"/>
            <a:endCxn id="398" idx="0"/>
          </p:cNvCxnSpPr>
          <p:nvPr/>
        </p:nvCxnSpPr>
        <p:spPr>
          <a:xfrm>
            <a:off x="7511025" y="1673150"/>
            <a:ext cx="0" cy="208800"/>
          </a:xfrm>
          <a:prstGeom prst="straightConnector1">
            <a:avLst/>
          </a:prstGeom>
          <a:noFill/>
          <a:ln cap="flat" cmpd="sng" w="9525">
            <a:solidFill>
              <a:schemeClr val="accent3"/>
            </a:solidFill>
            <a:prstDash val="solid"/>
            <a:round/>
            <a:headEnd len="med" w="med" type="none"/>
            <a:tailEnd len="med" w="med" type="none"/>
          </a:ln>
        </p:spPr>
      </p:cxnSp>
      <p:cxnSp>
        <p:nvCxnSpPr>
          <p:cNvPr id="415" name="Google Shape;415;p43"/>
          <p:cNvCxnSpPr>
            <a:stCxn id="407" idx="2"/>
            <a:endCxn id="399" idx="0"/>
          </p:cNvCxnSpPr>
          <p:nvPr/>
        </p:nvCxnSpPr>
        <p:spPr>
          <a:xfrm>
            <a:off x="1619325" y="3512400"/>
            <a:ext cx="0" cy="204000"/>
          </a:xfrm>
          <a:prstGeom prst="straightConnector1">
            <a:avLst/>
          </a:prstGeom>
          <a:noFill/>
          <a:ln cap="flat" cmpd="sng" w="9525">
            <a:solidFill>
              <a:schemeClr val="accent3"/>
            </a:solidFill>
            <a:prstDash val="solid"/>
            <a:round/>
            <a:headEnd len="med" w="med" type="none"/>
            <a:tailEnd len="med" w="med" type="none"/>
          </a:ln>
        </p:spPr>
      </p:cxnSp>
      <p:cxnSp>
        <p:nvCxnSpPr>
          <p:cNvPr id="416" name="Google Shape;416;p43"/>
          <p:cNvCxnSpPr>
            <a:stCxn id="408" idx="2"/>
            <a:endCxn id="400" idx="0"/>
          </p:cNvCxnSpPr>
          <p:nvPr/>
        </p:nvCxnSpPr>
        <p:spPr>
          <a:xfrm>
            <a:off x="3583225" y="3512400"/>
            <a:ext cx="0" cy="204000"/>
          </a:xfrm>
          <a:prstGeom prst="straightConnector1">
            <a:avLst/>
          </a:prstGeom>
          <a:noFill/>
          <a:ln cap="flat" cmpd="sng" w="9525">
            <a:solidFill>
              <a:schemeClr val="accent3"/>
            </a:solidFill>
            <a:prstDash val="solid"/>
            <a:round/>
            <a:headEnd len="med" w="med" type="none"/>
            <a:tailEnd len="med" w="med" type="none"/>
          </a:ln>
        </p:spPr>
      </p:cxnSp>
      <p:cxnSp>
        <p:nvCxnSpPr>
          <p:cNvPr id="417" name="Google Shape;417;p43"/>
          <p:cNvCxnSpPr>
            <a:stCxn id="409" idx="2"/>
            <a:endCxn id="401" idx="0"/>
          </p:cNvCxnSpPr>
          <p:nvPr/>
        </p:nvCxnSpPr>
        <p:spPr>
          <a:xfrm>
            <a:off x="5547125" y="3512400"/>
            <a:ext cx="0" cy="204000"/>
          </a:xfrm>
          <a:prstGeom prst="straightConnector1">
            <a:avLst/>
          </a:prstGeom>
          <a:noFill/>
          <a:ln cap="flat" cmpd="sng" w="9525">
            <a:solidFill>
              <a:schemeClr val="accent3"/>
            </a:solidFill>
            <a:prstDash val="solid"/>
            <a:round/>
            <a:headEnd len="med" w="med" type="none"/>
            <a:tailEnd len="med" w="med" type="none"/>
          </a:ln>
        </p:spPr>
      </p:cxnSp>
      <p:cxnSp>
        <p:nvCxnSpPr>
          <p:cNvPr id="418" name="Google Shape;418;p43"/>
          <p:cNvCxnSpPr>
            <a:stCxn id="410" idx="2"/>
            <a:endCxn id="402" idx="0"/>
          </p:cNvCxnSpPr>
          <p:nvPr/>
        </p:nvCxnSpPr>
        <p:spPr>
          <a:xfrm>
            <a:off x="7511025" y="3512400"/>
            <a:ext cx="0" cy="204000"/>
          </a:xfrm>
          <a:prstGeom prst="straightConnector1">
            <a:avLst/>
          </a:prstGeom>
          <a:noFill/>
          <a:ln cap="flat" cmpd="sng" w="9525">
            <a:solidFill>
              <a:schemeClr val="accent3"/>
            </a:solidFill>
            <a:prstDash val="solid"/>
            <a:round/>
            <a:headEnd len="med" w="med" type="none"/>
            <a:tailEnd len="med" w="med" type="none"/>
          </a:ln>
        </p:spPr>
      </p:cxnSp>
      <p:cxnSp>
        <p:nvCxnSpPr>
          <p:cNvPr id="419" name="Google Shape;419;p43"/>
          <p:cNvCxnSpPr>
            <a:stCxn id="403" idx="3"/>
            <a:endCxn id="404" idx="1"/>
          </p:cNvCxnSpPr>
          <p:nvPr/>
        </p:nvCxnSpPr>
        <p:spPr>
          <a:xfrm>
            <a:off x="1721025" y="152795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0" name="Google Shape;420;p43"/>
          <p:cNvCxnSpPr>
            <a:stCxn id="404" idx="3"/>
            <a:endCxn id="405" idx="1"/>
          </p:cNvCxnSpPr>
          <p:nvPr/>
        </p:nvCxnSpPr>
        <p:spPr>
          <a:xfrm>
            <a:off x="3684925" y="152795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1" name="Google Shape;421;p43"/>
          <p:cNvCxnSpPr>
            <a:stCxn id="405" idx="3"/>
            <a:endCxn id="406" idx="1"/>
          </p:cNvCxnSpPr>
          <p:nvPr/>
        </p:nvCxnSpPr>
        <p:spPr>
          <a:xfrm>
            <a:off x="5648825" y="152795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2" name="Google Shape;422;p43"/>
          <p:cNvCxnSpPr>
            <a:stCxn id="407" idx="3"/>
            <a:endCxn id="408" idx="1"/>
          </p:cNvCxnSpPr>
          <p:nvPr/>
        </p:nvCxnSpPr>
        <p:spPr>
          <a:xfrm>
            <a:off x="1721025" y="336720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3" name="Google Shape;423;p43"/>
          <p:cNvCxnSpPr>
            <a:stCxn id="408" idx="3"/>
            <a:endCxn id="409" idx="1"/>
          </p:cNvCxnSpPr>
          <p:nvPr/>
        </p:nvCxnSpPr>
        <p:spPr>
          <a:xfrm>
            <a:off x="3684925" y="336720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4" name="Google Shape;424;p43"/>
          <p:cNvCxnSpPr>
            <a:stCxn id="409" idx="3"/>
            <a:endCxn id="410" idx="1"/>
          </p:cNvCxnSpPr>
          <p:nvPr/>
        </p:nvCxnSpPr>
        <p:spPr>
          <a:xfrm>
            <a:off x="5648825" y="3367200"/>
            <a:ext cx="1760400" cy="0"/>
          </a:xfrm>
          <a:prstGeom prst="straightConnector1">
            <a:avLst/>
          </a:prstGeom>
          <a:noFill/>
          <a:ln cap="flat" cmpd="sng" w="9525">
            <a:solidFill>
              <a:schemeClr val="accent3"/>
            </a:solidFill>
            <a:prstDash val="solid"/>
            <a:round/>
            <a:headEnd len="med" w="med" type="none"/>
            <a:tailEnd len="med" w="med" type="none"/>
          </a:ln>
        </p:spPr>
      </p:cxnSp>
      <p:cxnSp>
        <p:nvCxnSpPr>
          <p:cNvPr id="425" name="Google Shape;425;p43"/>
          <p:cNvCxnSpPr>
            <a:stCxn id="406" idx="3"/>
            <a:endCxn id="410" idx="3"/>
          </p:cNvCxnSpPr>
          <p:nvPr/>
        </p:nvCxnSpPr>
        <p:spPr>
          <a:xfrm>
            <a:off x="7612725" y="1527950"/>
            <a:ext cx="600" cy="1839300"/>
          </a:xfrm>
          <a:prstGeom prst="bentConnector3">
            <a:avLst>
              <a:gd fmla="val 138295833" name="adj1"/>
            </a:avLst>
          </a:prstGeom>
          <a:noFill/>
          <a:ln cap="flat" cmpd="sng" w="9525">
            <a:solidFill>
              <a:schemeClr val="accent3"/>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44"/>
          <p:cNvPicPr preferRelativeResize="0"/>
          <p:nvPr/>
        </p:nvPicPr>
        <p:blipFill>
          <a:blip r:embed="rId3">
            <a:alphaModFix amt="60000"/>
          </a:blip>
          <a:stretch>
            <a:fillRect/>
          </a:stretch>
        </p:blipFill>
        <p:spPr>
          <a:xfrm>
            <a:off x="6648050" y="1"/>
            <a:ext cx="2495952" cy="1403973"/>
          </a:xfrm>
          <a:prstGeom prst="rect">
            <a:avLst/>
          </a:prstGeom>
          <a:noFill/>
          <a:ln>
            <a:noFill/>
          </a:ln>
        </p:spPr>
      </p:pic>
      <p:pic>
        <p:nvPicPr>
          <p:cNvPr id="431" name="Google Shape;431;p44"/>
          <p:cNvPicPr preferRelativeResize="0"/>
          <p:nvPr/>
        </p:nvPicPr>
        <p:blipFill>
          <a:blip r:embed="rId3">
            <a:alphaModFix amt="60000"/>
          </a:blip>
          <a:stretch>
            <a:fillRect/>
          </a:stretch>
        </p:blipFill>
        <p:spPr>
          <a:xfrm flipH="1">
            <a:off x="-2" y="0"/>
            <a:ext cx="2757202" cy="1550929"/>
          </a:xfrm>
          <a:prstGeom prst="rect">
            <a:avLst/>
          </a:prstGeom>
          <a:noFill/>
          <a:ln>
            <a:noFill/>
          </a:ln>
        </p:spPr>
      </p:pic>
      <p:sp>
        <p:nvSpPr>
          <p:cNvPr id="432" name="Google Shape;432;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Organizational chart</a:t>
            </a:r>
            <a:endParaRPr/>
          </a:p>
        </p:txBody>
      </p:sp>
      <p:sp>
        <p:nvSpPr>
          <p:cNvPr id="433" name="Google Shape;433;p44"/>
          <p:cNvSpPr txBox="1"/>
          <p:nvPr/>
        </p:nvSpPr>
        <p:spPr>
          <a:xfrm flipH="1">
            <a:off x="715100" y="2473238"/>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General manager</a:t>
            </a:r>
            <a:endParaRPr sz="1200">
              <a:solidFill>
                <a:schemeClr val="lt2"/>
              </a:solidFill>
              <a:latin typeface="Nunito Medium"/>
              <a:ea typeface="Nunito Medium"/>
              <a:cs typeface="Nunito Medium"/>
              <a:sym typeface="Nunito Medium"/>
            </a:endParaRPr>
          </a:p>
        </p:txBody>
      </p:sp>
      <p:sp>
        <p:nvSpPr>
          <p:cNvPr id="434" name="Google Shape;434;p44"/>
          <p:cNvSpPr txBox="1"/>
          <p:nvPr/>
        </p:nvSpPr>
        <p:spPr>
          <a:xfrm flipH="1">
            <a:off x="2757250" y="1481450"/>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VP of sales</a:t>
            </a:r>
            <a:endParaRPr sz="1200">
              <a:solidFill>
                <a:schemeClr val="lt2"/>
              </a:solidFill>
              <a:latin typeface="Nunito Medium"/>
              <a:ea typeface="Nunito Medium"/>
              <a:cs typeface="Nunito Medium"/>
              <a:sym typeface="Nunito Medium"/>
            </a:endParaRPr>
          </a:p>
        </p:txBody>
      </p:sp>
      <p:sp>
        <p:nvSpPr>
          <p:cNvPr id="435" name="Google Shape;435;p44"/>
          <p:cNvSpPr txBox="1"/>
          <p:nvPr/>
        </p:nvSpPr>
        <p:spPr>
          <a:xfrm flipH="1">
            <a:off x="2757250" y="3465025"/>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VP of operations</a:t>
            </a:r>
            <a:endParaRPr sz="1200">
              <a:solidFill>
                <a:schemeClr val="lt2"/>
              </a:solidFill>
              <a:latin typeface="Nunito Medium"/>
              <a:ea typeface="Nunito Medium"/>
              <a:cs typeface="Nunito Medium"/>
              <a:sym typeface="Nunito Medium"/>
            </a:endParaRPr>
          </a:p>
        </p:txBody>
      </p:sp>
      <p:sp>
        <p:nvSpPr>
          <p:cNvPr id="436" name="Google Shape;436;p44"/>
          <p:cNvSpPr txBox="1"/>
          <p:nvPr/>
        </p:nvSpPr>
        <p:spPr>
          <a:xfrm flipH="1">
            <a:off x="4799400" y="1264450"/>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IT manager</a:t>
            </a:r>
            <a:endParaRPr sz="1200">
              <a:solidFill>
                <a:schemeClr val="lt2"/>
              </a:solidFill>
              <a:latin typeface="Nunito Medium"/>
              <a:ea typeface="Nunito Medium"/>
              <a:cs typeface="Nunito Medium"/>
              <a:sym typeface="Nunito Medium"/>
            </a:endParaRPr>
          </a:p>
        </p:txBody>
      </p:sp>
      <p:sp>
        <p:nvSpPr>
          <p:cNvPr id="437" name="Google Shape;437;p44"/>
          <p:cNvSpPr txBox="1"/>
          <p:nvPr/>
        </p:nvSpPr>
        <p:spPr>
          <a:xfrm flipH="1">
            <a:off x="4799400" y="1805425"/>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Sales manager</a:t>
            </a:r>
            <a:endParaRPr sz="1200">
              <a:solidFill>
                <a:schemeClr val="lt2"/>
              </a:solidFill>
              <a:latin typeface="Nunito Medium"/>
              <a:ea typeface="Nunito Medium"/>
              <a:cs typeface="Nunito Medium"/>
              <a:sym typeface="Nunito Medium"/>
            </a:endParaRPr>
          </a:p>
        </p:txBody>
      </p:sp>
      <p:sp>
        <p:nvSpPr>
          <p:cNvPr id="438" name="Google Shape;438;p44"/>
          <p:cNvSpPr txBox="1"/>
          <p:nvPr/>
        </p:nvSpPr>
        <p:spPr>
          <a:xfrm flipH="1">
            <a:off x="4800675" y="3177238"/>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owner</a:t>
            </a:r>
            <a:endParaRPr sz="1200">
              <a:solidFill>
                <a:schemeClr val="lt2"/>
              </a:solidFill>
              <a:latin typeface="Nunito Medium"/>
              <a:ea typeface="Nunito Medium"/>
              <a:cs typeface="Nunito Medium"/>
              <a:sym typeface="Nunito Medium"/>
            </a:endParaRPr>
          </a:p>
        </p:txBody>
      </p:sp>
      <p:sp>
        <p:nvSpPr>
          <p:cNvPr id="439" name="Google Shape;439;p44"/>
          <p:cNvSpPr txBox="1"/>
          <p:nvPr/>
        </p:nvSpPr>
        <p:spPr>
          <a:xfrm flipH="1">
            <a:off x="4800675" y="3718213"/>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Product manager</a:t>
            </a:r>
            <a:endParaRPr sz="1200">
              <a:solidFill>
                <a:schemeClr val="lt2"/>
              </a:solidFill>
              <a:latin typeface="Nunito Medium"/>
              <a:ea typeface="Nunito Medium"/>
              <a:cs typeface="Nunito Medium"/>
              <a:sym typeface="Nunito Medium"/>
            </a:endParaRPr>
          </a:p>
        </p:txBody>
      </p:sp>
      <p:sp>
        <p:nvSpPr>
          <p:cNvPr id="440" name="Google Shape;440;p44"/>
          <p:cNvSpPr txBox="1"/>
          <p:nvPr/>
        </p:nvSpPr>
        <p:spPr>
          <a:xfrm flipH="1">
            <a:off x="6841550" y="1549013"/>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Sales coordinator</a:t>
            </a:r>
            <a:endParaRPr sz="1200">
              <a:solidFill>
                <a:schemeClr val="lt2"/>
              </a:solidFill>
              <a:latin typeface="Nunito Medium"/>
              <a:ea typeface="Nunito Medium"/>
              <a:cs typeface="Nunito Medium"/>
              <a:sym typeface="Nunito Medium"/>
            </a:endParaRPr>
          </a:p>
        </p:txBody>
      </p:sp>
      <p:sp>
        <p:nvSpPr>
          <p:cNvPr id="441" name="Google Shape;441;p44"/>
          <p:cNvSpPr txBox="1"/>
          <p:nvPr/>
        </p:nvSpPr>
        <p:spPr>
          <a:xfrm flipH="1">
            <a:off x="6841550" y="2089913"/>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Field sales ex.</a:t>
            </a:r>
            <a:endParaRPr sz="1200">
              <a:solidFill>
                <a:schemeClr val="lt2"/>
              </a:solidFill>
              <a:latin typeface="Nunito Medium"/>
              <a:ea typeface="Nunito Medium"/>
              <a:cs typeface="Nunito Medium"/>
              <a:sym typeface="Nunito Medium"/>
            </a:endParaRPr>
          </a:p>
        </p:txBody>
      </p:sp>
      <p:sp>
        <p:nvSpPr>
          <p:cNvPr id="442" name="Google Shape;442;p44"/>
          <p:cNvSpPr txBox="1"/>
          <p:nvPr/>
        </p:nvSpPr>
        <p:spPr>
          <a:xfrm flipH="1">
            <a:off x="6841550" y="3718213"/>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Developer</a:t>
            </a:r>
            <a:endParaRPr sz="1200">
              <a:solidFill>
                <a:schemeClr val="lt2"/>
              </a:solidFill>
              <a:latin typeface="Nunito Medium"/>
              <a:ea typeface="Nunito Medium"/>
              <a:cs typeface="Nunito Medium"/>
              <a:sym typeface="Nunito Medium"/>
            </a:endParaRPr>
          </a:p>
        </p:txBody>
      </p:sp>
      <p:sp>
        <p:nvSpPr>
          <p:cNvPr id="443" name="Google Shape;443;p44"/>
          <p:cNvSpPr txBox="1"/>
          <p:nvPr/>
        </p:nvSpPr>
        <p:spPr>
          <a:xfrm flipH="1">
            <a:off x="6841550" y="4259188"/>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UIUX designer</a:t>
            </a:r>
            <a:endParaRPr sz="1200">
              <a:solidFill>
                <a:schemeClr val="lt2"/>
              </a:solidFill>
              <a:latin typeface="Nunito Medium"/>
              <a:ea typeface="Nunito Medium"/>
              <a:cs typeface="Nunito Medium"/>
              <a:sym typeface="Nunito Medium"/>
            </a:endParaRPr>
          </a:p>
        </p:txBody>
      </p:sp>
      <p:sp>
        <p:nvSpPr>
          <p:cNvPr id="444" name="Google Shape;444;p44"/>
          <p:cNvSpPr txBox="1"/>
          <p:nvPr/>
        </p:nvSpPr>
        <p:spPr>
          <a:xfrm flipH="1">
            <a:off x="6844100" y="3177238"/>
            <a:ext cx="1584900" cy="3840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2"/>
                </a:solidFill>
                <a:latin typeface="Nunito Medium"/>
                <a:ea typeface="Nunito Medium"/>
                <a:cs typeface="Nunito Medium"/>
                <a:sym typeface="Nunito Medium"/>
              </a:rPr>
              <a:t>Designer</a:t>
            </a:r>
            <a:endParaRPr sz="1200">
              <a:solidFill>
                <a:schemeClr val="lt2"/>
              </a:solidFill>
              <a:latin typeface="Nunito Medium"/>
              <a:ea typeface="Nunito Medium"/>
              <a:cs typeface="Nunito Medium"/>
              <a:sym typeface="Nunito Medium"/>
            </a:endParaRPr>
          </a:p>
        </p:txBody>
      </p:sp>
      <p:cxnSp>
        <p:nvCxnSpPr>
          <p:cNvPr id="445" name="Google Shape;445;p44"/>
          <p:cNvCxnSpPr>
            <a:stCxn id="433" idx="1"/>
            <a:endCxn id="434" idx="3"/>
          </p:cNvCxnSpPr>
          <p:nvPr/>
        </p:nvCxnSpPr>
        <p:spPr>
          <a:xfrm flipH="1" rot="10800000">
            <a:off x="2300000" y="1673438"/>
            <a:ext cx="457200" cy="991800"/>
          </a:xfrm>
          <a:prstGeom prst="bentConnector3">
            <a:avLst>
              <a:gd fmla="val 50005" name="adj1"/>
            </a:avLst>
          </a:prstGeom>
          <a:noFill/>
          <a:ln cap="flat" cmpd="sng" w="9525">
            <a:solidFill>
              <a:schemeClr val="accent3"/>
            </a:solidFill>
            <a:prstDash val="solid"/>
            <a:round/>
            <a:headEnd len="med" w="med" type="none"/>
            <a:tailEnd len="med" w="med" type="none"/>
          </a:ln>
        </p:spPr>
      </p:cxnSp>
      <p:cxnSp>
        <p:nvCxnSpPr>
          <p:cNvPr id="446" name="Google Shape;446;p44"/>
          <p:cNvCxnSpPr>
            <a:stCxn id="433" idx="1"/>
            <a:endCxn id="435" idx="3"/>
          </p:cNvCxnSpPr>
          <p:nvPr/>
        </p:nvCxnSpPr>
        <p:spPr>
          <a:xfrm>
            <a:off x="2300000" y="2665238"/>
            <a:ext cx="457200" cy="991800"/>
          </a:xfrm>
          <a:prstGeom prst="bentConnector3">
            <a:avLst>
              <a:gd fmla="val 50005" name="adj1"/>
            </a:avLst>
          </a:prstGeom>
          <a:noFill/>
          <a:ln cap="flat" cmpd="sng" w="9525">
            <a:solidFill>
              <a:schemeClr val="accent3"/>
            </a:solidFill>
            <a:prstDash val="solid"/>
            <a:round/>
            <a:headEnd len="med" w="med" type="none"/>
            <a:tailEnd len="med" w="med" type="none"/>
          </a:ln>
        </p:spPr>
      </p:cxnSp>
      <p:cxnSp>
        <p:nvCxnSpPr>
          <p:cNvPr id="447" name="Google Shape;447;p44"/>
          <p:cNvCxnSpPr>
            <a:stCxn id="434" idx="1"/>
            <a:endCxn id="436" idx="3"/>
          </p:cNvCxnSpPr>
          <p:nvPr/>
        </p:nvCxnSpPr>
        <p:spPr>
          <a:xfrm flipH="1" rot="10800000">
            <a:off x="4342150" y="1456550"/>
            <a:ext cx="457200" cy="216900"/>
          </a:xfrm>
          <a:prstGeom prst="bentConnector3">
            <a:avLst>
              <a:gd fmla="val 50005" name="adj1"/>
            </a:avLst>
          </a:prstGeom>
          <a:noFill/>
          <a:ln cap="flat" cmpd="sng" w="9525">
            <a:solidFill>
              <a:schemeClr val="accent3"/>
            </a:solidFill>
            <a:prstDash val="solid"/>
            <a:round/>
            <a:headEnd len="med" w="med" type="none"/>
            <a:tailEnd len="med" w="med" type="none"/>
          </a:ln>
        </p:spPr>
      </p:cxnSp>
      <p:cxnSp>
        <p:nvCxnSpPr>
          <p:cNvPr id="448" name="Google Shape;448;p44"/>
          <p:cNvCxnSpPr>
            <a:stCxn id="434" idx="1"/>
            <a:endCxn id="437" idx="3"/>
          </p:cNvCxnSpPr>
          <p:nvPr/>
        </p:nvCxnSpPr>
        <p:spPr>
          <a:xfrm>
            <a:off x="4342150" y="1673450"/>
            <a:ext cx="457200" cy="324000"/>
          </a:xfrm>
          <a:prstGeom prst="bentConnector3">
            <a:avLst>
              <a:gd fmla="val 50005" name="adj1"/>
            </a:avLst>
          </a:prstGeom>
          <a:noFill/>
          <a:ln cap="flat" cmpd="sng" w="9525">
            <a:solidFill>
              <a:schemeClr val="accent3"/>
            </a:solidFill>
            <a:prstDash val="solid"/>
            <a:round/>
            <a:headEnd len="med" w="med" type="none"/>
            <a:tailEnd len="med" w="med" type="none"/>
          </a:ln>
        </p:spPr>
      </p:cxnSp>
      <p:cxnSp>
        <p:nvCxnSpPr>
          <p:cNvPr id="449" name="Google Shape;449;p44"/>
          <p:cNvCxnSpPr>
            <a:stCxn id="435" idx="1"/>
            <a:endCxn id="438" idx="3"/>
          </p:cNvCxnSpPr>
          <p:nvPr/>
        </p:nvCxnSpPr>
        <p:spPr>
          <a:xfrm flipH="1" rot="10800000">
            <a:off x="4342150" y="3369325"/>
            <a:ext cx="458400" cy="287700"/>
          </a:xfrm>
          <a:prstGeom prst="bentConnector3">
            <a:avLst>
              <a:gd fmla="val 50014" name="adj1"/>
            </a:avLst>
          </a:prstGeom>
          <a:noFill/>
          <a:ln cap="flat" cmpd="sng" w="9525">
            <a:solidFill>
              <a:schemeClr val="accent3"/>
            </a:solidFill>
            <a:prstDash val="solid"/>
            <a:round/>
            <a:headEnd len="med" w="med" type="none"/>
            <a:tailEnd len="med" w="med" type="none"/>
          </a:ln>
        </p:spPr>
      </p:cxnSp>
      <p:cxnSp>
        <p:nvCxnSpPr>
          <p:cNvPr id="450" name="Google Shape;450;p44"/>
          <p:cNvCxnSpPr>
            <a:stCxn id="435" idx="1"/>
            <a:endCxn id="439" idx="3"/>
          </p:cNvCxnSpPr>
          <p:nvPr/>
        </p:nvCxnSpPr>
        <p:spPr>
          <a:xfrm>
            <a:off x="4342150" y="3657025"/>
            <a:ext cx="458400" cy="253200"/>
          </a:xfrm>
          <a:prstGeom prst="bentConnector3">
            <a:avLst>
              <a:gd fmla="val 50014" name="adj1"/>
            </a:avLst>
          </a:prstGeom>
          <a:noFill/>
          <a:ln cap="flat" cmpd="sng" w="9525">
            <a:solidFill>
              <a:schemeClr val="accent3"/>
            </a:solidFill>
            <a:prstDash val="solid"/>
            <a:round/>
            <a:headEnd len="med" w="med" type="none"/>
            <a:tailEnd len="med" w="med" type="none"/>
          </a:ln>
        </p:spPr>
      </p:cxnSp>
      <p:cxnSp>
        <p:nvCxnSpPr>
          <p:cNvPr id="451" name="Google Shape;451;p44"/>
          <p:cNvCxnSpPr>
            <a:stCxn id="439" idx="1"/>
            <a:endCxn id="444" idx="3"/>
          </p:cNvCxnSpPr>
          <p:nvPr/>
        </p:nvCxnSpPr>
        <p:spPr>
          <a:xfrm flipH="1" rot="10800000">
            <a:off x="6385575" y="3369313"/>
            <a:ext cx="458400" cy="540900"/>
          </a:xfrm>
          <a:prstGeom prst="bentConnector3">
            <a:avLst>
              <a:gd fmla="val 50014" name="adj1"/>
            </a:avLst>
          </a:prstGeom>
          <a:noFill/>
          <a:ln cap="flat" cmpd="sng" w="9525">
            <a:solidFill>
              <a:schemeClr val="accent3"/>
            </a:solidFill>
            <a:prstDash val="solid"/>
            <a:round/>
            <a:headEnd len="med" w="med" type="none"/>
            <a:tailEnd len="med" w="med" type="none"/>
          </a:ln>
        </p:spPr>
      </p:cxnSp>
      <p:cxnSp>
        <p:nvCxnSpPr>
          <p:cNvPr id="452" name="Google Shape;452;p44"/>
          <p:cNvCxnSpPr>
            <a:stCxn id="439" idx="1"/>
            <a:endCxn id="443" idx="3"/>
          </p:cNvCxnSpPr>
          <p:nvPr/>
        </p:nvCxnSpPr>
        <p:spPr>
          <a:xfrm>
            <a:off x="6385575" y="3910213"/>
            <a:ext cx="456000" cy="540900"/>
          </a:xfrm>
          <a:prstGeom prst="bentConnector3">
            <a:avLst>
              <a:gd fmla="val 49997" name="adj1"/>
            </a:avLst>
          </a:prstGeom>
          <a:noFill/>
          <a:ln cap="flat" cmpd="sng" w="9525">
            <a:solidFill>
              <a:schemeClr val="accent3"/>
            </a:solidFill>
            <a:prstDash val="solid"/>
            <a:round/>
            <a:headEnd len="med" w="med" type="none"/>
            <a:tailEnd len="med" w="med" type="none"/>
          </a:ln>
        </p:spPr>
      </p:cxnSp>
      <p:cxnSp>
        <p:nvCxnSpPr>
          <p:cNvPr id="453" name="Google Shape;453;p44"/>
          <p:cNvCxnSpPr>
            <a:stCxn id="439" idx="1"/>
            <a:endCxn id="442" idx="3"/>
          </p:cNvCxnSpPr>
          <p:nvPr/>
        </p:nvCxnSpPr>
        <p:spPr>
          <a:xfrm>
            <a:off x="6385575" y="3910213"/>
            <a:ext cx="456000" cy="600"/>
          </a:xfrm>
          <a:prstGeom prst="bentConnector3">
            <a:avLst>
              <a:gd fmla="val 49997" name="adj1"/>
            </a:avLst>
          </a:prstGeom>
          <a:noFill/>
          <a:ln cap="flat" cmpd="sng" w="9525">
            <a:solidFill>
              <a:schemeClr val="accent3"/>
            </a:solidFill>
            <a:prstDash val="solid"/>
            <a:round/>
            <a:headEnd len="med" w="med" type="none"/>
            <a:tailEnd len="med" w="med" type="none"/>
          </a:ln>
        </p:spPr>
      </p:cxnSp>
      <p:cxnSp>
        <p:nvCxnSpPr>
          <p:cNvPr id="454" name="Google Shape;454;p44"/>
          <p:cNvCxnSpPr>
            <a:stCxn id="437" idx="1"/>
            <a:endCxn id="440" idx="3"/>
          </p:cNvCxnSpPr>
          <p:nvPr/>
        </p:nvCxnSpPr>
        <p:spPr>
          <a:xfrm flipH="1" rot="10800000">
            <a:off x="6384300" y="1740925"/>
            <a:ext cx="457200" cy="256500"/>
          </a:xfrm>
          <a:prstGeom prst="bentConnector3">
            <a:avLst>
              <a:gd fmla="val 50005" name="adj1"/>
            </a:avLst>
          </a:prstGeom>
          <a:noFill/>
          <a:ln cap="flat" cmpd="sng" w="9525">
            <a:solidFill>
              <a:schemeClr val="accent3"/>
            </a:solidFill>
            <a:prstDash val="solid"/>
            <a:round/>
            <a:headEnd len="med" w="med" type="none"/>
            <a:tailEnd len="med" w="med" type="none"/>
          </a:ln>
        </p:spPr>
      </p:cxnSp>
      <p:cxnSp>
        <p:nvCxnSpPr>
          <p:cNvPr id="455" name="Google Shape;455;p44"/>
          <p:cNvCxnSpPr>
            <a:stCxn id="437" idx="1"/>
            <a:endCxn id="441" idx="3"/>
          </p:cNvCxnSpPr>
          <p:nvPr/>
        </p:nvCxnSpPr>
        <p:spPr>
          <a:xfrm>
            <a:off x="6384300" y="1997425"/>
            <a:ext cx="457200" cy="284400"/>
          </a:xfrm>
          <a:prstGeom prst="bentConnector3">
            <a:avLst>
              <a:gd fmla="val 50005" name="adj1"/>
            </a:avLst>
          </a:prstGeom>
          <a:noFill/>
          <a:ln cap="flat" cmpd="sng" w="9525">
            <a:solidFill>
              <a:schemeClr val="accent3"/>
            </a:solidFill>
            <a:prstDash val="solid"/>
            <a:round/>
            <a:headEnd len="med" w="med" type="none"/>
            <a:tailEnd len="med" w="med" type="none"/>
          </a:ln>
        </p:spPr>
      </p:cxnSp>
      <p:pic>
        <p:nvPicPr>
          <p:cNvPr id="456" name="Google Shape;456;p44"/>
          <p:cNvPicPr preferRelativeResize="0"/>
          <p:nvPr/>
        </p:nvPicPr>
        <p:blipFill rotWithShape="1">
          <a:blip r:embed="rId4">
            <a:alphaModFix/>
          </a:blip>
          <a:srcRect b="0" l="0" r="44641" t="0"/>
          <a:stretch/>
        </p:blipFill>
        <p:spPr>
          <a:xfrm>
            <a:off x="-395349" y="3834496"/>
            <a:ext cx="1657450" cy="16841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45"/>
          <p:cNvPicPr preferRelativeResize="0"/>
          <p:nvPr/>
        </p:nvPicPr>
        <p:blipFill rotWithShape="1">
          <a:blip r:embed="rId3">
            <a:alphaModFix/>
          </a:blip>
          <a:srcRect b="0" l="21047" r="27618" t="0"/>
          <a:stretch/>
        </p:blipFill>
        <p:spPr>
          <a:xfrm rot="-10393525">
            <a:off x="7772318" y="3510550"/>
            <a:ext cx="1313165" cy="1438897"/>
          </a:xfrm>
          <a:prstGeom prst="rect">
            <a:avLst/>
          </a:prstGeom>
          <a:noFill/>
          <a:ln>
            <a:noFill/>
          </a:ln>
        </p:spPr>
      </p:pic>
      <p:sp>
        <p:nvSpPr>
          <p:cNvPr id="462" name="Google Shape;462;p45"/>
          <p:cNvSpPr txBox="1"/>
          <p:nvPr>
            <p:ph type="title"/>
          </p:nvPr>
        </p:nvSpPr>
        <p:spPr>
          <a:xfrm>
            <a:off x="715100" y="815650"/>
            <a:ext cx="4172100" cy="59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Life’s moments</a:t>
            </a:r>
            <a:endParaRPr/>
          </a:p>
        </p:txBody>
      </p:sp>
      <p:sp>
        <p:nvSpPr>
          <p:cNvPr id="463" name="Google Shape;463;p45"/>
          <p:cNvSpPr txBox="1"/>
          <p:nvPr>
            <p:ph idx="1" type="subTitle"/>
          </p:nvPr>
        </p:nvSpPr>
        <p:spPr>
          <a:xfrm>
            <a:off x="715100" y="1493625"/>
            <a:ext cx="4172100" cy="74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Don't let life's special moments slip away - capture and preserve them through photographs. In this newsletter we want to show you these special moments!</a:t>
            </a:r>
            <a:endParaRPr/>
          </a:p>
        </p:txBody>
      </p:sp>
      <p:pic>
        <p:nvPicPr>
          <p:cNvPr id="464" name="Google Shape;464;p45"/>
          <p:cNvPicPr preferRelativeResize="0"/>
          <p:nvPr>
            <p:ph idx="3" type="pic"/>
          </p:nvPr>
        </p:nvPicPr>
        <p:blipFill rotWithShape="1">
          <a:blip r:embed="rId4">
            <a:alphaModFix/>
          </a:blip>
          <a:srcRect b="8485" l="0" r="0" t="8485"/>
          <a:stretch/>
        </p:blipFill>
        <p:spPr>
          <a:xfrm>
            <a:off x="880400" y="2571750"/>
            <a:ext cx="3841500" cy="2130300"/>
          </a:xfrm>
          <a:prstGeom prst="roundRect">
            <a:avLst>
              <a:gd fmla="val 16667" name="adj"/>
            </a:avLst>
          </a:prstGeom>
        </p:spPr>
      </p:pic>
      <p:pic>
        <p:nvPicPr>
          <p:cNvPr id="465" name="Google Shape;465;p45"/>
          <p:cNvPicPr preferRelativeResize="0"/>
          <p:nvPr>
            <p:ph idx="2" type="pic"/>
          </p:nvPr>
        </p:nvPicPr>
        <p:blipFill rotWithShape="1">
          <a:blip r:embed="rId5">
            <a:alphaModFix/>
          </a:blip>
          <a:srcRect b="0" l="109" r="109" t="0"/>
          <a:stretch/>
        </p:blipFill>
        <p:spPr>
          <a:xfrm>
            <a:off x="5376175" y="281250"/>
            <a:ext cx="3052800" cy="4581000"/>
          </a:xfrm>
          <a:prstGeom prst="roundRect">
            <a:avLst>
              <a:gd fmla="val 50000" name="adj"/>
            </a:avLst>
          </a:prstGeom>
          <a:noFill/>
        </p:spPr>
      </p:pic>
      <p:pic>
        <p:nvPicPr>
          <p:cNvPr id="466" name="Google Shape;466;p45"/>
          <p:cNvPicPr preferRelativeResize="0"/>
          <p:nvPr/>
        </p:nvPicPr>
        <p:blipFill rotWithShape="1">
          <a:blip r:embed="rId6">
            <a:alphaModFix/>
          </a:blip>
          <a:srcRect b="16502" l="0" r="10754" t="6091"/>
          <a:stretch/>
        </p:blipFill>
        <p:spPr>
          <a:xfrm flipH="1" rot="7914392">
            <a:off x="5205199" y="420076"/>
            <a:ext cx="1284626" cy="626699"/>
          </a:xfrm>
          <a:prstGeom prst="rect">
            <a:avLst/>
          </a:prstGeom>
          <a:noFill/>
          <a:ln>
            <a:noFill/>
          </a:ln>
        </p:spPr>
      </p:pic>
      <p:grpSp>
        <p:nvGrpSpPr>
          <p:cNvPr id="467" name="Google Shape;467;p45"/>
          <p:cNvGrpSpPr/>
          <p:nvPr/>
        </p:nvGrpSpPr>
        <p:grpSpPr>
          <a:xfrm>
            <a:off x="503098" y="2647334"/>
            <a:ext cx="914125" cy="1360893"/>
            <a:chOff x="503098" y="2647334"/>
            <a:chExt cx="914125" cy="1360893"/>
          </a:xfrm>
        </p:grpSpPr>
        <p:pic>
          <p:nvPicPr>
            <p:cNvPr id="468" name="Google Shape;468;p45"/>
            <p:cNvPicPr preferRelativeResize="0"/>
            <p:nvPr/>
          </p:nvPicPr>
          <p:blipFill rotWithShape="1">
            <a:blip r:embed="rId6">
              <a:alphaModFix/>
            </a:blip>
            <a:srcRect b="16502" l="0" r="10754" t="6091"/>
            <a:stretch/>
          </p:blipFill>
          <p:spPr>
            <a:xfrm flipH="1" rot="5892028">
              <a:off x="262548" y="3014424"/>
              <a:ext cx="1284626" cy="626700"/>
            </a:xfrm>
            <a:prstGeom prst="rect">
              <a:avLst/>
            </a:prstGeom>
            <a:noFill/>
            <a:ln>
              <a:noFill/>
            </a:ln>
          </p:spPr>
        </p:pic>
        <p:pic>
          <p:nvPicPr>
            <p:cNvPr id="469" name="Google Shape;469;p45"/>
            <p:cNvPicPr preferRelativeResize="0"/>
            <p:nvPr/>
          </p:nvPicPr>
          <p:blipFill rotWithShape="1">
            <a:blip r:embed="rId6">
              <a:alphaModFix/>
            </a:blip>
            <a:srcRect b="16502" l="0" r="10754" t="6091"/>
            <a:stretch/>
          </p:blipFill>
          <p:spPr>
            <a:xfrm flipH="1" rot="7409360">
              <a:off x="651349" y="3386107"/>
              <a:ext cx="782048" cy="381512"/>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6"/>
          <p:cNvSpPr txBox="1"/>
          <p:nvPr>
            <p:ph idx="1" type="subTitle"/>
          </p:nvPr>
        </p:nvSpPr>
        <p:spPr>
          <a:xfrm>
            <a:off x="1625738" y="1715025"/>
            <a:ext cx="4707900" cy="526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—Laura Patterson</a:t>
            </a:r>
            <a:endParaRPr/>
          </a:p>
        </p:txBody>
      </p:sp>
      <p:sp>
        <p:nvSpPr>
          <p:cNvPr id="475" name="Google Shape;475;p46"/>
          <p:cNvSpPr txBox="1"/>
          <p:nvPr>
            <p:ph idx="2" type="subTitle"/>
          </p:nvPr>
        </p:nvSpPr>
        <p:spPr>
          <a:xfrm>
            <a:off x="2810362" y="2898662"/>
            <a:ext cx="4707900" cy="52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—Natalie Nelson</a:t>
            </a:r>
            <a:endParaRPr/>
          </a:p>
        </p:txBody>
      </p:sp>
      <p:sp>
        <p:nvSpPr>
          <p:cNvPr id="476" name="Google Shape;476;p46"/>
          <p:cNvSpPr txBox="1"/>
          <p:nvPr>
            <p:ph idx="3" type="subTitle"/>
          </p:nvPr>
        </p:nvSpPr>
        <p:spPr>
          <a:xfrm>
            <a:off x="1625738" y="4082300"/>
            <a:ext cx="4707900" cy="526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t>
            </a:r>
            <a:r>
              <a:rPr lang="en"/>
              <a:t>Jenna Smith</a:t>
            </a:r>
            <a:endParaRPr/>
          </a:p>
        </p:txBody>
      </p:sp>
      <p:sp>
        <p:nvSpPr>
          <p:cNvPr id="477" name="Google Shape;477;p46"/>
          <p:cNvSpPr txBox="1"/>
          <p:nvPr>
            <p:ph idx="4" type="subTitle"/>
          </p:nvPr>
        </p:nvSpPr>
        <p:spPr>
          <a:xfrm>
            <a:off x="1625738" y="1280825"/>
            <a:ext cx="4707900" cy="4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was blown away by the exceptional customer service I received from this company”</a:t>
            </a:r>
            <a:endParaRPr/>
          </a:p>
        </p:txBody>
      </p:sp>
      <p:sp>
        <p:nvSpPr>
          <p:cNvPr id="478" name="Google Shape;478;p46"/>
          <p:cNvSpPr txBox="1"/>
          <p:nvPr>
            <p:ph idx="5" type="subTitle"/>
          </p:nvPr>
        </p:nvSpPr>
        <p:spPr>
          <a:xfrm>
            <a:off x="2810362" y="2462430"/>
            <a:ext cx="4707900" cy="4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quality of the products I received from this company exceeded my expectations by a lot”</a:t>
            </a:r>
            <a:endParaRPr/>
          </a:p>
        </p:txBody>
      </p:sp>
      <p:sp>
        <p:nvSpPr>
          <p:cNvPr id="479" name="Google Shape;47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Testimonials</a:t>
            </a:r>
            <a:endParaRPr/>
          </a:p>
        </p:txBody>
      </p:sp>
      <p:sp>
        <p:nvSpPr>
          <p:cNvPr id="480" name="Google Shape;480;p46"/>
          <p:cNvSpPr txBox="1"/>
          <p:nvPr>
            <p:ph idx="6" type="subTitle"/>
          </p:nvPr>
        </p:nvSpPr>
        <p:spPr>
          <a:xfrm>
            <a:off x="1625738" y="3644035"/>
            <a:ext cx="4707900" cy="4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t>"I love how easy it is to navigate this company's website and place an order</a:t>
            </a:r>
            <a:r>
              <a:rPr lang="en"/>
              <a:t>. Everything is simple and easy</a:t>
            </a:r>
            <a:r>
              <a:rPr lang="en" sz="1200"/>
              <a:t>”</a:t>
            </a:r>
            <a:endParaRPr sz="1200"/>
          </a:p>
        </p:txBody>
      </p:sp>
      <p:pic>
        <p:nvPicPr>
          <p:cNvPr id="481" name="Google Shape;481;p46"/>
          <p:cNvPicPr preferRelativeResize="0"/>
          <p:nvPr/>
        </p:nvPicPr>
        <p:blipFill rotWithShape="1">
          <a:blip r:embed="rId3">
            <a:alphaModFix/>
          </a:blip>
          <a:srcRect b="21639" l="14595" r="0" t="5622"/>
          <a:stretch/>
        </p:blipFill>
        <p:spPr>
          <a:xfrm>
            <a:off x="6646762" y="1130025"/>
            <a:ext cx="871500" cy="1111200"/>
          </a:xfrm>
          <a:prstGeom prst="roundRect">
            <a:avLst>
              <a:gd fmla="val 50000" name="adj"/>
            </a:avLst>
          </a:prstGeom>
          <a:noFill/>
          <a:ln>
            <a:noFill/>
          </a:ln>
        </p:spPr>
      </p:pic>
      <p:pic>
        <p:nvPicPr>
          <p:cNvPr id="482" name="Google Shape;482;p46"/>
          <p:cNvPicPr preferRelativeResize="0"/>
          <p:nvPr/>
        </p:nvPicPr>
        <p:blipFill rotWithShape="1">
          <a:blip r:embed="rId4">
            <a:alphaModFix/>
          </a:blip>
          <a:srcRect b="14842" l="0" r="0" t="0"/>
          <a:stretch/>
        </p:blipFill>
        <p:spPr>
          <a:xfrm>
            <a:off x="6646762" y="3497300"/>
            <a:ext cx="871500" cy="1111200"/>
          </a:xfrm>
          <a:prstGeom prst="roundRect">
            <a:avLst>
              <a:gd fmla="val 50000" name="adj"/>
            </a:avLst>
          </a:prstGeom>
          <a:noFill/>
          <a:ln>
            <a:noFill/>
          </a:ln>
        </p:spPr>
      </p:pic>
      <p:pic>
        <p:nvPicPr>
          <p:cNvPr id="483" name="Google Shape;483;p46"/>
          <p:cNvPicPr preferRelativeResize="0"/>
          <p:nvPr/>
        </p:nvPicPr>
        <p:blipFill rotWithShape="1">
          <a:blip r:embed="rId5">
            <a:alphaModFix/>
          </a:blip>
          <a:srcRect b="42199" l="16000" r="16000" t="0"/>
          <a:stretch/>
        </p:blipFill>
        <p:spPr>
          <a:xfrm>
            <a:off x="1625738" y="2313662"/>
            <a:ext cx="871500" cy="1111200"/>
          </a:xfrm>
          <a:prstGeom prst="roundRect">
            <a:avLst>
              <a:gd fmla="val 50000"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studies</a:t>
            </a:r>
            <a:endParaRPr/>
          </a:p>
        </p:txBody>
      </p:sp>
      <p:sp>
        <p:nvSpPr>
          <p:cNvPr id="489" name="Google Shape;489;p47"/>
          <p:cNvSpPr txBox="1"/>
          <p:nvPr>
            <p:ph idx="4294967295" type="subTitle"/>
          </p:nvPr>
        </p:nvSpPr>
        <p:spPr>
          <a:xfrm>
            <a:off x="720000" y="1373650"/>
            <a:ext cx="31800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Bodoni Moda"/>
                <a:ea typeface="Bodoni Moda"/>
                <a:cs typeface="Bodoni Moda"/>
                <a:sym typeface="Bodoni Moda"/>
              </a:rPr>
              <a:t>Campaign objective</a:t>
            </a:r>
            <a:endParaRPr b="1" sz="1800">
              <a:solidFill>
                <a:schemeClr val="dk1"/>
              </a:solidFill>
              <a:latin typeface="Bodoni Moda"/>
              <a:ea typeface="Bodoni Moda"/>
              <a:cs typeface="Bodoni Moda"/>
              <a:sym typeface="Bodoni Moda"/>
            </a:endParaRPr>
          </a:p>
        </p:txBody>
      </p:sp>
      <p:sp>
        <p:nvSpPr>
          <p:cNvPr id="490" name="Google Shape;490;p47"/>
          <p:cNvSpPr txBox="1"/>
          <p:nvPr>
            <p:ph idx="4294967295" type="subTitle"/>
          </p:nvPr>
        </p:nvSpPr>
        <p:spPr>
          <a:xfrm>
            <a:off x="720000" y="1886850"/>
            <a:ext cx="3180000" cy="6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Increase brand awareness and drive sales for a new line of eco-friendly products</a:t>
            </a:r>
            <a:endParaRPr/>
          </a:p>
        </p:txBody>
      </p:sp>
      <p:sp>
        <p:nvSpPr>
          <p:cNvPr id="491" name="Google Shape;491;p47"/>
          <p:cNvSpPr txBox="1"/>
          <p:nvPr>
            <p:ph idx="4294967295" type="subTitle"/>
          </p:nvPr>
        </p:nvSpPr>
        <p:spPr>
          <a:xfrm>
            <a:off x="720000" y="2743275"/>
            <a:ext cx="3180000" cy="48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Bodoni Moda"/>
                <a:ea typeface="Bodoni Moda"/>
                <a:cs typeface="Bodoni Moda"/>
                <a:sym typeface="Bodoni Moda"/>
              </a:rPr>
              <a:t>Approach</a:t>
            </a:r>
            <a:endParaRPr b="1" sz="1800">
              <a:solidFill>
                <a:schemeClr val="dk1"/>
              </a:solidFill>
              <a:latin typeface="Bodoni Moda"/>
              <a:ea typeface="Bodoni Moda"/>
              <a:cs typeface="Bodoni Moda"/>
              <a:sym typeface="Bodoni Moda"/>
            </a:endParaRPr>
          </a:p>
        </p:txBody>
      </p:sp>
      <p:sp>
        <p:nvSpPr>
          <p:cNvPr id="492" name="Google Shape;492;p47"/>
          <p:cNvSpPr txBox="1"/>
          <p:nvPr>
            <p:ph idx="4294967295" type="subTitle"/>
          </p:nvPr>
        </p:nvSpPr>
        <p:spPr>
          <a:xfrm>
            <a:off x="720000" y="3266500"/>
            <a:ext cx="3180000" cy="1338000"/>
          </a:xfrm>
          <a:prstGeom prst="rect">
            <a:avLst/>
          </a:prstGeom>
        </p:spPr>
        <p:txBody>
          <a:bodyPr anchorCtr="0" anchor="t" bIns="91425" lIns="91425" spcFirstLastPara="1" rIns="91425" wrap="square" tIns="91425">
            <a:noAutofit/>
          </a:bodyPr>
          <a:lstStyle/>
          <a:p>
            <a:pPr indent="-190500" lvl="0" marL="228600" rtl="0" algn="l">
              <a:spcBef>
                <a:spcPts val="0"/>
              </a:spcBef>
              <a:spcAft>
                <a:spcPts val="0"/>
              </a:spcAft>
              <a:buSzPts val="1200"/>
              <a:buChar char="✧"/>
            </a:pPr>
            <a:r>
              <a:rPr lang="en"/>
              <a:t>A social media campaign that focused on showcasing the sustainability and quality of our products</a:t>
            </a:r>
            <a:endParaRPr/>
          </a:p>
          <a:p>
            <a:pPr indent="-190500" lvl="0" marL="228600" rtl="0" algn="l">
              <a:spcBef>
                <a:spcPts val="0"/>
              </a:spcBef>
              <a:spcAft>
                <a:spcPts val="0"/>
              </a:spcAft>
              <a:buSzPts val="1200"/>
              <a:buChar char="✧"/>
            </a:pPr>
            <a:r>
              <a:rPr lang="en"/>
              <a:t>Collaboration with influencers</a:t>
            </a:r>
            <a:endParaRPr/>
          </a:p>
          <a:p>
            <a:pPr indent="-190500" lvl="0" marL="228600" rtl="0" algn="l">
              <a:spcBef>
                <a:spcPts val="0"/>
              </a:spcBef>
              <a:spcAft>
                <a:spcPts val="0"/>
              </a:spcAft>
              <a:buSzPts val="1200"/>
              <a:buChar char="✧"/>
            </a:pPr>
            <a:r>
              <a:rPr lang="en"/>
              <a:t>Encourage their followers to make more environmentally conscious choices</a:t>
            </a:r>
            <a:endParaRPr/>
          </a:p>
        </p:txBody>
      </p:sp>
      <p:sp>
        <p:nvSpPr>
          <p:cNvPr id="493" name="Google Shape;493;p47"/>
          <p:cNvSpPr txBox="1"/>
          <p:nvPr>
            <p:ph idx="4294967295" type="subTitle"/>
          </p:nvPr>
        </p:nvSpPr>
        <p:spPr>
          <a:xfrm>
            <a:off x="4098300" y="1373650"/>
            <a:ext cx="20637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Bodoni Moda"/>
                <a:ea typeface="Bodoni Moda"/>
                <a:cs typeface="Bodoni Moda"/>
                <a:sym typeface="Bodoni Moda"/>
              </a:rPr>
              <a:t>Key point 1</a:t>
            </a:r>
            <a:endParaRPr b="1" sz="1800">
              <a:solidFill>
                <a:schemeClr val="dk1"/>
              </a:solidFill>
              <a:latin typeface="Bodoni Moda"/>
              <a:ea typeface="Bodoni Moda"/>
              <a:cs typeface="Bodoni Moda"/>
              <a:sym typeface="Bodoni Moda"/>
            </a:endParaRPr>
          </a:p>
        </p:txBody>
      </p:sp>
      <p:sp>
        <p:nvSpPr>
          <p:cNvPr id="494" name="Google Shape;494;p47"/>
          <p:cNvSpPr txBox="1"/>
          <p:nvPr>
            <p:ph idx="4294967295" type="subTitle"/>
          </p:nvPr>
        </p:nvSpPr>
        <p:spPr>
          <a:xfrm>
            <a:off x="6360299" y="1373650"/>
            <a:ext cx="20637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Bodoni Moda"/>
                <a:ea typeface="Bodoni Moda"/>
                <a:cs typeface="Bodoni Moda"/>
                <a:sym typeface="Bodoni Moda"/>
              </a:rPr>
              <a:t>Key point 2</a:t>
            </a:r>
            <a:endParaRPr b="1" sz="1800">
              <a:solidFill>
                <a:schemeClr val="dk1"/>
              </a:solidFill>
              <a:latin typeface="Bodoni Moda"/>
              <a:ea typeface="Bodoni Moda"/>
              <a:cs typeface="Bodoni Moda"/>
              <a:sym typeface="Bodoni Moda"/>
            </a:endParaRPr>
          </a:p>
        </p:txBody>
      </p:sp>
      <p:sp>
        <p:nvSpPr>
          <p:cNvPr id="495" name="Google Shape;495;p47"/>
          <p:cNvSpPr txBox="1"/>
          <p:nvPr>
            <p:ph idx="4294967295" type="subTitle"/>
          </p:nvPr>
        </p:nvSpPr>
        <p:spPr>
          <a:xfrm>
            <a:off x="4099251" y="1886850"/>
            <a:ext cx="2063700" cy="6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Partnering with influencers who align with the same brand values</a:t>
            </a:r>
            <a:endParaRPr/>
          </a:p>
        </p:txBody>
      </p:sp>
      <p:sp>
        <p:nvSpPr>
          <p:cNvPr id="496" name="Google Shape;496;p47"/>
          <p:cNvSpPr txBox="1"/>
          <p:nvPr>
            <p:ph idx="4294967295" type="subTitle"/>
          </p:nvPr>
        </p:nvSpPr>
        <p:spPr>
          <a:xfrm>
            <a:off x="6360299" y="1886850"/>
            <a:ext cx="2063700" cy="6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Highlighting the unique qualities of your product, such as sustainability</a:t>
            </a:r>
            <a:endParaRPr/>
          </a:p>
        </p:txBody>
      </p:sp>
      <p:sp>
        <p:nvSpPr>
          <p:cNvPr id="497" name="Google Shape;497;p47"/>
          <p:cNvSpPr txBox="1"/>
          <p:nvPr>
            <p:ph idx="4294967295" type="subTitle"/>
          </p:nvPr>
        </p:nvSpPr>
        <p:spPr>
          <a:xfrm>
            <a:off x="4099294" y="2873425"/>
            <a:ext cx="4329600" cy="44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Results</a:t>
            </a:r>
            <a:endParaRPr b="1" sz="1800">
              <a:solidFill>
                <a:schemeClr val="dk1"/>
              </a:solidFill>
              <a:latin typeface="Bodoni Moda"/>
              <a:ea typeface="Bodoni Moda"/>
              <a:cs typeface="Bodoni Moda"/>
              <a:sym typeface="Bodoni Moda"/>
            </a:endParaRPr>
          </a:p>
        </p:txBody>
      </p:sp>
      <p:sp>
        <p:nvSpPr>
          <p:cNvPr id="498" name="Google Shape;498;p47"/>
          <p:cNvSpPr txBox="1"/>
          <p:nvPr>
            <p:ph idx="4294967295" type="subTitle"/>
          </p:nvPr>
        </p:nvSpPr>
        <p:spPr>
          <a:xfrm>
            <a:off x="4251650" y="4162611"/>
            <a:ext cx="12870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website traffic</a:t>
            </a:r>
            <a:endParaRPr/>
          </a:p>
        </p:txBody>
      </p:sp>
      <p:sp>
        <p:nvSpPr>
          <p:cNvPr id="499" name="Google Shape;499;p47"/>
          <p:cNvSpPr txBox="1"/>
          <p:nvPr>
            <p:ph idx="4294967295" type="subTitle"/>
          </p:nvPr>
        </p:nvSpPr>
        <p:spPr>
          <a:xfrm>
            <a:off x="5620572" y="4162611"/>
            <a:ext cx="12870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a:t>
            </a:r>
            <a:endParaRPr/>
          </a:p>
          <a:p>
            <a:pPr indent="0" lvl="0" marL="0" rtl="0" algn="ctr">
              <a:spcBef>
                <a:spcPts val="0"/>
              </a:spcBef>
              <a:spcAft>
                <a:spcPts val="0"/>
              </a:spcAft>
              <a:buNone/>
            </a:pPr>
            <a:r>
              <a:rPr lang="en"/>
              <a:t>in sales</a:t>
            </a:r>
            <a:endParaRPr/>
          </a:p>
        </p:txBody>
      </p:sp>
      <p:sp>
        <p:nvSpPr>
          <p:cNvPr id="500" name="Google Shape;500;p47"/>
          <p:cNvSpPr txBox="1"/>
          <p:nvPr>
            <p:ph idx="4294967295" type="subTitle"/>
          </p:nvPr>
        </p:nvSpPr>
        <p:spPr>
          <a:xfrm>
            <a:off x="6989494" y="4162611"/>
            <a:ext cx="12870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a:t>
            </a:r>
            <a:endParaRPr/>
          </a:p>
          <a:p>
            <a:pPr indent="0" lvl="0" marL="0" rtl="0" algn="ctr">
              <a:spcBef>
                <a:spcPts val="0"/>
              </a:spcBef>
              <a:spcAft>
                <a:spcPts val="0"/>
              </a:spcAft>
              <a:buNone/>
            </a:pPr>
            <a:r>
              <a:rPr lang="en"/>
              <a:t>in clicks</a:t>
            </a:r>
            <a:endParaRPr/>
          </a:p>
        </p:txBody>
      </p:sp>
      <p:grpSp>
        <p:nvGrpSpPr>
          <p:cNvPr id="501" name="Google Shape;501;p47"/>
          <p:cNvGrpSpPr/>
          <p:nvPr/>
        </p:nvGrpSpPr>
        <p:grpSpPr>
          <a:xfrm>
            <a:off x="6097795" y="3587431"/>
            <a:ext cx="362727" cy="363600"/>
            <a:chOff x="-3771675" y="3971775"/>
            <a:chExt cx="291300" cy="292025"/>
          </a:xfrm>
        </p:grpSpPr>
        <p:sp>
          <p:nvSpPr>
            <p:cNvPr id="502" name="Google Shape;502;p47"/>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7"/>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7"/>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7"/>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7"/>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47"/>
          <p:cNvGrpSpPr/>
          <p:nvPr/>
        </p:nvGrpSpPr>
        <p:grpSpPr>
          <a:xfrm>
            <a:off x="4683614" y="3628210"/>
            <a:ext cx="423073" cy="322912"/>
            <a:chOff x="-1951475" y="3273100"/>
            <a:chExt cx="291875" cy="222775"/>
          </a:xfrm>
        </p:grpSpPr>
        <p:sp>
          <p:nvSpPr>
            <p:cNvPr id="508" name="Google Shape;508;p47"/>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7"/>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7"/>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47"/>
          <p:cNvGrpSpPr/>
          <p:nvPr/>
        </p:nvGrpSpPr>
        <p:grpSpPr>
          <a:xfrm>
            <a:off x="7451631" y="3587455"/>
            <a:ext cx="362727" cy="363653"/>
            <a:chOff x="-1591550" y="3597475"/>
            <a:chExt cx="293825" cy="294575"/>
          </a:xfrm>
        </p:grpSpPr>
        <p:sp>
          <p:nvSpPr>
            <p:cNvPr id="512" name="Google Shape;512;p47"/>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7"/>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7"/>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5" name="Google Shape;515;p47"/>
          <p:cNvPicPr preferRelativeResize="0"/>
          <p:nvPr/>
        </p:nvPicPr>
        <p:blipFill rotWithShape="1">
          <a:blip r:embed="rId3">
            <a:alphaModFix/>
          </a:blip>
          <a:srcRect b="0" l="21047" r="27618" t="0"/>
          <a:stretch/>
        </p:blipFill>
        <p:spPr>
          <a:xfrm rot="-6801452">
            <a:off x="7999171" y="-127350"/>
            <a:ext cx="1313164" cy="1438898"/>
          </a:xfrm>
          <a:prstGeom prst="rect">
            <a:avLst/>
          </a:prstGeom>
          <a:noFill/>
          <a:ln>
            <a:noFill/>
          </a:ln>
        </p:spPr>
      </p:pic>
      <p:sp>
        <p:nvSpPr>
          <p:cNvPr id="516" name="Google Shape;516;p47"/>
          <p:cNvSpPr/>
          <p:nvPr/>
        </p:nvSpPr>
        <p:spPr>
          <a:xfrm flipH="1">
            <a:off x="3422100" y="-847950"/>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7"/>
          <p:cNvSpPr/>
          <p:nvPr/>
        </p:nvSpPr>
        <p:spPr>
          <a:xfrm flipH="1">
            <a:off x="1628600" y="4862250"/>
            <a:ext cx="2783100" cy="1129200"/>
          </a:xfrm>
          <a:prstGeom prst="roundRect">
            <a:avLst>
              <a:gd fmla="val 5000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7"/>
          <p:cNvSpPr/>
          <p:nvPr/>
        </p:nvSpPr>
        <p:spPr>
          <a:xfrm>
            <a:off x="130950" y="4604500"/>
            <a:ext cx="474000" cy="474000"/>
          </a:xfrm>
          <a:prstGeom prst="star24">
            <a:avLst>
              <a:gd fmla="val 12659"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8"/>
          <p:cNvSpPr txBox="1"/>
          <p:nvPr>
            <p:ph idx="1" type="subTitle"/>
          </p:nvPr>
        </p:nvSpPr>
        <p:spPr>
          <a:xfrm>
            <a:off x="2382300" y="1807525"/>
            <a:ext cx="4379400" cy="1060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Bodoni Moda"/>
                <a:ea typeface="Bodoni Moda"/>
                <a:cs typeface="Bodoni Moda"/>
                <a:sym typeface="Bodoni Moda"/>
              </a:rPr>
              <a:t>Do you have any questions?</a:t>
            </a:r>
            <a:endParaRPr b="1" sz="1800">
              <a:solidFill>
                <a:schemeClr val="dk1"/>
              </a:solidFill>
              <a:latin typeface="Bodoni Moda"/>
              <a:ea typeface="Bodoni Moda"/>
              <a:cs typeface="Bodoni Moda"/>
              <a:sym typeface="Bodoni Moda"/>
            </a:endParaRPr>
          </a:p>
          <a:p>
            <a:pPr indent="0" lvl="0" marL="0" rtl="0" algn="ctr">
              <a:spcBef>
                <a:spcPts val="1000"/>
              </a:spcBef>
              <a:spcAft>
                <a:spcPts val="0"/>
              </a:spcAft>
              <a:buNone/>
            </a:pPr>
            <a:r>
              <a:rPr lang="en"/>
              <a:t>addyouremail@freepik.com </a:t>
            </a:r>
            <a:endParaRPr/>
          </a:p>
          <a:p>
            <a:pPr indent="0" lvl="0" marL="0" rtl="0" algn="ctr">
              <a:spcBef>
                <a:spcPts val="0"/>
              </a:spcBef>
              <a:spcAft>
                <a:spcPts val="0"/>
              </a:spcAft>
              <a:buNone/>
            </a:pPr>
            <a:r>
              <a:rPr lang="en"/>
              <a:t>+91  620 421 838 </a:t>
            </a:r>
            <a:endParaRPr/>
          </a:p>
          <a:p>
            <a:pPr indent="0" lvl="0" marL="0" rtl="0" algn="ctr">
              <a:spcBef>
                <a:spcPts val="0"/>
              </a:spcBef>
              <a:spcAft>
                <a:spcPts val="0"/>
              </a:spcAft>
              <a:buNone/>
            </a:pPr>
            <a:r>
              <a:rPr lang="en"/>
              <a:t>yourwebsite.com</a:t>
            </a:r>
            <a:endParaRPr/>
          </a:p>
        </p:txBody>
      </p:sp>
      <p:sp>
        <p:nvSpPr>
          <p:cNvPr id="524" name="Google Shape;524;p48"/>
          <p:cNvSpPr txBox="1"/>
          <p:nvPr>
            <p:ph type="ctrTitle"/>
          </p:nvPr>
        </p:nvSpPr>
        <p:spPr>
          <a:xfrm>
            <a:off x="2382300" y="626750"/>
            <a:ext cx="4379400" cy="96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525" name="Google Shape;525;p48"/>
          <p:cNvSpPr txBox="1"/>
          <p:nvPr/>
        </p:nvSpPr>
        <p:spPr>
          <a:xfrm>
            <a:off x="2382300" y="3848575"/>
            <a:ext cx="4379400" cy="322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000">
                <a:solidFill>
                  <a:schemeClr val="lt2"/>
                </a:solidFill>
                <a:latin typeface="Nunito Medium"/>
                <a:ea typeface="Nunito Medium"/>
                <a:cs typeface="Nunito Medium"/>
                <a:sym typeface="Nunito Medium"/>
              </a:rPr>
              <a:t>Please keep this slide for attribution</a:t>
            </a:r>
            <a:endParaRPr sz="1000">
              <a:solidFill>
                <a:schemeClr val="lt2"/>
              </a:solidFill>
              <a:latin typeface="Nunito Medium"/>
              <a:ea typeface="Nunito Medium"/>
              <a:cs typeface="Nunito Medium"/>
              <a:sym typeface="Nunito Medium"/>
            </a:endParaRPr>
          </a:p>
        </p:txBody>
      </p:sp>
      <p:grpSp>
        <p:nvGrpSpPr>
          <p:cNvPr id="526" name="Google Shape;526;p48"/>
          <p:cNvGrpSpPr/>
          <p:nvPr/>
        </p:nvGrpSpPr>
        <p:grpSpPr>
          <a:xfrm>
            <a:off x="3545673" y="3173323"/>
            <a:ext cx="441319" cy="441319"/>
            <a:chOff x="4933458" y="1687279"/>
            <a:chExt cx="397907" cy="397907"/>
          </a:xfrm>
        </p:grpSpPr>
        <p:sp>
          <p:nvSpPr>
            <p:cNvPr id="527" name="Google Shape;527;p48"/>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8"/>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48"/>
          <p:cNvGrpSpPr/>
          <p:nvPr/>
        </p:nvGrpSpPr>
        <p:grpSpPr>
          <a:xfrm>
            <a:off x="4350594" y="3173335"/>
            <a:ext cx="441296" cy="441296"/>
            <a:chOff x="1379798" y="1723250"/>
            <a:chExt cx="397887" cy="397887"/>
          </a:xfrm>
        </p:grpSpPr>
        <p:sp>
          <p:nvSpPr>
            <p:cNvPr id="530" name="Google Shape;530;p48"/>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8"/>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8"/>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8"/>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48"/>
          <p:cNvGrpSpPr/>
          <p:nvPr/>
        </p:nvGrpSpPr>
        <p:grpSpPr>
          <a:xfrm>
            <a:off x="5155493" y="3172535"/>
            <a:ext cx="442887" cy="442887"/>
            <a:chOff x="1190625" y="238125"/>
            <a:chExt cx="5235075" cy="5235075"/>
          </a:xfrm>
        </p:grpSpPr>
        <p:sp>
          <p:nvSpPr>
            <p:cNvPr id="535" name="Google Shape;535;p48"/>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8"/>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37" name="Google Shape;537;p48"/>
          <p:cNvPicPr preferRelativeResize="0"/>
          <p:nvPr/>
        </p:nvPicPr>
        <p:blipFill rotWithShape="1">
          <a:blip r:embed="rId3">
            <a:alphaModFix amt="30000"/>
          </a:blip>
          <a:srcRect b="4039" l="7996" r="11552" t="0"/>
          <a:stretch/>
        </p:blipFill>
        <p:spPr>
          <a:xfrm rot="-2700000">
            <a:off x="6563225" y="3038500"/>
            <a:ext cx="3861801" cy="25910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p49"/>
          <p:cNvPicPr preferRelativeResize="0"/>
          <p:nvPr/>
        </p:nvPicPr>
        <p:blipFill>
          <a:blip r:embed="rId3">
            <a:alphaModFix amt="83000"/>
          </a:blip>
          <a:stretch>
            <a:fillRect/>
          </a:stretch>
        </p:blipFill>
        <p:spPr>
          <a:xfrm>
            <a:off x="2508973" y="2972250"/>
            <a:ext cx="3543302" cy="1636251"/>
          </a:xfrm>
          <a:prstGeom prst="rect">
            <a:avLst/>
          </a:prstGeom>
          <a:noFill/>
          <a:ln>
            <a:noFill/>
          </a:ln>
        </p:spPr>
      </p:pic>
      <p:sp>
        <p:nvSpPr>
          <p:cNvPr id="543" name="Google Shape;543;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lternative resources</a:t>
            </a:r>
            <a:endParaRPr/>
          </a:p>
        </p:txBody>
      </p:sp>
      <p:sp>
        <p:nvSpPr>
          <p:cNvPr id="544" name="Google Shape;544;p49"/>
          <p:cNvSpPr txBox="1"/>
          <p:nvPr>
            <p:ph idx="1" type="body"/>
          </p:nvPr>
        </p:nvSpPr>
        <p:spPr>
          <a:xfrm>
            <a:off x="720000" y="1152475"/>
            <a:ext cx="7704000" cy="4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that of this template:</a:t>
            </a:r>
            <a:endParaRPr/>
          </a:p>
        </p:txBody>
      </p:sp>
      <p:pic>
        <p:nvPicPr>
          <p:cNvPr id="545" name="Google Shape;545;p49"/>
          <p:cNvPicPr preferRelativeResize="0"/>
          <p:nvPr/>
        </p:nvPicPr>
        <p:blipFill rotWithShape="1">
          <a:blip r:embed="rId4">
            <a:alphaModFix/>
          </a:blip>
          <a:srcRect b="0" l="0" r="30824" t="0"/>
          <a:stretch/>
        </p:blipFill>
        <p:spPr>
          <a:xfrm>
            <a:off x="1105775" y="2972249"/>
            <a:ext cx="2012256" cy="1636251"/>
          </a:xfrm>
          <a:prstGeom prst="rect">
            <a:avLst/>
          </a:prstGeom>
          <a:noFill/>
          <a:ln>
            <a:noFill/>
          </a:ln>
        </p:spPr>
      </p:pic>
      <p:sp>
        <p:nvSpPr>
          <p:cNvPr id="546" name="Google Shape;546;p49"/>
          <p:cNvSpPr/>
          <p:nvPr/>
        </p:nvSpPr>
        <p:spPr>
          <a:xfrm>
            <a:off x="6128575" y="3780000"/>
            <a:ext cx="740700" cy="740400"/>
          </a:xfrm>
          <a:prstGeom prst="star8">
            <a:avLst>
              <a:gd fmla="val 1088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 name="Google Shape;547;p49"/>
          <p:cNvGrpSpPr/>
          <p:nvPr/>
        </p:nvGrpSpPr>
        <p:grpSpPr>
          <a:xfrm>
            <a:off x="6907435" y="3405520"/>
            <a:ext cx="981210" cy="980900"/>
            <a:chOff x="6869280" y="2433805"/>
            <a:chExt cx="1112736" cy="1112384"/>
          </a:xfrm>
        </p:grpSpPr>
        <p:sp>
          <p:nvSpPr>
            <p:cNvPr id="548" name="Google Shape;548;p49"/>
            <p:cNvSpPr/>
            <p:nvPr/>
          </p:nvSpPr>
          <p:spPr>
            <a:xfrm>
              <a:off x="7418637" y="2433805"/>
              <a:ext cx="14003" cy="1112384"/>
            </a:xfrm>
            <a:custGeom>
              <a:rect b="b" l="l" r="r" t="t"/>
              <a:pathLst>
                <a:path extrusionOk="0" h="60137" w="757">
                  <a:moveTo>
                    <a:pt x="379" y="0"/>
                  </a:moveTo>
                  <a:cubicBezTo>
                    <a:pt x="240" y="5013"/>
                    <a:pt x="140" y="10006"/>
                    <a:pt x="80" y="15019"/>
                  </a:cubicBezTo>
                  <a:cubicBezTo>
                    <a:pt x="61" y="17526"/>
                    <a:pt x="41" y="20032"/>
                    <a:pt x="21" y="22539"/>
                  </a:cubicBezTo>
                  <a:lnTo>
                    <a:pt x="1" y="30058"/>
                  </a:lnTo>
                  <a:lnTo>
                    <a:pt x="21" y="37578"/>
                  </a:lnTo>
                  <a:cubicBezTo>
                    <a:pt x="41" y="40084"/>
                    <a:pt x="61" y="42591"/>
                    <a:pt x="80" y="45097"/>
                  </a:cubicBezTo>
                  <a:cubicBezTo>
                    <a:pt x="140" y="50110"/>
                    <a:pt x="240" y="55123"/>
                    <a:pt x="379" y="60136"/>
                  </a:cubicBezTo>
                  <a:cubicBezTo>
                    <a:pt x="518" y="55123"/>
                    <a:pt x="618" y="50110"/>
                    <a:pt x="677" y="45097"/>
                  </a:cubicBezTo>
                  <a:cubicBezTo>
                    <a:pt x="697" y="42591"/>
                    <a:pt x="717" y="40084"/>
                    <a:pt x="737" y="37578"/>
                  </a:cubicBezTo>
                  <a:lnTo>
                    <a:pt x="757" y="30058"/>
                  </a:lnTo>
                  <a:lnTo>
                    <a:pt x="737" y="22539"/>
                  </a:lnTo>
                  <a:cubicBezTo>
                    <a:pt x="717" y="20032"/>
                    <a:pt x="697" y="17526"/>
                    <a:pt x="677" y="15019"/>
                  </a:cubicBezTo>
                  <a:cubicBezTo>
                    <a:pt x="618" y="10006"/>
                    <a:pt x="518" y="5013"/>
                    <a:pt x="37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9"/>
            <p:cNvSpPr/>
            <p:nvPr/>
          </p:nvSpPr>
          <p:spPr>
            <a:xfrm>
              <a:off x="7328869" y="2441889"/>
              <a:ext cx="193558" cy="1095829"/>
            </a:xfrm>
            <a:custGeom>
              <a:rect b="b" l="l" r="r" t="t"/>
              <a:pathLst>
                <a:path extrusionOk="0" h="59242" w="10464">
                  <a:moveTo>
                    <a:pt x="0" y="59242"/>
                  </a:moveTo>
                  <a:lnTo>
                    <a:pt x="10464" y="1"/>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9"/>
            <p:cNvSpPr/>
            <p:nvPr/>
          </p:nvSpPr>
          <p:spPr>
            <a:xfrm>
              <a:off x="7328869" y="2441889"/>
              <a:ext cx="193188" cy="1095829"/>
            </a:xfrm>
            <a:custGeom>
              <a:rect b="b" l="l" r="r" t="t"/>
              <a:pathLst>
                <a:path extrusionOk="0" h="59242" w="10444">
                  <a:moveTo>
                    <a:pt x="10444" y="1"/>
                  </a:moveTo>
                  <a:cubicBezTo>
                    <a:pt x="9449" y="4914"/>
                    <a:pt x="8474" y="9828"/>
                    <a:pt x="7559" y="14761"/>
                  </a:cubicBezTo>
                  <a:cubicBezTo>
                    <a:pt x="7082" y="17228"/>
                    <a:pt x="6644" y="19695"/>
                    <a:pt x="6187" y="22161"/>
                  </a:cubicBezTo>
                  <a:lnTo>
                    <a:pt x="4854" y="29562"/>
                  </a:lnTo>
                  <a:lnTo>
                    <a:pt x="3581" y="36962"/>
                  </a:lnTo>
                  <a:cubicBezTo>
                    <a:pt x="3163" y="39428"/>
                    <a:pt x="2725" y="41915"/>
                    <a:pt x="2328" y="44382"/>
                  </a:cubicBezTo>
                  <a:cubicBezTo>
                    <a:pt x="1512" y="49315"/>
                    <a:pt x="736" y="54268"/>
                    <a:pt x="0" y="59242"/>
                  </a:cubicBezTo>
                  <a:cubicBezTo>
                    <a:pt x="1015" y="54328"/>
                    <a:pt x="1989" y="49414"/>
                    <a:pt x="2904" y="44481"/>
                  </a:cubicBezTo>
                  <a:cubicBezTo>
                    <a:pt x="3382" y="42014"/>
                    <a:pt x="3819" y="39548"/>
                    <a:pt x="4277" y="37081"/>
                  </a:cubicBezTo>
                  <a:lnTo>
                    <a:pt x="5590" y="29681"/>
                  </a:lnTo>
                  <a:lnTo>
                    <a:pt x="6883" y="22281"/>
                  </a:lnTo>
                  <a:cubicBezTo>
                    <a:pt x="7301" y="19814"/>
                    <a:pt x="7718" y="17347"/>
                    <a:pt x="8136" y="14861"/>
                  </a:cubicBezTo>
                  <a:cubicBezTo>
                    <a:pt x="8952" y="9927"/>
                    <a:pt x="9728" y="4974"/>
                    <a:pt x="104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9"/>
            <p:cNvSpPr/>
            <p:nvPr/>
          </p:nvSpPr>
          <p:spPr>
            <a:xfrm>
              <a:off x="7235401" y="2466916"/>
              <a:ext cx="380494" cy="1045775"/>
            </a:xfrm>
            <a:custGeom>
              <a:rect b="b" l="l" r="r" t="t"/>
              <a:pathLst>
                <a:path extrusionOk="0" h="56536" w="20570">
                  <a:moveTo>
                    <a:pt x="0" y="56536"/>
                  </a:moveTo>
                  <a:lnTo>
                    <a:pt x="20569" y="1"/>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9"/>
            <p:cNvSpPr/>
            <p:nvPr/>
          </p:nvSpPr>
          <p:spPr>
            <a:xfrm>
              <a:off x="7235401" y="2466916"/>
              <a:ext cx="380494" cy="1045775"/>
            </a:xfrm>
            <a:custGeom>
              <a:rect b="b" l="l" r="r" t="t"/>
              <a:pathLst>
                <a:path extrusionOk="0" h="56536" w="20570">
                  <a:moveTo>
                    <a:pt x="20569" y="1"/>
                  </a:moveTo>
                  <a:cubicBezTo>
                    <a:pt x="18719" y="4675"/>
                    <a:pt x="16909" y="9350"/>
                    <a:pt x="15159" y="14045"/>
                  </a:cubicBezTo>
                  <a:cubicBezTo>
                    <a:pt x="14263" y="16392"/>
                    <a:pt x="13408" y="18740"/>
                    <a:pt x="12513" y="21087"/>
                  </a:cubicBezTo>
                  <a:lnTo>
                    <a:pt x="9927" y="28149"/>
                  </a:lnTo>
                  <a:lnTo>
                    <a:pt x="7381" y="35211"/>
                  </a:lnTo>
                  <a:cubicBezTo>
                    <a:pt x="6545" y="37578"/>
                    <a:pt x="5690" y="39925"/>
                    <a:pt x="4874" y="42293"/>
                  </a:cubicBezTo>
                  <a:cubicBezTo>
                    <a:pt x="3203" y="47027"/>
                    <a:pt x="1572" y="51762"/>
                    <a:pt x="0" y="56536"/>
                  </a:cubicBezTo>
                  <a:cubicBezTo>
                    <a:pt x="1850" y="51861"/>
                    <a:pt x="3641" y="47186"/>
                    <a:pt x="5411" y="42492"/>
                  </a:cubicBezTo>
                  <a:cubicBezTo>
                    <a:pt x="6306" y="40144"/>
                    <a:pt x="7162" y="37797"/>
                    <a:pt x="8037" y="35450"/>
                  </a:cubicBezTo>
                  <a:lnTo>
                    <a:pt x="10623" y="28407"/>
                  </a:lnTo>
                  <a:lnTo>
                    <a:pt x="13189" y="21326"/>
                  </a:lnTo>
                  <a:cubicBezTo>
                    <a:pt x="14025" y="18958"/>
                    <a:pt x="14880" y="16611"/>
                    <a:pt x="15696" y="14244"/>
                  </a:cubicBezTo>
                  <a:cubicBezTo>
                    <a:pt x="17367" y="9509"/>
                    <a:pt x="18998" y="4775"/>
                    <a:pt x="205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9"/>
            <p:cNvSpPr/>
            <p:nvPr/>
          </p:nvSpPr>
          <p:spPr>
            <a:xfrm>
              <a:off x="7147446" y="2508128"/>
              <a:ext cx="556386" cy="963350"/>
            </a:xfrm>
            <a:custGeom>
              <a:rect b="b" l="l" r="r" t="t"/>
              <a:pathLst>
                <a:path extrusionOk="0" h="52080" w="30079">
                  <a:moveTo>
                    <a:pt x="1" y="52080"/>
                  </a:moveTo>
                  <a:lnTo>
                    <a:pt x="30079" y="1"/>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9"/>
            <p:cNvSpPr/>
            <p:nvPr/>
          </p:nvSpPr>
          <p:spPr>
            <a:xfrm>
              <a:off x="7147446" y="2508128"/>
              <a:ext cx="556386" cy="963350"/>
            </a:xfrm>
            <a:custGeom>
              <a:rect b="b" l="l" r="r" t="t"/>
              <a:pathLst>
                <a:path extrusionOk="0" h="52080" w="30079">
                  <a:moveTo>
                    <a:pt x="30079" y="1"/>
                  </a:moveTo>
                  <a:lnTo>
                    <a:pt x="30079" y="1"/>
                  </a:lnTo>
                  <a:cubicBezTo>
                    <a:pt x="27453" y="4258"/>
                    <a:pt x="24867" y="8555"/>
                    <a:pt x="22301" y="12871"/>
                  </a:cubicBezTo>
                  <a:cubicBezTo>
                    <a:pt x="21028" y="15020"/>
                    <a:pt x="19774" y="17188"/>
                    <a:pt x="18501" y="19356"/>
                  </a:cubicBezTo>
                  <a:lnTo>
                    <a:pt x="14722" y="25861"/>
                  </a:lnTo>
                  <a:lnTo>
                    <a:pt x="10982" y="32386"/>
                  </a:lnTo>
                  <a:cubicBezTo>
                    <a:pt x="9748" y="34554"/>
                    <a:pt x="8495" y="36723"/>
                    <a:pt x="7282" y="38911"/>
                  </a:cubicBezTo>
                  <a:cubicBezTo>
                    <a:pt x="4815" y="43287"/>
                    <a:pt x="2388" y="47664"/>
                    <a:pt x="1" y="52080"/>
                  </a:cubicBezTo>
                  <a:cubicBezTo>
                    <a:pt x="2647" y="47823"/>
                    <a:pt x="5233" y="43526"/>
                    <a:pt x="7779" y="39209"/>
                  </a:cubicBezTo>
                  <a:cubicBezTo>
                    <a:pt x="9052" y="37061"/>
                    <a:pt x="10325" y="34892"/>
                    <a:pt x="11598" y="32724"/>
                  </a:cubicBezTo>
                  <a:lnTo>
                    <a:pt x="15358" y="26219"/>
                  </a:lnTo>
                  <a:lnTo>
                    <a:pt x="19118" y="19714"/>
                  </a:lnTo>
                  <a:cubicBezTo>
                    <a:pt x="20351" y="17526"/>
                    <a:pt x="21585" y="15358"/>
                    <a:pt x="22818" y="13170"/>
                  </a:cubicBezTo>
                  <a:cubicBezTo>
                    <a:pt x="25285" y="8793"/>
                    <a:pt x="27692" y="4417"/>
                    <a:pt x="3007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9"/>
            <p:cNvSpPr/>
            <p:nvPr/>
          </p:nvSpPr>
          <p:spPr>
            <a:xfrm>
              <a:off x="7067980" y="2563695"/>
              <a:ext cx="715335" cy="852235"/>
            </a:xfrm>
            <a:custGeom>
              <a:rect b="b" l="l" r="r" t="t"/>
              <a:pathLst>
                <a:path extrusionOk="0" h="46073" w="38672">
                  <a:moveTo>
                    <a:pt x="0" y="46072"/>
                  </a:moveTo>
                  <a:lnTo>
                    <a:pt x="38672" y="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9"/>
            <p:cNvSpPr/>
            <p:nvPr/>
          </p:nvSpPr>
          <p:spPr>
            <a:xfrm>
              <a:off x="7067980" y="2563695"/>
              <a:ext cx="715335" cy="852235"/>
            </a:xfrm>
            <a:custGeom>
              <a:rect b="b" l="l" r="r" t="t"/>
              <a:pathLst>
                <a:path extrusionOk="0" h="46073" w="38672">
                  <a:moveTo>
                    <a:pt x="38672" y="0"/>
                  </a:moveTo>
                  <a:lnTo>
                    <a:pt x="38672" y="0"/>
                  </a:lnTo>
                  <a:cubicBezTo>
                    <a:pt x="35330" y="3760"/>
                    <a:pt x="32047" y="7520"/>
                    <a:pt x="28785" y="11339"/>
                  </a:cubicBezTo>
                  <a:cubicBezTo>
                    <a:pt x="27134" y="13229"/>
                    <a:pt x="25522" y="15139"/>
                    <a:pt x="23891" y="17049"/>
                  </a:cubicBezTo>
                  <a:lnTo>
                    <a:pt x="19057" y="22798"/>
                  </a:lnTo>
                  <a:lnTo>
                    <a:pt x="14243" y="28566"/>
                  </a:lnTo>
                  <a:cubicBezTo>
                    <a:pt x="12632" y="30496"/>
                    <a:pt x="11041" y="32426"/>
                    <a:pt x="9449" y="34375"/>
                  </a:cubicBezTo>
                  <a:cubicBezTo>
                    <a:pt x="6266" y="38234"/>
                    <a:pt x="3123" y="42133"/>
                    <a:pt x="0" y="46072"/>
                  </a:cubicBezTo>
                  <a:lnTo>
                    <a:pt x="20" y="46072"/>
                  </a:lnTo>
                  <a:cubicBezTo>
                    <a:pt x="3342" y="42332"/>
                    <a:pt x="6644" y="38553"/>
                    <a:pt x="9907" y="34753"/>
                  </a:cubicBezTo>
                  <a:cubicBezTo>
                    <a:pt x="11538" y="32843"/>
                    <a:pt x="13149" y="30934"/>
                    <a:pt x="14780" y="29024"/>
                  </a:cubicBezTo>
                  <a:lnTo>
                    <a:pt x="19634" y="23275"/>
                  </a:lnTo>
                  <a:lnTo>
                    <a:pt x="24448" y="17506"/>
                  </a:lnTo>
                  <a:cubicBezTo>
                    <a:pt x="26040" y="15576"/>
                    <a:pt x="27651" y="13647"/>
                    <a:pt x="29223" y="11717"/>
                  </a:cubicBezTo>
                  <a:cubicBezTo>
                    <a:pt x="32405" y="7838"/>
                    <a:pt x="35568" y="3939"/>
                    <a:pt x="386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9"/>
            <p:cNvSpPr/>
            <p:nvPr/>
          </p:nvSpPr>
          <p:spPr>
            <a:xfrm>
              <a:off x="6999540" y="2632135"/>
              <a:ext cx="852217" cy="715335"/>
            </a:xfrm>
            <a:custGeom>
              <a:rect b="b" l="l" r="r" t="t"/>
              <a:pathLst>
                <a:path extrusionOk="0" h="38672" w="46072">
                  <a:moveTo>
                    <a:pt x="0" y="38672"/>
                  </a:moveTo>
                  <a:lnTo>
                    <a:pt x="46072" y="1"/>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9"/>
            <p:cNvSpPr/>
            <p:nvPr/>
          </p:nvSpPr>
          <p:spPr>
            <a:xfrm>
              <a:off x="6999540" y="2632135"/>
              <a:ext cx="852217" cy="715335"/>
            </a:xfrm>
            <a:custGeom>
              <a:rect b="b" l="l" r="r" t="t"/>
              <a:pathLst>
                <a:path extrusionOk="0" h="38672" w="46072">
                  <a:moveTo>
                    <a:pt x="46072" y="1"/>
                  </a:moveTo>
                  <a:lnTo>
                    <a:pt x="46072" y="1"/>
                  </a:lnTo>
                  <a:cubicBezTo>
                    <a:pt x="42133" y="3124"/>
                    <a:pt x="38234" y="6267"/>
                    <a:pt x="34375" y="9450"/>
                  </a:cubicBezTo>
                  <a:cubicBezTo>
                    <a:pt x="32425" y="11041"/>
                    <a:pt x="30496" y="12632"/>
                    <a:pt x="28566" y="14244"/>
                  </a:cubicBezTo>
                  <a:lnTo>
                    <a:pt x="22797" y="19058"/>
                  </a:lnTo>
                  <a:lnTo>
                    <a:pt x="17048" y="23892"/>
                  </a:lnTo>
                  <a:cubicBezTo>
                    <a:pt x="15138" y="25523"/>
                    <a:pt x="13229" y="27154"/>
                    <a:pt x="11339" y="28785"/>
                  </a:cubicBezTo>
                  <a:cubicBezTo>
                    <a:pt x="7520" y="32048"/>
                    <a:pt x="3740" y="35330"/>
                    <a:pt x="0" y="38672"/>
                  </a:cubicBezTo>
                  <a:cubicBezTo>
                    <a:pt x="3939" y="35569"/>
                    <a:pt x="7838" y="32406"/>
                    <a:pt x="11697" y="29223"/>
                  </a:cubicBezTo>
                  <a:cubicBezTo>
                    <a:pt x="13647" y="27651"/>
                    <a:pt x="15576" y="26040"/>
                    <a:pt x="17506" y="24449"/>
                  </a:cubicBezTo>
                  <a:lnTo>
                    <a:pt x="23275" y="19635"/>
                  </a:lnTo>
                  <a:lnTo>
                    <a:pt x="29024" y="14781"/>
                  </a:lnTo>
                  <a:cubicBezTo>
                    <a:pt x="30933" y="13150"/>
                    <a:pt x="32843" y="11538"/>
                    <a:pt x="34733" y="9907"/>
                  </a:cubicBezTo>
                  <a:cubicBezTo>
                    <a:pt x="38552" y="6645"/>
                    <a:pt x="42332" y="3342"/>
                    <a:pt x="460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9"/>
            <p:cNvSpPr/>
            <p:nvPr/>
          </p:nvSpPr>
          <p:spPr>
            <a:xfrm>
              <a:off x="6943973" y="2711619"/>
              <a:ext cx="963350" cy="556386"/>
            </a:xfrm>
            <a:custGeom>
              <a:rect b="b" l="l" r="r" t="t"/>
              <a:pathLst>
                <a:path extrusionOk="0" h="30079" w="52080">
                  <a:moveTo>
                    <a:pt x="0" y="30078"/>
                  </a:moveTo>
                  <a:lnTo>
                    <a:pt x="52079" y="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9"/>
            <p:cNvSpPr/>
            <p:nvPr/>
          </p:nvSpPr>
          <p:spPr>
            <a:xfrm>
              <a:off x="6943973" y="2711619"/>
              <a:ext cx="963350" cy="556386"/>
            </a:xfrm>
            <a:custGeom>
              <a:rect b="b" l="l" r="r" t="t"/>
              <a:pathLst>
                <a:path extrusionOk="0" h="30079" w="52080">
                  <a:moveTo>
                    <a:pt x="52079" y="0"/>
                  </a:moveTo>
                  <a:lnTo>
                    <a:pt x="52079" y="0"/>
                  </a:lnTo>
                  <a:cubicBezTo>
                    <a:pt x="47663" y="2387"/>
                    <a:pt x="43287" y="4814"/>
                    <a:pt x="38910" y="7281"/>
                  </a:cubicBezTo>
                  <a:cubicBezTo>
                    <a:pt x="36722" y="8495"/>
                    <a:pt x="34554" y="9748"/>
                    <a:pt x="32366" y="10981"/>
                  </a:cubicBezTo>
                  <a:lnTo>
                    <a:pt x="25861" y="14721"/>
                  </a:lnTo>
                  <a:lnTo>
                    <a:pt x="19356" y="18501"/>
                  </a:lnTo>
                  <a:cubicBezTo>
                    <a:pt x="17188" y="19774"/>
                    <a:pt x="15019" y="21027"/>
                    <a:pt x="12871" y="22300"/>
                  </a:cubicBezTo>
                  <a:cubicBezTo>
                    <a:pt x="8554" y="24846"/>
                    <a:pt x="4257" y="27452"/>
                    <a:pt x="0" y="30078"/>
                  </a:cubicBezTo>
                  <a:cubicBezTo>
                    <a:pt x="4417" y="27691"/>
                    <a:pt x="8793" y="25284"/>
                    <a:pt x="13169" y="22817"/>
                  </a:cubicBezTo>
                  <a:cubicBezTo>
                    <a:pt x="15357" y="21584"/>
                    <a:pt x="17526" y="20351"/>
                    <a:pt x="19714" y="19117"/>
                  </a:cubicBezTo>
                  <a:lnTo>
                    <a:pt x="26219" y="15358"/>
                  </a:lnTo>
                  <a:lnTo>
                    <a:pt x="32724" y="11598"/>
                  </a:lnTo>
                  <a:cubicBezTo>
                    <a:pt x="34892" y="10325"/>
                    <a:pt x="37060" y="9052"/>
                    <a:pt x="39209" y="7778"/>
                  </a:cubicBezTo>
                  <a:cubicBezTo>
                    <a:pt x="43526" y="5232"/>
                    <a:pt x="47822" y="2646"/>
                    <a:pt x="5207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9"/>
            <p:cNvSpPr/>
            <p:nvPr/>
          </p:nvSpPr>
          <p:spPr>
            <a:xfrm>
              <a:off x="6902761" y="2799556"/>
              <a:ext cx="1045775" cy="380494"/>
            </a:xfrm>
            <a:custGeom>
              <a:rect b="b" l="l" r="r" t="t"/>
              <a:pathLst>
                <a:path extrusionOk="0" h="20570" w="56536">
                  <a:moveTo>
                    <a:pt x="0" y="20570"/>
                  </a:moveTo>
                  <a:lnTo>
                    <a:pt x="56535" y="1"/>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9"/>
            <p:cNvSpPr/>
            <p:nvPr/>
          </p:nvSpPr>
          <p:spPr>
            <a:xfrm>
              <a:off x="6902761" y="2799556"/>
              <a:ext cx="1045775" cy="380494"/>
            </a:xfrm>
            <a:custGeom>
              <a:rect b="b" l="l" r="r" t="t"/>
              <a:pathLst>
                <a:path extrusionOk="0" h="20570" w="56536">
                  <a:moveTo>
                    <a:pt x="56535" y="1"/>
                  </a:moveTo>
                  <a:cubicBezTo>
                    <a:pt x="51761" y="1572"/>
                    <a:pt x="47027" y="3203"/>
                    <a:pt x="42292" y="4874"/>
                  </a:cubicBezTo>
                  <a:cubicBezTo>
                    <a:pt x="39925" y="5690"/>
                    <a:pt x="37578" y="6545"/>
                    <a:pt x="35210" y="7381"/>
                  </a:cubicBezTo>
                  <a:lnTo>
                    <a:pt x="28149" y="9927"/>
                  </a:lnTo>
                  <a:lnTo>
                    <a:pt x="21087" y="12533"/>
                  </a:lnTo>
                  <a:cubicBezTo>
                    <a:pt x="18739" y="13408"/>
                    <a:pt x="16372" y="14264"/>
                    <a:pt x="14045" y="15159"/>
                  </a:cubicBezTo>
                  <a:cubicBezTo>
                    <a:pt x="9350" y="16910"/>
                    <a:pt x="4675" y="18720"/>
                    <a:pt x="0" y="20570"/>
                  </a:cubicBezTo>
                  <a:cubicBezTo>
                    <a:pt x="4775" y="18998"/>
                    <a:pt x="9509" y="17367"/>
                    <a:pt x="14244" y="15696"/>
                  </a:cubicBezTo>
                  <a:cubicBezTo>
                    <a:pt x="16611" y="14880"/>
                    <a:pt x="18958" y="14025"/>
                    <a:pt x="21325" y="13190"/>
                  </a:cubicBezTo>
                  <a:lnTo>
                    <a:pt x="28387" y="10623"/>
                  </a:lnTo>
                  <a:lnTo>
                    <a:pt x="35449" y="8037"/>
                  </a:lnTo>
                  <a:cubicBezTo>
                    <a:pt x="37796" y="7162"/>
                    <a:pt x="40164" y="6307"/>
                    <a:pt x="42491" y="5412"/>
                  </a:cubicBezTo>
                  <a:cubicBezTo>
                    <a:pt x="47186" y="3661"/>
                    <a:pt x="51861" y="1851"/>
                    <a:pt x="565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9"/>
            <p:cNvSpPr/>
            <p:nvPr/>
          </p:nvSpPr>
          <p:spPr>
            <a:xfrm>
              <a:off x="6877734" y="2893394"/>
              <a:ext cx="1095829" cy="193206"/>
            </a:xfrm>
            <a:custGeom>
              <a:rect b="b" l="l" r="r" t="t"/>
              <a:pathLst>
                <a:path extrusionOk="0" h="10445" w="59242">
                  <a:moveTo>
                    <a:pt x="1" y="10444"/>
                  </a:moveTo>
                  <a:lnTo>
                    <a:pt x="59241" y="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9"/>
            <p:cNvSpPr/>
            <p:nvPr/>
          </p:nvSpPr>
          <p:spPr>
            <a:xfrm>
              <a:off x="6877734" y="2893394"/>
              <a:ext cx="1095829" cy="193206"/>
            </a:xfrm>
            <a:custGeom>
              <a:rect b="b" l="l" r="r" t="t"/>
              <a:pathLst>
                <a:path extrusionOk="0" h="10445" w="59242">
                  <a:moveTo>
                    <a:pt x="59241" y="0"/>
                  </a:moveTo>
                  <a:lnTo>
                    <a:pt x="59241" y="0"/>
                  </a:lnTo>
                  <a:cubicBezTo>
                    <a:pt x="54268" y="716"/>
                    <a:pt x="49315" y="1492"/>
                    <a:pt x="44381" y="2308"/>
                  </a:cubicBezTo>
                  <a:cubicBezTo>
                    <a:pt x="41895" y="2726"/>
                    <a:pt x="39428" y="3143"/>
                    <a:pt x="36961" y="3561"/>
                  </a:cubicBezTo>
                  <a:lnTo>
                    <a:pt x="29561" y="4854"/>
                  </a:lnTo>
                  <a:lnTo>
                    <a:pt x="22161" y="6167"/>
                  </a:lnTo>
                  <a:cubicBezTo>
                    <a:pt x="19694" y="6625"/>
                    <a:pt x="17228" y="7062"/>
                    <a:pt x="14761" y="7540"/>
                  </a:cubicBezTo>
                  <a:cubicBezTo>
                    <a:pt x="9828" y="8455"/>
                    <a:pt x="4914" y="9429"/>
                    <a:pt x="1" y="10444"/>
                  </a:cubicBezTo>
                  <a:cubicBezTo>
                    <a:pt x="4954" y="9708"/>
                    <a:pt x="9907" y="8932"/>
                    <a:pt x="14860" y="8117"/>
                  </a:cubicBezTo>
                  <a:cubicBezTo>
                    <a:pt x="17327" y="7719"/>
                    <a:pt x="19794" y="7281"/>
                    <a:pt x="22280" y="6863"/>
                  </a:cubicBezTo>
                  <a:lnTo>
                    <a:pt x="29681" y="5590"/>
                  </a:lnTo>
                  <a:lnTo>
                    <a:pt x="37081" y="4257"/>
                  </a:lnTo>
                  <a:cubicBezTo>
                    <a:pt x="39547" y="3800"/>
                    <a:pt x="42014" y="3362"/>
                    <a:pt x="44481" y="2885"/>
                  </a:cubicBezTo>
                  <a:cubicBezTo>
                    <a:pt x="49394" y="1970"/>
                    <a:pt x="54328" y="995"/>
                    <a:pt x="592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9"/>
            <p:cNvSpPr/>
            <p:nvPr/>
          </p:nvSpPr>
          <p:spPr>
            <a:xfrm>
              <a:off x="6869280" y="2989803"/>
              <a:ext cx="1112736" cy="18"/>
            </a:xfrm>
            <a:custGeom>
              <a:rect b="b" l="l" r="r" t="t"/>
              <a:pathLst>
                <a:path extrusionOk="0" h="1" w="60156">
                  <a:moveTo>
                    <a:pt x="0" y="0"/>
                  </a:moveTo>
                  <a:lnTo>
                    <a:pt x="60156" y="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9"/>
            <p:cNvSpPr/>
            <p:nvPr/>
          </p:nvSpPr>
          <p:spPr>
            <a:xfrm>
              <a:off x="6869280" y="2982811"/>
              <a:ext cx="1112366" cy="14003"/>
            </a:xfrm>
            <a:custGeom>
              <a:rect b="b" l="l" r="r" t="t"/>
              <a:pathLst>
                <a:path extrusionOk="0" h="757" w="60136">
                  <a:moveTo>
                    <a:pt x="30078" y="0"/>
                  </a:moveTo>
                  <a:lnTo>
                    <a:pt x="22558" y="20"/>
                  </a:lnTo>
                  <a:cubicBezTo>
                    <a:pt x="20052" y="40"/>
                    <a:pt x="17545" y="60"/>
                    <a:pt x="15039" y="80"/>
                  </a:cubicBezTo>
                  <a:cubicBezTo>
                    <a:pt x="10026" y="140"/>
                    <a:pt x="5013" y="239"/>
                    <a:pt x="0" y="378"/>
                  </a:cubicBezTo>
                  <a:cubicBezTo>
                    <a:pt x="5013" y="517"/>
                    <a:pt x="10026" y="617"/>
                    <a:pt x="15039" y="677"/>
                  </a:cubicBezTo>
                  <a:cubicBezTo>
                    <a:pt x="17545" y="697"/>
                    <a:pt x="20052" y="716"/>
                    <a:pt x="22558" y="736"/>
                  </a:cubicBezTo>
                  <a:lnTo>
                    <a:pt x="30078" y="756"/>
                  </a:lnTo>
                  <a:lnTo>
                    <a:pt x="37597" y="736"/>
                  </a:lnTo>
                  <a:cubicBezTo>
                    <a:pt x="40104" y="716"/>
                    <a:pt x="42610" y="697"/>
                    <a:pt x="45117" y="677"/>
                  </a:cubicBezTo>
                  <a:cubicBezTo>
                    <a:pt x="50130" y="617"/>
                    <a:pt x="55123" y="517"/>
                    <a:pt x="60136" y="378"/>
                  </a:cubicBezTo>
                  <a:cubicBezTo>
                    <a:pt x="55143" y="239"/>
                    <a:pt x="50130" y="140"/>
                    <a:pt x="45117" y="80"/>
                  </a:cubicBezTo>
                  <a:cubicBezTo>
                    <a:pt x="42610" y="60"/>
                    <a:pt x="40104" y="40"/>
                    <a:pt x="37597" y="20"/>
                  </a:cubicBezTo>
                  <a:lnTo>
                    <a:pt x="300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9"/>
            <p:cNvSpPr/>
            <p:nvPr/>
          </p:nvSpPr>
          <p:spPr>
            <a:xfrm>
              <a:off x="6877734" y="2893394"/>
              <a:ext cx="1095829" cy="193206"/>
            </a:xfrm>
            <a:custGeom>
              <a:rect b="b" l="l" r="r" t="t"/>
              <a:pathLst>
                <a:path extrusionOk="0" h="10445" w="59242">
                  <a:moveTo>
                    <a:pt x="1" y="0"/>
                  </a:moveTo>
                  <a:lnTo>
                    <a:pt x="59241" y="10444"/>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9"/>
            <p:cNvSpPr/>
            <p:nvPr/>
          </p:nvSpPr>
          <p:spPr>
            <a:xfrm>
              <a:off x="6877734" y="2893394"/>
              <a:ext cx="1095829" cy="193206"/>
            </a:xfrm>
            <a:custGeom>
              <a:rect b="b" l="l" r="r" t="t"/>
              <a:pathLst>
                <a:path extrusionOk="0" h="10445" w="59242">
                  <a:moveTo>
                    <a:pt x="1" y="0"/>
                  </a:moveTo>
                  <a:lnTo>
                    <a:pt x="1" y="0"/>
                  </a:lnTo>
                  <a:cubicBezTo>
                    <a:pt x="4914" y="995"/>
                    <a:pt x="9828" y="1970"/>
                    <a:pt x="14761" y="2885"/>
                  </a:cubicBezTo>
                  <a:cubicBezTo>
                    <a:pt x="17228" y="3362"/>
                    <a:pt x="19694" y="3800"/>
                    <a:pt x="22161" y="4257"/>
                  </a:cubicBezTo>
                  <a:lnTo>
                    <a:pt x="29561" y="5590"/>
                  </a:lnTo>
                  <a:lnTo>
                    <a:pt x="36961" y="6863"/>
                  </a:lnTo>
                  <a:cubicBezTo>
                    <a:pt x="39428" y="7281"/>
                    <a:pt x="41895" y="7719"/>
                    <a:pt x="44381" y="8117"/>
                  </a:cubicBezTo>
                  <a:cubicBezTo>
                    <a:pt x="49315" y="8932"/>
                    <a:pt x="54268" y="9708"/>
                    <a:pt x="59241" y="10444"/>
                  </a:cubicBezTo>
                  <a:cubicBezTo>
                    <a:pt x="54328" y="9429"/>
                    <a:pt x="49394" y="8455"/>
                    <a:pt x="44481" y="7540"/>
                  </a:cubicBezTo>
                  <a:cubicBezTo>
                    <a:pt x="42014" y="7062"/>
                    <a:pt x="39547" y="6625"/>
                    <a:pt x="37081" y="6167"/>
                  </a:cubicBezTo>
                  <a:lnTo>
                    <a:pt x="29681" y="4854"/>
                  </a:lnTo>
                  <a:lnTo>
                    <a:pt x="22280" y="3561"/>
                  </a:lnTo>
                  <a:cubicBezTo>
                    <a:pt x="19814" y="3143"/>
                    <a:pt x="17327" y="2726"/>
                    <a:pt x="14860" y="2308"/>
                  </a:cubicBezTo>
                  <a:cubicBezTo>
                    <a:pt x="9927" y="1492"/>
                    <a:pt x="4974" y="716"/>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9"/>
            <p:cNvSpPr/>
            <p:nvPr/>
          </p:nvSpPr>
          <p:spPr>
            <a:xfrm>
              <a:off x="6902761" y="2799556"/>
              <a:ext cx="1045775" cy="380494"/>
            </a:xfrm>
            <a:custGeom>
              <a:rect b="b" l="l" r="r" t="t"/>
              <a:pathLst>
                <a:path extrusionOk="0" h="20570" w="56536">
                  <a:moveTo>
                    <a:pt x="0" y="1"/>
                  </a:moveTo>
                  <a:lnTo>
                    <a:pt x="56535" y="2057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9"/>
            <p:cNvSpPr/>
            <p:nvPr/>
          </p:nvSpPr>
          <p:spPr>
            <a:xfrm>
              <a:off x="6902761" y="2799556"/>
              <a:ext cx="1045775" cy="380494"/>
            </a:xfrm>
            <a:custGeom>
              <a:rect b="b" l="l" r="r" t="t"/>
              <a:pathLst>
                <a:path extrusionOk="0" h="20570" w="56536">
                  <a:moveTo>
                    <a:pt x="0" y="1"/>
                  </a:moveTo>
                  <a:cubicBezTo>
                    <a:pt x="4675" y="1851"/>
                    <a:pt x="9350" y="3661"/>
                    <a:pt x="14045" y="5412"/>
                  </a:cubicBezTo>
                  <a:cubicBezTo>
                    <a:pt x="16392" y="6307"/>
                    <a:pt x="18739" y="7162"/>
                    <a:pt x="21087" y="8037"/>
                  </a:cubicBezTo>
                  <a:lnTo>
                    <a:pt x="28149" y="10643"/>
                  </a:lnTo>
                  <a:lnTo>
                    <a:pt x="35210" y="13190"/>
                  </a:lnTo>
                  <a:cubicBezTo>
                    <a:pt x="37578" y="14025"/>
                    <a:pt x="39925" y="14880"/>
                    <a:pt x="42292" y="15696"/>
                  </a:cubicBezTo>
                  <a:cubicBezTo>
                    <a:pt x="47027" y="17367"/>
                    <a:pt x="51761" y="18998"/>
                    <a:pt x="56535" y="20570"/>
                  </a:cubicBezTo>
                  <a:cubicBezTo>
                    <a:pt x="51861" y="18720"/>
                    <a:pt x="47186" y="16910"/>
                    <a:pt x="42491" y="15159"/>
                  </a:cubicBezTo>
                  <a:cubicBezTo>
                    <a:pt x="40144" y="14264"/>
                    <a:pt x="37796" y="13408"/>
                    <a:pt x="35449" y="12533"/>
                  </a:cubicBezTo>
                  <a:lnTo>
                    <a:pt x="28387" y="9927"/>
                  </a:lnTo>
                  <a:lnTo>
                    <a:pt x="21325" y="7381"/>
                  </a:lnTo>
                  <a:cubicBezTo>
                    <a:pt x="18958" y="6545"/>
                    <a:pt x="16611" y="5690"/>
                    <a:pt x="14244" y="4874"/>
                  </a:cubicBezTo>
                  <a:cubicBezTo>
                    <a:pt x="9509" y="3203"/>
                    <a:pt x="4775" y="157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9"/>
            <p:cNvSpPr/>
            <p:nvPr/>
          </p:nvSpPr>
          <p:spPr>
            <a:xfrm>
              <a:off x="6943973" y="2711619"/>
              <a:ext cx="963350" cy="556386"/>
            </a:xfrm>
            <a:custGeom>
              <a:rect b="b" l="l" r="r" t="t"/>
              <a:pathLst>
                <a:path extrusionOk="0" h="30079" w="52080">
                  <a:moveTo>
                    <a:pt x="0" y="0"/>
                  </a:moveTo>
                  <a:lnTo>
                    <a:pt x="52079" y="30078"/>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9"/>
            <p:cNvSpPr/>
            <p:nvPr/>
          </p:nvSpPr>
          <p:spPr>
            <a:xfrm>
              <a:off x="6943973" y="2711619"/>
              <a:ext cx="963350" cy="556386"/>
            </a:xfrm>
            <a:custGeom>
              <a:rect b="b" l="l" r="r" t="t"/>
              <a:pathLst>
                <a:path extrusionOk="0" h="30079" w="52080">
                  <a:moveTo>
                    <a:pt x="0" y="0"/>
                  </a:moveTo>
                  <a:lnTo>
                    <a:pt x="0" y="0"/>
                  </a:lnTo>
                  <a:cubicBezTo>
                    <a:pt x="4257" y="2646"/>
                    <a:pt x="8554" y="5232"/>
                    <a:pt x="12871" y="7778"/>
                  </a:cubicBezTo>
                  <a:cubicBezTo>
                    <a:pt x="15019" y="9052"/>
                    <a:pt x="17188" y="10325"/>
                    <a:pt x="19356" y="11578"/>
                  </a:cubicBezTo>
                  <a:lnTo>
                    <a:pt x="25861" y="15358"/>
                  </a:lnTo>
                  <a:lnTo>
                    <a:pt x="32366" y="19117"/>
                  </a:lnTo>
                  <a:cubicBezTo>
                    <a:pt x="34554" y="20351"/>
                    <a:pt x="36722" y="21584"/>
                    <a:pt x="38910" y="22817"/>
                  </a:cubicBezTo>
                  <a:cubicBezTo>
                    <a:pt x="43287" y="25284"/>
                    <a:pt x="47663" y="27691"/>
                    <a:pt x="52079" y="30078"/>
                  </a:cubicBezTo>
                  <a:cubicBezTo>
                    <a:pt x="47822" y="27452"/>
                    <a:pt x="43526" y="24866"/>
                    <a:pt x="39209" y="22300"/>
                  </a:cubicBezTo>
                  <a:cubicBezTo>
                    <a:pt x="37060" y="21027"/>
                    <a:pt x="34892" y="19774"/>
                    <a:pt x="32724" y="18501"/>
                  </a:cubicBezTo>
                  <a:lnTo>
                    <a:pt x="26219" y="14721"/>
                  </a:lnTo>
                  <a:lnTo>
                    <a:pt x="19714" y="10981"/>
                  </a:lnTo>
                  <a:cubicBezTo>
                    <a:pt x="17526" y="9748"/>
                    <a:pt x="15357" y="8495"/>
                    <a:pt x="13169" y="7281"/>
                  </a:cubicBezTo>
                  <a:cubicBezTo>
                    <a:pt x="8793" y="4814"/>
                    <a:pt x="4417" y="2387"/>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9"/>
            <p:cNvSpPr/>
            <p:nvPr/>
          </p:nvSpPr>
          <p:spPr>
            <a:xfrm>
              <a:off x="6999540" y="2632135"/>
              <a:ext cx="852217" cy="715335"/>
            </a:xfrm>
            <a:custGeom>
              <a:rect b="b" l="l" r="r" t="t"/>
              <a:pathLst>
                <a:path extrusionOk="0" h="38672" w="46072">
                  <a:moveTo>
                    <a:pt x="0" y="1"/>
                  </a:moveTo>
                  <a:lnTo>
                    <a:pt x="46072" y="38672"/>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9"/>
            <p:cNvSpPr/>
            <p:nvPr/>
          </p:nvSpPr>
          <p:spPr>
            <a:xfrm>
              <a:off x="6999540" y="2632135"/>
              <a:ext cx="852217" cy="715335"/>
            </a:xfrm>
            <a:custGeom>
              <a:rect b="b" l="l" r="r" t="t"/>
              <a:pathLst>
                <a:path extrusionOk="0" h="38672" w="46072">
                  <a:moveTo>
                    <a:pt x="0" y="1"/>
                  </a:moveTo>
                  <a:cubicBezTo>
                    <a:pt x="3740" y="3342"/>
                    <a:pt x="7520" y="6625"/>
                    <a:pt x="11319" y="9887"/>
                  </a:cubicBezTo>
                  <a:cubicBezTo>
                    <a:pt x="13229" y="11538"/>
                    <a:pt x="15138" y="13150"/>
                    <a:pt x="17048" y="14781"/>
                  </a:cubicBezTo>
                  <a:lnTo>
                    <a:pt x="22797" y="19615"/>
                  </a:lnTo>
                  <a:lnTo>
                    <a:pt x="28566" y="24449"/>
                  </a:lnTo>
                  <a:cubicBezTo>
                    <a:pt x="30496" y="26040"/>
                    <a:pt x="32425" y="27632"/>
                    <a:pt x="34355" y="29223"/>
                  </a:cubicBezTo>
                  <a:cubicBezTo>
                    <a:pt x="38234" y="32406"/>
                    <a:pt x="42133" y="35549"/>
                    <a:pt x="46072" y="38672"/>
                  </a:cubicBezTo>
                  <a:cubicBezTo>
                    <a:pt x="42332" y="35330"/>
                    <a:pt x="38552" y="32048"/>
                    <a:pt x="34733" y="28785"/>
                  </a:cubicBezTo>
                  <a:cubicBezTo>
                    <a:pt x="32843" y="27134"/>
                    <a:pt x="30933" y="25523"/>
                    <a:pt x="29024" y="23892"/>
                  </a:cubicBezTo>
                  <a:lnTo>
                    <a:pt x="23275" y="19058"/>
                  </a:lnTo>
                  <a:lnTo>
                    <a:pt x="17506" y="14244"/>
                  </a:lnTo>
                  <a:cubicBezTo>
                    <a:pt x="15576" y="12632"/>
                    <a:pt x="13647" y="11041"/>
                    <a:pt x="11697" y="9450"/>
                  </a:cubicBezTo>
                  <a:cubicBezTo>
                    <a:pt x="7838" y="6267"/>
                    <a:pt x="3939" y="3124"/>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9"/>
            <p:cNvSpPr/>
            <p:nvPr/>
          </p:nvSpPr>
          <p:spPr>
            <a:xfrm>
              <a:off x="7067980" y="2563695"/>
              <a:ext cx="715335" cy="852235"/>
            </a:xfrm>
            <a:custGeom>
              <a:rect b="b" l="l" r="r" t="t"/>
              <a:pathLst>
                <a:path extrusionOk="0" h="46073" w="38672">
                  <a:moveTo>
                    <a:pt x="0" y="0"/>
                  </a:moveTo>
                  <a:lnTo>
                    <a:pt x="38672" y="46072"/>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9"/>
            <p:cNvSpPr/>
            <p:nvPr/>
          </p:nvSpPr>
          <p:spPr>
            <a:xfrm>
              <a:off x="7067980" y="2563695"/>
              <a:ext cx="715335" cy="852235"/>
            </a:xfrm>
            <a:custGeom>
              <a:rect b="b" l="l" r="r" t="t"/>
              <a:pathLst>
                <a:path extrusionOk="0" h="46073" w="38672">
                  <a:moveTo>
                    <a:pt x="0" y="0"/>
                  </a:moveTo>
                  <a:lnTo>
                    <a:pt x="0" y="0"/>
                  </a:lnTo>
                  <a:cubicBezTo>
                    <a:pt x="3123" y="3939"/>
                    <a:pt x="6266" y="7838"/>
                    <a:pt x="9449" y="11697"/>
                  </a:cubicBezTo>
                  <a:cubicBezTo>
                    <a:pt x="11021" y="13647"/>
                    <a:pt x="12632" y="15576"/>
                    <a:pt x="14223" y="17506"/>
                  </a:cubicBezTo>
                  <a:lnTo>
                    <a:pt x="19037" y="23275"/>
                  </a:lnTo>
                  <a:lnTo>
                    <a:pt x="23891" y="29024"/>
                  </a:lnTo>
                  <a:cubicBezTo>
                    <a:pt x="25522" y="30934"/>
                    <a:pt x="27134" y="32843"/>
                    <a:pt x="28785" y="34733"/>
                  </a:cubicBezTo>
                  <a:cubicBezTo>
                    <a:pt x="32027" y="38553"/>
                    <a:pt x="35330" y="42332"/>
                    <a:pt x="38672" y="46072"/>
                  </a:cubicBezTo>
                  <a:cubicBezTo>
                    <a:pt x="35548" y="42133"/>
                    <a:pt x="32405" y="38234"/>
                    <a:pt x="29223" y="34355"/>
                  </a:cubicBezTo>
                  <a:cubicBezTo>
                    <a:pt x="27631" y="32426"/>
                    <a:pt x="26040" y="30496"/>
                    <a:pt x="24448" y="28566"/>
                  </a:cubicBezTo>
                  <a:lnTo>
                    <a:pt x="19614" y="22798"/>
                  </a:lnTo>
                  <a:lnTo>
                    <a:pt x="14780" y="17049"/>
                  </a:lnTo>
                  <a:cubicBezTo>
                    <a:pt x="13149" y="15139"/>
                    <a:pt x="11538" y="13229"/>
                    <a:pt x="9887" y="11339"/>
                  </a:cubicBezTo>
                  <a:cubicBezTo>
                    <a:pt x="6624" y="7520"/>
                    <a:pt x="3342" y="374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9"/>
            <p:cNvSpPr/>
            <p:nvPr/>
          </p:nvSpPr>
          <p:spPr>
            <a:xfrm>
              <a:off x="7147446" y="2508128"/>
              <a:ext cx="556386" cy="963350"/>
            </a:xfrm>
            <a:custGeom>
              <a:rect b="b" l="l" r="r" t="t"/>
              <a:pathLst>
                <a:path extrusionOk="0" h="52080" w="30079">
                  <a:moveTo>
                    <a:pt x="1" y="1"/>
                  </a:moveTo>
                  <a:lnTo>
                    <a:pt x="30079" y="5208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9"/>
            <p:cNvSpPr/>
            <p:nvPr/>
          </p:nvSpPr>
          <p:spPr>
            <a:xfrm>
              <a:off x="7147446" y="2508128"/>
              <a:ext cx="556386" cy="963350"/>
            </a:xfrm>
            <a:custGeom>
              <a:rect b="b" l="l" r="r" t="t"/>
              <a:pathLst>
                <a:path extrusionOk="0" h="52080" w="30079">
                  <a:moveTo>
                    <a:pt x="1" y="1"/>
                  </a:moveTo>
                  <a:lnTo>
                    <a:pt x="1" y="1"/>
                  </a:lnTo>
                  <a:cubicBezTo>
                    <a:pt x="2388" y="4417"/>
                    <a:pt x="4795" y="8793"/>
                    <a:pt x="7262" y="13170"/>
                  </a:cubicBezTo>
                  <a:cubicBezTo>
                    <a:pt x="8495" y="15358"/>
                    <a:pt x="9729" y="17526"/>
                    <a:pt x="10982" y="19714"/>
                  </a:cubicBezTo>
                  <a:lnTo>
                    <a:pt x="14722" y="26219"/>
                  </a:lnTo>
                  <a:lnTo>
                    <a:pt x="18501" y="32724"/>
                  </a:lnTo>
                  <a:cubicBezTo>
                    <a:pt x="19754" y="34892"/>
                    <a:pt x="21028" y="37061"/>
                    <a:pt x="22301" y="39209"/>
                  </a:cubicBezTo>
                  <a:cubicBezTo>
                    <a:pt x="24847" y="43526"/>
                    <a:pt x="27453" y="47823"/>
                    <a:pt x="30079" y="52080"/>
                  </a:cubicBezTo>
                  <a:cubicBezTo>
                    <a:pt x="27692" y="47664"/>
                    <a:pt x="25265" y="43287"/>
                    <a:pt x="22818" y="38911"/>
                  </a:cubicBezTo>
                  <a:cubicBezTo>
                    <a:pt x="21585" y="36723"/>
                    <a:pt x="20331" y="34554"/>
                    <a:pt x="19098" y="32366"/>
                  </a:cubicBezTo>
                  <a:lnTo>
                    <a:pt x="15358" y="25861"/>
                  </a:lnTo>
                  <a:lnTo>
                    <a:pt x="11579" y="19356"/>
                  </a:lnTo>
                  <a:cubicBezTo>
                    <a:pt x="10305" y="17188"/>
                    <a:pt x="9052" y="15020"/>
                    <a:pt x="7779" y="12871"/>
                  </a:cubicBezTo>
                  <a:cubicBezTo>
                    <a:pt x="5233" y="8555"/>
                    <a:pt x="2627" y="4258"/>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9"/>
            <p:cNvSpPr/>
            <p:nvPr/>
          </p:nvSpPr>
          <p:spPr>
            <a:xfrm>
              <a:off x="7235401" y="2466916"/>
              <a:ext cx="380494" cy="1045775"/>
            </a:xfrm>
            <a:custGeom>
              <a:rect b="b" l="l" r="r" t="t"/>
              <a:pathLst>
                <a:path extrusionOk="0" h="56536" w="20570">
                  <a:moveTo>
                    <a:pt x="0" y="1"/>
                  </a:moveTo>
                  <a:lnTo>
                    <a:pt x="20569" y="56536"/>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9"/>
            <p:cNvSpPr/>
            <p:nvPr/>
          </p:nvSpPr>
          <p:spPr>
            <a:xfrm>
              <a:off x="7235401" y="2466916"/>
              <a:ext cx="380494" cy="1045775"/>
            </a:xfrm>
            <a:custGeom>
              <a:rect b="b" l="l" r="r" t="t"/>
              <a:pathLst>
                <a:path extrusionOk="0" h="56536" w="20570">
                  <a:moveTo>
                    <a:pt x="0" y="1"/>
                  </a:moveTo>
                  <a:lnTo>
                    <a:pt x="0" y="1"/>
                  </a:lnTo>
                  <a:cubicBezTo>
                    <a:pt x="1572" y="4775"/>
                    <a:pt x="3203" y="9509"/>
                    <a:pt x="4874" y="14244"/>
                  </a:cubicBezTo>
                  <a:cubicBezTo>
                    <a:pt x="5690" y="16611"/>
                    <a:pt x="6545" y="18958"/>
                    <a:pt x="7381" y="21326"/>
                  </a:cubicBezTo>
                  <a:lnTo>
                    <a:pt x="9947" y="28388"/>
                  </a:lnTo>
                  <a:lnTo>
                    <a:pt x="12533" y="35450"/>
                  </a:lnTo>
                  <a:cubicBezTo>
                    <a:pt x="13408" y="37797"/>
                    <a:pt x="14263" y="40144"/>
                    <a:pt x="15159" y="42492"/>
                  </a:cubicBezTo>
                  <a:cubicBezTo>
                    <a:pt x="16909" y="47186"/>
                    <a:pt x="18719" y="51861"/>
                    <a:pt x="20569" y="56536"/>
                  </a:cubicBezTo>
                  <a:cubicBezTo>
                    <a:pt x="18998" y="51762"/>
                    <a:pt x="17367" y="47027"/>
                    <a:pt x="15696" y="42293"/>
                  </a:cubicBezTo>
                  <a:cubicBezTo>
                    <a:pt x="14880" y="39925"/>
                    <a:pt x="14025" y="37578"/>
                    <a:pt x="13189" y="35211"/>
                  </a:cubicBezTo>
                  <a:lnTo>
                    <a:pt x="10643" y="28129"/>
                  </a:lnTo>
                  <a:lnTo>
                    <a:pt x="8037" y="21087"/>
                  </a:lnTo>
                  <a:cubicBezTo>
                    <a:pt x="7162" y="18740"/>
                    <a:pt x="6306" y="16372"/>
                    <a:pt x="5411" y="14045"/>
                  </a:cubicBezTo>
                  <a:cubicBezTo>
                    <a:pt x="3661" y="9350"/>
                    <a:pt x="1850" y="4675"/>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9"/>
            <p:cNvSpPr/>
            <p:nvPr/>
          </p:nvSpPr>
          <p:spPr>
            <a:xfrm>
              <a:off x="7328869" y="2441889"/>
              <a:ext cx="193558" cy="1095829"/>
            </a:xfrm>
            <a:custGeom>
              <a:rect b="b" l="l" r="r" t="t"/>
              <a:pathLst>
                <a:path extrusionOk="0" h="59242" w="10464">
                  <a:moveTo>
                    <a:pt x="0" y="1"/>
                  </a:moveTo>
                  <a:lnTo>
                    <a:pt x="10464" y="59242"/>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9"/>
            <p:cNvSpPr/>
            <p:nvPr/>
          </p:nvSpPr>
          <p:spPr>
            <a:xfrm>
              <a:off x="7328869" y="2441889"/>
              <a:ext cx="193188" cy="1095829"/>
            </a:xfrm>
            <a:custGeom>
              <a:rect b="b" l="l" r="r" t="t"/>
              <a:pathLst>
                <a:path extrusionOk="0" h="59242" w="10444">
                  <a:moveTo>
                    <a:pt x="0" y="1"/>
                  </a:moveTo>
                  <a:lnTo>
                    <a:pt x="0" y="1"/>
                  </a:lnTo>
                  <a:cubicBezTo>
                    <a:pt x="736" y="4974"/>
                    <a:pt x="1512" y="9927"/>
                    <a:pt x="2328" y="14861"/>
                  </a:cubicBezTo>
                  <a:cubicBezTo>
                    <a:pt x="2725" y="17328"/>
                    <a:pt x="3163" y="19814"/>
                    <a:pt x="3581" y="22281"/>
                  </a:cubicBezTo>
                  <a:lnTo>
                    <a:pt x="4854" y="29681"/>
                  </a:lnTo>
                  <a:lnTo>
                    <a:pt x="6187" y="37081"/>
                  </a:lnTo>
                  <a:cubicBezTo>
                    <a:pt x="6644" y="39548"/>
                    <a:pt x="7082" y="42014"/>
                    <a:pt x="7559" y="44481"/>
                  </a:cubicBezTo>
                  <a:cubicBezTo>
                    <a:pt x="8474" y="49414"/>
                    <a:pt x="9449" y="54328"/>
                    <a:pt x="10444" y="59242"/>
                  </a:cubicBezTo>
                  <a:cubicBezTo>
                    <a:pt x="9728" y="54268"/>
                    <a:pt x="8952" y="49315"/>
                    <a:pt x="8136" y="44382"/>
                  </a:cubicBezTo>
                  <a:cubicBezTo>
                    <a:pt x="7718" y="41895"/>
                    <a:pt x="7301" y="39428"/>
                    <a:pt x="6883" y="36962"/>
                  </a:cubicBezTo>
                  <a:lnTo>
                    <a:pt x="5590" y="29562"/>
                  </a:lnTo>
                  <a:lnTo>
                    <a:pt x="4277" y="22161"/>
                  </a:lnTo>
                  <a:cubicBezTo>
                    <a:pt x="3819" y="19695"/>
                    <a:pt x="3382" y="17228"/>
                    <a:pt x="2904" y="14761"/>
                  </a:cubicBezTo>
                  <a:cubicBezTo>
                    <a:pt x="1989" y="9828"/>
                    <a:pt x="1015" y="4914"/>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49"/>
          <p:cNvSpPr/>
          <p:nvPr/>
        </p:nvSpPr>
        <p:spPr>
          <a:xfrm>
            <a:off x="7926799" y="3979250"/>
            <a:ext cx="524132" cy="524132"/>
          </a:xfrm>
          <a:custGeom>
            <a:rect b="b" l="l" r="r" t="t"/>
            <a:pathLst>
              <a:path extrusionOk="0" fill="none" h="34018" w="34018">
                <a:moveTo>
                  <a:pt x="34017" y="17009"/>
                </a:moveTo>
                <a:cubicBezTo>
                  <a:pt x="19655" y="18481"/>
                  <a:pt x="18481" y="19655"/>
                  <a:pt x="17009" y="34017"/>
                </a:cubicBezTo>
                <a:cubicBezTo>
                  <a:pt x="15537" y="19655"/>
                  <a:pt x="14363" y="18481"/>
                  <a:pt x="1" y="17009"/>
                </a:cubicBezTo>
                <a:cubicBezTo>
                  <a:pt x="14343" y="15537"/>
                  <a:pt x="15537" y="14343"/>
                  <a:pt x="17009" y="1"/>
                </a:cubicBezTo>
                <a:cubicBezTo>
                  <a:pt x="18481" y="14343"/>
                  <a:pt x="19655" y="15537"/>
                  <a:pt x="34017" y="17009"/>
                </a:cubicBezTo>
                <a:close/>
              </a:path>
            </a:pathLst>
          </a:custGeom>
          <a:noFill/>
          <a:ln cap="rnd" cmpd="sng" w="94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9"/>
          <p:cNvSpPr txBox="1"/>
          <p:nvPr>
            <p:ph idx="1" type="body"/>
          </p:nvPr>
        </p:nvSpPr>
        <p:spPr>
          <a:xfrm>
            <a:off x="720050" y="1512050"/>
            <a:ext cx="7704000" cy="672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u="sng">
                <a:solidFill>
                  <a:schemeClr val="hlink"/>
                </a:solidFill>
                <a:hlinkClick r:id="rId5"/>
              </a:rPr>
              <a:t>Watercolor gardening template design</a:t>
            </a:r>
            <a:endParaRPr/>
          </a:p>
          <a:p>
            <a:pPr indent="-317500" lvl="0" marL="457200" rtl="0" algn="l">
              <a:spcBef>
                <a:spcPts val="0"/>
              </a:spcBef>
              <a:spcAft>
                <a:spcPts val="0"/>
              </a:spcAft>
              <a:buSzPts val="1400"/>
              <a:buChar char="✧"/>
            </a:pPr>
            <a:r>
              <a:rPr lang="en" u="sng">
                <a:solidFill>
                  <a:schemeClr val="hlink"/>
                </a:solidFill>
                <a:hlinkClick r:id="rId6"/>
              </a:rPr>
              <a:t>Flat design plants template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590" name="Google Shape;590;p50"/>
          <p:cNvSpPr txBox="1"/>
          <p:nvPr>
            <p:ph idx="4294967295" type="body"/>
          </p:nvPr>
        </p:nvSpPr>
        <p:spPr>
          <a:xfrm>
            <a:off x="720000" y="1152475"/>
            <a:ext cx="7704000" cy="4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you like the resources on this template? Get them for free at our other websites:</a:t>
            </a:r>
            <a:endParaRPr/>
          </a:p>
        </p:txBody>
      </p:sp>
      <p:sp>
        <p:nvSpPr>
          <p:cNvPr id="591" name="Google Shape;591;p50"/>
          <p:cNvSpPr txBox="1"/>
          <p:nvPr>
            <p:ph idx="4294967295" type="body"/>
          </p:nvPr>
        </p:nvSpPr>
        <p:spPr>
          <a:xfrm>
            <a:off x="720050" y="1713825"/>
            <a:ext cx="7704000" cy="26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Bodoni Moda"/>
                <a:ea typeface="Bodoni Moda"/>
                <a:cs typeface="Bodoni Moda"/>
                <a:sym typeface="Bodoni Moda"/>
              </a:rPr>
              <a:t>PSDs:</a:t>
            </a:r>
            <a:endParaRPr b="1" sz="1800">
              <a:solidFill>
                <a:schemeClr val="dk1"/>
              </a:solidFill>
              <a:latin typeface="Bodoni Moda"/>
              <a:ea typeface="Bodoni Moda"/>
              <a:cs typeface="Bodoni Moda"/>
              <a:sym typeface="Bodoni Moda"/>
            </a:endParaRPr>
          </a:p>
          <a:p>
            <a:pPr indent="-304800" lvl="0" marL="457200" rtl="0" algn="l">
              <a:spcBef>
                <a:spcPts val="0"/>
              </a:spcBef>
              <a:spcAft>
                <a:spcPts val="0"/>
              </a:spcAft>
              <a:buSzPts val="1200"/>
              <a:buChar char="✧"/>
            </a:pPr>
            <a:r>
              <a:rPr lang="en" u="sng">
                <a:solidFill>
                  <a:schemeClr val="hlink"/>
                </a:solidFill>
                <a:hlinkClick r:id="rId3"/>
              </a:rPr>
              <a:t>Watercolor gardening template design</a:t>
            </a:r>
            <a:endParaRPr/>
          </a:p>
          <a:p>
            <a:pPr indent="-304800" lvl="0" marL="457200" rtl="0" algn="l">
              <a:spcBef>
                <a:spcPts val="0"/>
              </a:spcBef>
              <a:spcAft>
                <a:spcPts val="0"/>
              </a:spcAft>
              <a:buSzPts val="1200"/>
              <a:buChar char="✧"/>
            </a:pPr>
            <a:r>
              <a:rPr lang="en" u="sng">
                <a:solidFill>
                  <a:schemeClr val="hlink"/>
                </a:solidFill>
                <a:hlinkClick r:id="rId4"/>
              </a:rPr>
              <a:t>Flat design plants template</a:t>
            </a:r>
            <a:endParaRPr/>
          </a:p>
          <a:p>
            <a:pPr indent="-304800" lvl="0" marL="457200" rtl="0" algn="l">
              <a:spcBef>
                <a:spcPts val="0"/>
              </a:spcBef>
              <a:spcAft>
                <a:spcPts val="0"/>
              </a:spcAft>
              <a:buSzPts val="1200"/>
              <a:buChar char="✧"/>
            </a:pPr>
            <a:r>
              <a:rPr lang="en" u="sng">
                <a:solidFill>
                  <a:schemeClr val="hlink"/>
                </a:solidFill>
                <a:hlinkClick r:id="rId5"/>
              </a:rPr>
              <a:t>Blogger lifestyle landing page</a:t>
            </a:r>
            <a:endParaRPr/>
          </a:p>
          <a:p>
            <a:pPr indent="0" lvl="0" marL="0" rtl="0" algn="l">
              <a:spcBef>
                <a:spcPts val="1000"/>
              </a:spcBef>
              <a:spcAft>
                <a:spcPts val="0"/>
              </a:spcAft>
              <a:buNone/>
            </a:pPr>
            <a:r>
              <a:rPr b="1" lang="en" sz="1800">
                <a:solidFill>
                  <a:schemeClr val="dk1"/>
                </a:solidFill>
                <a:latin typeface="Bodoni Moda"/>
                <a:ea typeface="Bodoni Moda"/>
                <a:cs typeface="Bodoni Moda"/>
                <a:sym typeface="Bodoni Moda"/>
              </a:rPr>
              <a:t>Photos:</a:t>
            </a:r>
            <a:endParaRPr b="1" sz="1800">
              <a:solidFill>
                <a:schemeClr val="dk1"/>
              </a:solidFill>
              <a:latin typeface="Bodoni Moda"/>
              <a:ea typeface="Bodoni Moda"/>
              <a:cs typeface="Bodoni Moda"/>
              <a:sym typeface="Bodoni Moda"/>
            </a:endParaRPr>
          </a:p>
          <a:p>
            <a:pPr indent="-304800" lvl="0" marL="457200" rtl="0" algn="l">
              <a:spcBef>
                <a:spcPts val="0"/>
              </a:spcBef>
              <a:spcAft>
                <a:spcPts val="0"/>
              </a:spcAft>
              <a:buSzPts val="1200"/>
              <a:buChar char="✧"/>
            </a:pPr>
            <a:r>
              <a:rPr lang="en" u="sng">
                <a:solidFill>
                  <a:schemeClr val="hlink"/>
                </a:solidFill>
                <a:hlinkClick r:id="rId6"/>
              </a:rPr>
              <a:t>Medium shot woman with monstera plant</a:t>
            </a:r>
            <a:endParaRPr/>
          </a:p>
          <a:p>
            <a:pPr indent="-304800" lvl="0" marL="457200" rtl="0" algn="l">
              <a:spcBef>
                <a:spcPts val="0"/>
              </a:spcBef>
              <a:spcAft>
                <a:spcPts val="0"/>
              </a:spcAft>
              <a:buSzPts val="1200"/>
              <a:buChar char="✧"/>
            </a:pPr>
            <a:r>
              <a:rPr lang="en" u="sng">
                <a:solidFill>
                  <a:schemeClr val="hlink"/>
                </a:solidFill>
                <a:hlinkClick r:id="rId7"/>
              </a:rPr>
              <a:t>Portrait of a woman</a:t>
            </a:r>
            <a:endParaRPr/>
          </a:p>
          <a:p>
            <a:pPr indent="-304800" lvl="0" marL="457200" rtl="0" algn="l">
              <a:spcBef>
                <a:spcPts val="0"/>
              </a:spcBef>
              <a:spcAft>
                <a:spcPts val="0"/>
              </a:spcAft>
              <a:buSzPts val="1200"/>
              <a:buChar char="✧"/>
            </a:pPr>
            <a:r>
              <a:rPr lang="en" u="sng">
                <a:solidFill>
                  <a:schemeClr val="hlink"/>
                </a:solidFill>
                <a:hlinkClick r:id="rId8"/>
              </a:rPr>
              <a:t>Medium shot smiley woman posing</a:t>
            </a:r>
            <a:endParaRPr/>
          </a:p>
          <a:p>
            <a:pPr indent="-304800" lvl="0" marL="457200" rtl="0" algn="l">
              <a:spcBef>
                <a:spcPts val="0"/>
              </a:spcBef>
              <a:spcAft>
                <a:spcPts val="0"/>
              </a:spcAft>
              <a:buSzPts val="1200"/>
              <a:buChar char="✧"/>
            </a:pPr>
            <a:r>
              <a:rPr lang="en" u="sng">
                <a:solidFill>
                  <a:schemeClr val="hlink"/>
                </a:solidFill>
                <a:hlinkClick r:id="rId9"/>
              </a:rPr>
              <a:t>Close-up of blonde model</a:t>
            </a:r>
            <a:endParaRPr/>
          </a:p>
          <a:p>
            <a:pPr indent="-304800" lvl="0" marL="457200" rtl="0" algn="l">
              <a:spcBef>
                <a:spcPts val="0"/>
              </a:spcBef>
              <a:spcAft>
                <a:spcPts val="0"/>
              </a:spcAft>
              <a:buSzPts val="1200"/>
              <a:buChar char="✧"/>
            </a:pPr>
            <a:r>
              <a:rPr lang="en" u="sng">
                <a:solidFill>
                  <a:schemeClr val="hlink"/>
                </a:solidFill>
                <a:hlinkClick r:id="rId10"/>
              </a:rPr>
              <a:t>Portrait of young woman in nature</a:t>
            </a:r>
            <a:endParaRPr/>
          </a:p>
          <a:p>
            <a:pPr indent="-304800" lvl="0" marL="457200" rtl="0" algn="l">
              <a:spcBef>
                <a:spcPts val="0"/>
              </a:spcBef>
              <a:spcAft>
                <a:spcPts val="0"/>
              </a:spcAft>
              <a:buSzPts val="1200"/>
              <a:buChar char="✧"/>
            </a:pPr>
            <a:r>
              <a:rPr lang="en" u="sng">
                <a:solidFill>
                  <a:schemeClr val="hlink"/>
                </a:solidFill>
                <a:hlinkClick r:id="rId11"/>
              </a:rPr>
              <a:t>Beautiful young adult by the waterfall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95" name="Shape 595"/>
        <p:cNvGrpSpPr/>
        <p:nvPr/>
      </p:nvGrpSpPr>
      <p:grpSpPr>
        <a:xfrm>
          <a:off x="0" y="0"/>
          <a:ext cx="0" cy="0"/>
          <a:chOff x="0" y="0"/>
          <a:chExt cx="0" cy="0"/>
        </a:xfrm>
      </p:grpSpPr>
      <p:sp>
        <p:nvSpPr>
          <p:cNvPr id="596" name="Google Shape;596;p51"/>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597" name="Google Shape;597;p51"/>
          <p:cNvSpPr txBox="1"/>
          <p:nvPr/>
        </p:nvSpPr>
        <p:spPr>
          <a:xfrm>
            <a:off x="72340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100">
                <a:solidFill>
                  <a:schemeClr val="lt1"/>
                </a:solidFill>
              </a:rPr>
              <a:t>If you have a free account, in order to use this template, you must credit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by keeping the </a:t>
            </a:r>
            <a:r>
              <a:rPr b="1" lang="en" sz="1100" u="sng">
                <a:solidFill>
                  <a:schemeClr val="hlink"/>
                </a:solidFill>
                <a:hlinkClick action="ppaction://hlinksldjump" r:id="rId4"/>
              </a:rPr>
              <a:t>Thanks</a:t>
            </a:r>
            <a:r>
              <a:rPr b="1" lang="en" sz="1100">
                <a:solidFill>
                  <a:schemeClr val="dk2"/>
                </a:solidFill>
              </a:rPr>
              <a:t> </a:t>
            </a:r>
            <a:r>
              <a:rPr lang="en" sz="1100">
                <a:solidFill>
                  <a:schemeClr val="lt1"/>
                </a:solidFill>
              </a:rPr>
              <a:t>slide. Please refer to the next slide to read the instructions for premium users.</a:t>
            </a:r>
            <a:endParaRPr sz="1100">
              <a:solidFill>
                <a:schemeClr val="lt1"/>
              </a:solidFill>
            </a:endParaRPr>
          </a:p>
          <a:p>
            <a:pPr indent="0" lvl="0" marL="0" rtl="0" algn="l">
              <a:lnSpc>
                <a:spcPct val="100000"/>
              </a:lnSpc>
              <a:spcBef>
                <a:spcPts val="1000"/>
              </a:spcBef>
              <a:spcAft>
                <a:spcPts val="0"/>
              </a:spcAft>
              <a:buClr>
                <a:srgbClr val="000000"/>
              </a:buClr>
              <a:buSzPts val="1100"/>
              <a:buFont typeface="Arial"/>
              <a:buNone/>
            </a:pPr>
            <a:r>
              <a:rPr b="1" lang="en" sz="1100">
                <a:solidFill>
                  <a:schemeClr val="dk2"/>
                </a:solidFill>
              </a:rPr>
              <a:t>As a Free user, you are allowed to:</a:t>
            </a:r>
            <a:endParaRPr b="1" sz="1100">
              <a:solidFill>
                <a:schemeClr val="dk2"/>
              </a:solidFill>
            </a:endParaRPr>
          </a:p>
          <a:p>
            <a:pPr indent="-298450" lvl="0" marL="457200" rtl="0" algn="l">
              <a:lnSpc>
                <a:spcPct val="100000"/>
              </a:lnSpc>
              <a:spcBef>
                <a:spcPts val="400"/>
              </a:spcBef>
              <a:spcAft>
                <a:spcPts val="0"/>
              </a:spcAft>
              <a:buClr>
                <a:schemeClr val="lt1"/>
              </a:buClr>
              <a:buSzPts val="1100"/>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Use it for both personal and commercial projects.</a:t>
            </a:r>
            <a:endParaRPr sz="1100">
              <a:solidFill>
                <a:schemeClr val="lt1"/>
              </a:solidFill>
            </a:endParaRPr>
          </a:p>
          <a:p>
            <a:pPr indent="0" lvl="0" marL="0" rtl="0" algn="l">
              <a:lnSpc>
                <a:spcPct val="100000"/>
              </a:lnSpc>
              <a:spcBef>
                <a:spcPts val="1400"/>
              </a:spcBef>
              <a:spcAft>
                <a:spcPts val="0"/>
              </a:spcAft>
              <a:buClr>
                <a:srgbClr val="000000"/>
              </a:buClr>
              <a:buSzPts val="1100"/>
              <a:buFont typeface="Arial"/>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Sublicense, sell or rent any of Slidesgo Content (or a modified version of Slidesgo Content).</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Distribute Slidesgo Content unless it has been expressly authorized by Slidesgo.</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Include Slidesgo Content in an online or offline database or file.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Offer Slidesgo templates (or modified versions of Slidesgo templates) for download.</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Acquire the copyright of Slidesgo Content.</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01" name="Shape 601"/>
        <p:cNvGrpSpPr/>
        <p:nvPr/>
      </p:nvGrpSpPr>
      <p:grpSpPr>
        <a:xfrm>
          <a:off x="0" y="0"/>
          <a:ext cx="0" cy="0"/>
          <a:chOff x="0" y="0"/>
          <a:chExt cx="0" cy="0"/>
        </a:xfrm>
      </p:grpSpPr>
      <p:sp>
        <p:nvSpPr>
          <p:cNvPr id="602" name="Google Shape;602;p52"/>
          <p:cNvSpPr txBox="1"/>
          <p:nvPr/>
        </p:nvSpPr>
        <p:spPr>
          <a:xfrm>
            <a:off x="72345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100">
                <a:solidFill>
                  <a:schemeClr val="lt1"/>
                </a:solidFill>
              </a:rPr>
              <a:t>As a Premium user, you can use this template without attributing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or keeping the </a:t>
            </a:r>
            <a:r>
              <a:rPr b="1" lang="en" sz="1100" u="sng">
                <a:solidFill>
                  <a:schemeClr val="hlink"/>
                </a:solidFill>
                <a:hlinkClick action="ppaction://hlinksldjump" r:id="rId4"/>
              </a:rPr>
              <a:t>Thanks</a:t>
            </a:r>
            <a:r>
              <a:rPr lang="en" sz="1100">
                <a:solidFill>
                  <a:schemeClr val="lt1"/>
                </a:solidFill>
              </a:rPr>
              <a:t> slide.</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it for both personal and commercial purposes.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Hide or delete the “Thanks” slide and the mention to Slidesgo in the credits.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Share this template in an editable format with people who are not part of your team.</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Sublicense, sell or rent this Slidesgo Template (or a modified version of this Slidesgo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any of the elements that are part of this Slidesgo Template in an isolated and separated way from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
        <p:nvSpPr>
          <p:cNvPr id="603" name="Google Shape;603;p5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07" name="Shape 607"/>
        <p:cNvGrpSpPr/>
        <p:nvPr/>
      </p:nvGrpSpPr>
      <p:grpSpPr>
        <a:xfrm>
          <a:off x="0" y="0"/>
          <a:ext cx="0" cy="0"/>
          <a:chOff x="0" y="0"/>
          <a:chExt cx="0" cy="0"/>
        </a:xfrm>
      </p:grpSpPr>
      <p:sp>
        <p:nvSpPr>
          <p:cNvPr id="608" name="Google Shape;608;p53"/>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This presentation has been made using the following fonts:</a:t>
            </a:r>
            <a:endParaRPr sz="1100">
              <a:solidFill>
                <a:schemeClr val="lt1"/>
              </a:solidFill>
            </a:endParaRPr>
          </a:p>
          <a:p>
            <a:pPr indent="0" lvl="0" marL="0" rtl="0" algn="ctr">
              <a:lnSpc>
                <a:spcPct val="100000"/>
              </a:lnSpc>
              <a:spcBef>
                <a:spcPts val="1000"/>
              </a:spcBef>
              <a:spcAft>
                <a:spcPts val="0"/>
              </a:spcAft>
              <a:buNone/>
            </a:pPr>
            <a:r>
              <a:rPr b="1" lang="en" sz="1100">
                <a:solidFill>
                  <a:schemeClr val="lt1"/>
                </a:solidFill>
              </a:rPr>
              <a:t>Bodoni Moda</a:t>
            </a:r>
            <a:endParaRPr b="1" sz="1100">
              <a:solidFill>
                <a:schemeClr val="lt1"/>
              </a:solidFill>
            </a:endParaRPr>
          </a:p>
          <a:p>
            <a:pPr indent="0" lvl="0" marL="0" rtl="0" algn="ctr">
              <a:lnSpc>
                <a:spcPct val="100000"/>
              </a:lnSpc>
              <a:spcBef>
                <a:spcPts val="0"/>
              </a:spcBef>
              <a:spcAft>
                <a:spcPts val="0"/>
              </a:spcAft>
              <a:buNone/>
            </a:pPr>
            <a:r>
              <a:rPr lang="en" sz="1100">
                <a:solidFill>
                  <a:schemeClr val="lt1"/>
                </a:solidFill>
              </a:rPr>
              <a:t>(</a:t>
            </a:r>
            <a:r>
              <a:rPr lang="en" sz="1100" u="sng">
                <a:solidFill>
                  <a:schemeClr val="lt1"/>
                </a:solidFill>
                <a:hlinkClick r:id="rId3">
                  <a:extLst>
                    <a:ext uri="{A12FA001-AC4F-418D-AE19-62706E023703}">
                      <ahyp:hlinkClr val="tx"/>
                    </a:ext>
                  </a:extLst>
                </a:hlinkClick>
              </a:rPr>
              <a:t>https://fonts.google.com/specimen/Bodoni+Moda</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b="1" lang="en" sz="1100">
                <a:solidFill>
                  <a:schemeClr val="lt1"/>
                </a:solidFill>
              </a:rPr>
              <a:t>Nunito</a:t>
            </a:r>
            <a:endParaRPr b="1" sz="1100">
              <a:solidFill>
                <a:schemeClr val="lt1"/>
              </a:solidFill>
            </a:endParaRPr>
          </a:p>
          <a:p>
            <a:pPr indent="0" lvl="0" marL="0" rtl="0" algn="ctr">
              <a:lnSpc>
                <a:spcPct val="100000"/>
              </a:lnSpc>
              <a:spcBef>
                <a:spcPts val="0"/>
              </a:spcBef>
              <a:spcAft>
                <a:spcPts val="0"/>
              </a:spcAft>
              <a:buNone/>
            </a:pPr>
            <a:r>
              <a:rPr lang="en" sz="1100" u="sng">
                <a:solidFill>
                  <a:schemeClr val="lt1"/>
                </a:solidFill>
                <a:hlinkClick r:id="rId4">
                  <a:extLst>
                    <a:ext uri="{A12FA001-AC4F-418D-AE19-62706E023703}">
                      <ahyp:hlinkClr val="tx"/>
                    </a:ext>
                  </a:extLst>
                </a:hlinkClick>
              </a:rPr>
              <a:t>(https://fonts.google.com/specimen/Nunito</a:t>
            </a:r>
            <a:r>
              <a:rPr lang="en" sz="1100">
                <a:solidFill>
                  <a:schemeClr val="lt1"/>
                </a:solidFill>
              </a:rPr>
              <a:t>)</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p:txBody>
      </p:sp>
      <p:sp>
        <p:nvSpPr>
          <p:cNvPr id="609" name="Google Shape;609;p53"/>
          <p:cNvSpPr/>
          <p:nvPr/>
        </p:nvSpPr>
        <p:spPr>
          <a:xfrm>
            <a:off x="2583563" y="2947175"/>
            <a:ext cx="791400" cy="754200"/>
          </a:xfrm>
          <a:prstGeom prst="roundRect">
            <a:avLst>
              <a:gd fmla="val 16667" name="adj"/>
            </a:avLst>
          </a:prstGeom>
          <a:solidFill>
            <a:srgbClr val="59665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3"/>
          <p:cNvSpPr/>
          <p:nvPr/>
        </p:nvSpPr>
        <p:spPr>
          <a:xfrm>
            <a:off x="3645382" y="2947175"/>
            <a:ext cx="791400" cy="7542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3"/>
          <p:cNvSpPr/>
          <p:nvPr/>
        </p:nvSpPr>
        <p:spPr>
          <a:xfrm>
            <a:off x="4707202" y="2947175"/>
            <a:ext cx="791400" cy="754200"/>
          </a:xfrm>
          <a:prstGeom prst="roundRect">
            <a:avLst>
              <a:gd fmla="val 16667" name="adj"/>
            </a:avLst>
          </a:prstGeom>
          <a:solidFill>
            <a:srgbClr val="3E696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3"/>
          <p:cNvSpPr txBox="1"/>
          <p:nvPr/>
        </p:nvSpPr>
        <p:spPr>
          <a:xfrm>
            <a:off x="2583563"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#596656</a:t>
            </a:r>
            <a:endParaRPr sz="1000">
              <a:solidFill>
                <a:srgbClr val="FFFFFF"/>
              </a:solidFill>
            </a:endParaRPr>
          </a:p>
        </p:txBody>
      </p:sp>
      <p:sp>
        <p:nvSpPr>
          <p:cNvPr id="613" name="Google Shape;613;p53"/>
          <p:cNvSpPr txBox="1"/>
          <p:nvPr/>
        </p:nvSpPr>
        <p:spPr>
          <a:xfrm>
            <a:off x="3645388"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#ffffff</a:t>
            </a:r>
            <a:endParaRPr sz="1000">
              <a:solidFill>
                <a:schemeClr val="dk1"/>
              </a:solidFill>
            </a:endParaRPr>
          </a:p>
        </p:txBody>
      </p:sp>
      <p:sp>
        <p:nvSpPr>
          <p:cNvPr id="614" name="Google Shape;614;p53"/>
          <p:cNvSpPr txBox="1"/>
          <p:nvPr/>
        </p:nvSpPr>
        <p:spPr>
          <a:xfrm>
            <a:off x="4707213"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#3e6964</a:t>
            </a:r>
            <a:endParaRPr sz="1000">
              <a:solidFill>
                <a:srgbClr val="FFFFFF"/>
              </a:solidFill>
            </a:endParaRPr>
          </a:p>
        </p:txBody>
      </p:sp>
      <p:sp>
        <p:nvSpPr>
          <p:cNvPr id="615" name="Google Shape;615;p53"/>
          <p:cNvSpPr/>
          <p:nvPr/>
        </p:nvSpPr>
        <p:spPr>
          <a:xfrm>
            <a:off x="5769038" y="2947175"/>
            <a:ext cx="791400" cy="754200"/>
          </a:xfrm>
          <a:prstGeom prst="roundRect">
            <a:avLst>
              <a:gd fmla="val 16667" name="adj"/>
            </a:avLst>
          </a:prstGeom>
          <a:solidFill>
            <a:srgbClr val="293A3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3"/>
          <p:cNvSpPr txBox="1"/>
          <p:nvPr/>
        </p:nvSpPr>
        <p:spPr>
          <a:xfrm>
            <a:off x="5769038"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#293a30</a:t>
            </a:r>
            <a:endParaRPr sz="1000">
              <a:solidFill>
                <a:srgbClr val="FFFFFF"/>
              </a:solidFill>
            </a:endParaRPr>
          </a:p>
        </p:txBody>
      </p:sp>
      <p:sp>
        <p:nvSpPr>
          <p:cNvPr id="617" name="Google Shape;617;p53"/>
          <p:cNvSpPr/>
          <p:nvPr/>
        </p:nvSpPr>
        <p:spPr>
          <a:xfrm>
            <a:off x="2583563" y="3878275"/>
            <a:ext cx="791400" cy="754200"/>
          </a:xfrm>
          <a:prstGeom prst="roundRect">
            <a:avLst>
              <a:gd fmla="val 16667" name="adj"/>
            </a:avLst>
          </a:prstGeom>
          <a:solidFill>
            <a:srgbClr val="BEDC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3"/>
          <p:cNvSpPr/>
          <p:nvPr/>
        </p:nvSpPr>
        <p:spPr>
          <a:xfrm>
            <a:off x="3645382" y="3878275"/>
            <a:ext cx="791400" cy="754200"/>
          </a:xfrm>
          <a:prstGeom prst="roundRect">
            <a:avLst>
              <a:gd fmla="val 16667" name="adj"/>
            </a:avLst>
          </a:prstGeom>
          <a:solidFill>
            <a:srgbClr val="F7F2E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3"/>
          <p:cNvSpPr/>
          <p:nvPr/>
        </p:nvSpPr>
        <p:spPr>
          <a:xfrm>
            <a:off x="4707202" y="3878275"/>
            <a:ext cx="791400" cy="754200"/>
          </a:xfrm>
          <a:prstGeom prst="roundRect">
            <a:avLst>
              <a:gd fmla="val 16667" name="adj"/>
            </a:avLst>
          </a:prstGeom>
          <a:solidFill>
            <a:srgbClr val="DFBD5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3"/>
          <p:cNvSpPr txBox="1"/>
          <p:nvPr/>
        </p:nvSpPr>
        <p:spPr>
          <a:xfrm>
            <a:off x="2583563"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#bedcd5</a:t>
            </a:r>
            <a:endParaRPr sz="1000">
              <a:solidFill>
                <a:schemeClr val="dk1"/>
              </a:solidFill>
            </a:endParaRPr>
          </a:p>
        </p:txBody>
      </p:sp>
      <p:sp>
        <p:nvSpPr>
          <p:cNvPr id="621" name="Google Shape;621;p53"/>
          <p:cNvSpPr txBox="1"/>
          <p:nvPr/>
        </p:nvSpPr>
        <p:spPr>
          <a:xfrm>
            <a:off x="3645388"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#f7f2e7</a:t>
            </a:r>
            <a:endParaRPr sz="1000">
              <a:solidFill>
                <a:schemeClr val="dk1"/>
              </a:solidFill>
            </a:endParaRPr>
          </a:p>
        </p:txBody>
      </p:sp>
      <p:sp>
        <p:nvSpPr>
          <p:cNvPr id="622" name="Google Shape;622;p53"/>
          <p:cNvSpPr txBox="1"/>
          <p:nvPr/>
        </p:nvSpPr>
        <p:spPr>
          <a:xfrm>
            <a:off x="4707213"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#dfbd5a</a:t>
            </a:r>
            <a:endParaRPr sz="1000">
              <a:solidFill>
                <a:srgbClr val="FFFFFF"/>
              </a:solidFill>
            </a:endParaRPr>
          </a:p>
        </p:txBody>
      </p:sp>
      <p:sp>
        <p:nvSpPr>
          <p:cNvPr id="623" name="Google Shape;623;p53"/>
          <p:cNvSpPr/>
          <p:nvPr/>
        </p:nvSpPr>
        <p:spPr>
          <a:xfrm>
            <a:off x="5769038" y="3878275"/>
            <a:ext cx="791400" cy="754200"/>
          </a:xfrm>
          <a:prstGeom prst="roundRect">
            <a:avLst>
              <a:gd fmla="val 16667" name="adj"/>
            </a:avLst>
          </a:prstGeom>
          <a:solidFill>
            <a:srgbClr val="C09C3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3"/>
          <p:cNvSpPr txBox="1"/>
          <p:nvPr/>
        </p:nvSpPr>
        <p:spPr>
          <a:xfrm>
            <a:off x="5769038"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#c09c34</a:t>
            </a:r>
            <a:endParaRPr sz="1000">
              <a:solidFill>
                <a:srgbClr val="FFFFFF"/>
              </a:solidFill>
            </a:endParaRPr>
          </a:p>
        </p:txBody>
      </p:sp>
      <p:sp>
        <p:nvSpPr>
          <p:cNvPr id="625" name="Google Shape;625;p5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29" name="Shape 629"/>
        <p:cNvGrpSpPr/>
        <p:nvPr/>
      </p:nvGrpSpPr>
      <p:grpSpPr>
        <a:xfrm>
          <a:off x="0" y="0"/>
          <a:ext cx="0" cy="0"/>
          <a:chOff x="0" y="0"/>
          <a:chExt cx="0" cy="0"/>
        </a:xfrm>
      </p:grpSpPr>
      <p:sp>
        <p:nvSpPr>
          <p:cNvPr id="630" name="Google Shape;630;p54"/>
          <p:cNvSpPr txBox="1"/>
          <p:nvPr/>
        </p:nvSpPr>
        <p:spPr>
          <a:xfrm>
            <a:off x="1307550" y="1187975"/>
            <a:ext cx="6520500" cy="85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b="1" lang="en" sz="1100">
                <a:solidFill>
                  <a:schemeClr val="dk2"/>
                </a:solidFill>
              </a:rPr>
              <a:t>h</a:t>
            </a:r>
            <a:r>
              <a:rPr b="1" lang="en" sz="1100">
                <a:solidFill>
                  <a:schemeClr val="dk2"/>
                </a:solidFill>
                <a:uFill>
                  <a:noFill/>
                </a:uFill>
                <a:hlinkClick r:id="rId3">
                  <a:extLst>
                    <a:ext uri="{A12FA001-AC4F-418D-AE19-62706E023703}">
                      <ahyp:hlinkClr val="tx"/>
                    </a:ext>
                  </a:extLst>
                </a:hlinkClick>
              </a:rPr>
              <a:t>ow it works</a:t>
            </a:r>
            <a:r>
              <a:rPr lang="en" sz="1100">
                <a:solidFill>
                  <a:schemeClr val="lt1"/>
                </a:solidFill>
                <a:uFill>
                  <a:noFill/>
                </a:uFill>
                <a:hlinkClick r:id="rId4">
                  <a:extLst>
                    <a:ext uri="{A12FA001-AC4F-418D-AE19-62706E023703}">
                      <ahyp:hlinkClr val="tx"/>
                    </a:ext>
                  </a:extLst>
                </a:hlinkClick>
              </a:rPr>
              <a:t>.</a:t>
            </a:r>
            <a:endParaRPr sz="1100">
              <a:solidFill>
                <a:schemeClr val="lt1"/>
              </a:solidFill>
            </a:endParaRPr>
          </a:p>
        </p:txBody>
      </p:sp>
      <p:sp>
        <p:nvSpPr>
          <p:cNvPr id="631" name="Google Shape;631;p5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pic>
        <p:nvPicPr>
          <p:cNvPr id="632" name="Google Shape;632;p54"/>
          <p:cNvPicPr preferRelativeResize="0"/>
          <p:nvPr/>
        </p:nvPicPr>
        <p:blipFill rotWithShape="1">
          <a:blip r:embed="rId5">
            <a:alphaModFix/>
          </a:blip>
          <a:srcRect b="16540" l="0" r="0" t="16547"/>
          <a:stretch/>
        </p:blipFill>
        <p:spPr>
          <a:xfrm>
            <a:off x="723400" y="2607125"/>
            <a:ext cx="1522615" cy="1018800"/>
          </a:xfrm>
          <a:prstGeom prst="rect">
            <a:avLst/>
          </a:prstGeom>
          <a:noFill/>
          <a:ln>
            <a:noFill/>
          </a:ln>
        </p:spPr>
      </p:pic>
      <p:sp>
        <p:nvSpPr>
          <p:cNvPr id="633" name="Google Shape;633;p54">
            <a:hlinkClick r:id="rId6"/>
          </p:cNvPr>
          <p:cNvSpPr txBox="1"/>
          <p:nvPr/>
        </p:nvSpPr>
        <p:spPr>
          <a:xfrm>
            <a:off x="881858"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7">
                  <a:extLst>
                    <a:ext uri="{A12FA001-AC4F-418D-AE19-62706E023703}">
                      <ahyp:hlinkClr val="tx"/>
                    </a:ext>
                  </a:extLst>
                </a:hlinkClick>
              </a:rPr>
              <a:t>Pana</a:t>
            </a:r>
            <a:endParaRPr b="1">
              <a:solidFill>
                <a:schemeClr val="dk2"/>
              </a:solidFill>
            </a:endParaRPr>
          </a:p>
        </p:txBody>
      </p:sp>
      <p:sp>
        <p:nvSpPr>
          <p:cNvPr id="634" name="Google Shape;634;p54">
            <a:hlinkClick r:id="rId8"/>
          </p:cNvPr>
          <p:cNvSpPr txBox="1"/>
          <p:nvPr/>
        </p:nvSpPr>
        <p:spPr>
          <a:xfrm>
            <a:off x="240297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9">
                  <a:extLst>
                    <a:ext uri="{A12FA001-AC4F-418D-AE19-62706E023703}">
                      <ahyp:hlinkClr val="tx"/>
                    </a:ext>
                  </a:extLst>
                </a:hlinkClick>
              </a:rPr>
              <a:t>Amico</a:t>
            </a:r>
            <a:endParaRPr b="1">
              <a:solidFill>
                <a:schemeClr val="dk2"/>
              </a:solidFill>
            </a:endParaRPr>
          </a:p>
        </p:txBody>
      </p:sp>
      <p:sp>
        <p:nvSpPr>
          <p:cNvPr id="635" name="Google Shape;635;p54">
            <a:hlinkClick r:id="rId10"/>
          </p:cNvPr>
          <p:cNvSpPr txBox="1"/>
          <p:nvPr/>
        </p:nvSpPr>
        <p:spPr>
          <a:xfrm>
            <a:off x="392408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1">
                  <a:extLst>
                    <a:ext uri="{A12FA001-AC4F-418D-AE19-62706E023703}">
                      <ahyp:hlinkClr val="tx"/>
                    </a:ext>
                  </a:extLst>
                </a:hlinkClick>
              </a:rPr>
              <a:t>Bro</a:t>
            </a:r>
            <a:endParaRPr b="1">
              <a:solidFill>
                <a:schemeClr val="dk2"/>
              </a:solidFill>
            </a:endParaRPr>
          </a:p>
        </p:txBody>
      </p:sp>
      <p:sp>
        <p:nvSpPr>
          <p:cNvPr id="636" name="Google Shape;636;p54">
            <a:hlinkClick r:id="rId12"/>
          </p:cNvPr>
          <p:cNvSpPr txBox="1"/>
          <p:nvPr/>
        </p:nvSpPr>
        <p:spPr>
          <a:xfrm>
            <a:off x="544520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3">
                  <a:extLst>
                    <a:ext uri="{A12FA001-AC4F-418D-AE19-62706E023703}">
                      <ahyp:hlinkClr val="tx"/>
                    </a:ext>
                  </a:extLst>
                </a:hlinkClick>
              </a:rPr>
              <a:t>Rafiki</a:t>
            </a:r>
            <a:endParaRPr b="1">
              <a:solidFill>
                <a:schemeClr val="dk2"/>
              </a:solidFill>
            </a:endParaRPr>
          </a:p>
        </p:txBody>
      </p:sp>
      <p:pic>
        <p:nvPicPr>
          <p:cNvPr id="637" name="Google Shape;637;p54"/>
          <p:cNvPicPr preferRelativeResize="0"/>
          <p:nvPr/>
        </p:nvPicPr>
        <p:blipFill rotWithShape="1">
          <a:blip r:embed="rId14">
            <a:alphaModFix/>
          </a:blip>
          <a:srcRect b="0" l="0" r="0" t="0"/>
          <a:stretch/>
        </p:blipFill>
        <p:spPr>
          <a:xfrm>
            <a:off x="2376355" y="2481308"/>
            <a:ext cx="1270420" cy="1270435"/>
          </a:xfrm>
          <a:prstGeom prst="rect">
            <a:avLst/>
          </a:prstGeom>
          <a:noFill/>
          <a:ln>
            <a:noFill/>
          </a:ln>
        </p:spPr>
      </p:pic>
      <p:pic>
        <p:nvPicPr>
          <p:cNvPr id="638" name="Google Shape;638;p54"/>
          <p:cNvPicPr preferRelativeResize="0"/>
          <p:nvPr/>
        </p:nvPicPr>
        <p:blipFill rotWithShape="1">
          <a:blip r:embed="rId15">
            <a:alphaModFix/>
          </a:blip>
          <a:srcRect b="6377" l="0" r="0" t="6377"/>
          <a:stretch/>
        </p:blipFill>
        <p:spPr>
          <a:xfrm>
            <a:off x="3816030" y="2517800"/>
            <a:ext cx="1372495" cy="1197450"/>
          </a:xfrm>
          <a:prstGeom prst="rect">
            <a:avLst/>
          </a:prstGeom>
          <a:noFill/>
          <a:ln>
            <a:noFill/>
          </a:ln>
        </p:spPr>
      </p:pic>
      <p:pic>
        <p:nvPicPr>
          <p:cNvPr id="639" name="Google Shape;639;p54"/>
          <p:cNvPicPr preferRelativeResize="0"/>
          <p:nvPr/>
        </p:nvPicPr>
        <p:blipFill rotWithShape="1">
          <a:blip r:embed="rId16">
            <a:alphaModFix/>
          </a:blip>
          <a:srcRect b="9256" l="0" r="0" t="9256"/>
          <a:stretch/>
        </p:blipFill>
        <p:spPr>
          <a:xfrm>
            <a:off x="5306751" y="2557330"/>
            <a:ext cx="1372475" cy="1118390"/>
          </a:xfrm>
          <a:prstGeom prst="rect">
            <a:avLst/>
          </a:prstGeom>
          <a:noFill/>
          <a:ln>
            <a:noFill/>
          </a:ln>
        </p:spPr>
      </p:pic>
      <p:pic>
        <p:nvPicPr>
          <p:cNvPr id="640" name="Google Shape;640;p54"/>
          <p:cNvPicPr preferRelativeResize="0"/>
          <p:nvPr/>
        </p:nvPicPr>
        <p:blipFill rotWithShape="1">
          <a:blip r:embed="rId17">
            <a:alphaModFix/>
          </a:blip>
          <a:srcRect b="14844" l="0" r="0" t="14837"/>
          <a:stretch/>
        </p:blipFill>
        <p:spPr>
          <a:xfrm>
            <a:off x="6717734" y="2517795"/>
            <a:ext cx="1702865" cy="1197460"/>
          </a:xfrm>
          <a:prstGeom prst="rect">
            <a:avLst/>
          </a:prstGeom>
          <a:noFill/>
          <a:ln>
            <a:noFill/>
          </a:ln>
        </p:spPr>
      </p:pic>
      <p:sp>
        <p:nvSpPr>
          <p:cNvPr id="641" name="Google Shape;641;p54">
            <a:hlinkClick r:id="rId18"/>
          </p:cNvPr>
          <p:cNvSpPr txBox="1"/>
          <p:nvPr/>
        </p:nvSpPr>
        <p:spPr>
          <a:xfrm>
            <a:off x="696631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9">
                  <a:extLst>
                    <a:ext uri="{A12FA001-AC4F-418D-AE19-62706E023703}">
                      <ahyp:hlinkClr val="tx"/>
                    </a:ext>
                  </a:extLst>
                </a:hlinkClick>
              </a:rPr>
              <a:t>Cuate</a:t>
            </a:r>
            <a:endParaRPr b="1">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45" name="Shape 645"/>
        <p:cNvGrpSpPr/>
        <p:nvPr/>
      </p:nvGrpSpPr>
      <p:grpSpPr>
        <a:xfrm>
          <a:off x="0" y="0"/>
          <a:ext cx="0" cy="0"/>
          <a:chOff x="0" y="0"/>
          <a:chExt cx="0" cy="0"/>
        </a:xfrm>
      </p:grpSpPr>
      <p:grpSp>
        <p:nvGrpSpPr>
          <p:cNvPr id="646" name="Google Shape;646;p55"/>
          <p:cNvGrpSpPr/>
          <p:nvPr/>
        </p:nvGrpSpPr>
        <p:grpSpPr>
          <a:xfrm>
            <a:off x="5048544" y="3019584"/>
            <a:ext cx="442841" cy="514271"/>
            <a:chOff x="4727025" y="1332775"/>
            <a:chExt cx="59900" cy="69625"/>
          </a:xfrm>
        </p:grpSpPr>
        <p:sp>
          <p:nvSpPr>
            <p:cNvPr id="647" name="Google Shape;647;p55"/>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5"/>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 name="Google Shape;649;p55"/>
          <p:cNvGrpSpPr/>
          <p:nvPr/>
        </p:nvGrpSpPr>
        <p:grpSpPr>
          <a:xfrm>
            <a:off x="5723860" y="2267072"/>
            <a:ext cx="500909" cy="500899"/>
            <a:chOff x="4820425" y="1329900"/>
            <a:chExt cx="70175" cy="70350"/>
          </a:xfrm>
        </p:grpSpPr>
        <p:sp>
          <p:nvSpPr>
            <p:cNvPr id="650" name="Google Shape;650;p55"/>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55"/>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55"/>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5"/>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 name="Google Shape;654;p55"/>
          <p:cNvGrpSpPr/>
          <p:nvPr/>
        </p:nvGrpSpPr>
        <p:grpSpPr>
          <a:xfrm>
            <a:off x="6376484" y="2278862"/>
            <a:ext cx="538135" cy="493119"/>
            <a:chOff x="4903200" y="1331525"/>
            <a:chExt cx="73575" cy="67425"/>
          </a:xfrm>
        </p:grpSpPr>
        <p:sp>
          <p:nvSpPr>
            <p:cNvPr id="655" name="Google Shape;655;p55"/>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55"/>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 name="Google Shape;657;p55"/>
          <p:cNvGrpSpPr/>
          <p:nvPr/>
        </p:nvGrpSpPr>
        <p:grpSpPr>
          <a:xfrm>
            <a:off x="5636435" y="3020840"/>
            <a:ext cx="544563" cy="511895"/>
            <a:chOff x="4815575" y="1416800"/>
            <a:chExt cx="73750" cy="71400"/>
          </a:xfrm>
        </p:grpSpPr>
        <p:sp>
          <p:nvSpPr>
            <p:cNvPr id="658" name="Google Shape;658;p55"/>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55"/>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5"/>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 name="Google Shape;661;p55"/>
          <p:cNvGrpSpPr/>
          <p:nvPr/>
        </p:nvGrpSpPr>
        <p:grpSpPr>
          <a:xfrm>
            <a:off x="6333060" y="3020546"/>
            <a:ext cx="602914" cy="512477"/>
            <a:chOff x="4902475" y="1418875"/>
            <a:chExt cx="74500" cy="63775"/>
          </a:xfrm>
        </p:grpSpPr>
        <p:sp>
          <p:nvSpPr>
            <p:cNvPr id="662" name="Google Shape;662;p55"/>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5"/>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55"/>
          <p:cNvGrpSpPr/>
          <p:nvPr/>
        </p:nvGrpSpPr>
        <p:grpSpPr>
          <a:xfrm>
            <a:off x="5748932" y="3759785"/>
            <a:ext cx="515391" cy="525699"/>
            <a:chOff x="4818100" y="1507675"/>
            <a:chExt cx="71225" cy="71625"/>
          </a:xfrm>
        </p:grpSpPr>
        <p:sp>
          <p:nvSpPr>
            <p:cNvPr id="665" name="Google Shape;665;p55"/>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5"/>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5"/>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5"/>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 name="Google Shape;669;p55"/>
          <p:cNvGrpSpPr/>
          <p:nvPr/>
        </p:nvGrpSpPr>
        <p:grpSpPr>
          <a:xfrm>
            <a:off x="5087034" y="3781317"/>
            <a:ext cx="522956" cy="489869"/>
            <a:chOff x="4721450" y="1509475"/>
            <a:chExt cx="79350" cy="74325"/>
          </a:xfrm>
        </p:grpSpPr>
        <p:sp>
          <p:nvSpPr>
            <p:cNvPr id="670" name="Google Shape;670;p55"/>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5"/>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5"/>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5"/>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55"/>
          <p:cNvGrpSpPr/>
          <p:nvPr/>
        </p:nvGrpSpPr>
        <p:grpSpPr>
          <a:xfrm>
            <a:off x="6410277" y="3761069"/>
            <a:ext cx="525704" cy="535436"/>
            <a:chOff x="4906800" y="1507500"/>
            <a:chExt cx="70350" cy="71075"/>
          </a:xfrm>
        </p:grpSpPr>
        <p:sp>
          <p:nvSpPr>
            <p:cNvPr id="675" name="Google Shape;675;p55"/>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5"/>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5"/>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5"/>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5"/>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 name="Google Shape;680;p55"/>
          <p:cNvGrpSpPr/>
          <p:nvPr/>
        </p:nvGrpSpPr>
        <p:grpSpPr>
          <a:xfrm>
            <a:off x="4443099" y="2267050"/>
            <a:ext cx="508054" cy="508095"/>
            <a:chOff x="3736598" y="2170606"/>
            <a:chExt cx="404889" cy="404889"/>
          </a:xfrm>
        </p:grpSpPr>
        <p:sp>
          <p:nvSpPr>
            <p:cNvPr id="681" name="Google Shape;681;p55"/>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5"/>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5"/>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5"/>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 name="Google Shape;685;p55"/>
          <p:cNvGrpSpPr/>
          <p:nvPr/>
        </p:nvGrpSpPr>
        <p:grpSpPr>
          <a:xfrm>
            <a:off x="3731139" y="2267145"/>
            <a:ext cx="575790" cy="507904"/>
            <a:chOff x="3161917" y="2170682"/>
            <a:chExt cx="458870" cy="404737"/>
          </a:xfrm>
        </p:grpSpPr>
        <p:sp>
          <p:nvSpPr>
            <p:cNvPr id="686" name="Google Shape;686;p55"/>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55"/>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5"/>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 name="Google Shape;689;p55"/>
          <p:cNvGrpSpPr/>
          <p:nvPr/>
        </p:nvGrpSpPr>
        <p:grpSpPr>
          <a:xfrm>
            <a:off x="3758669" y="3027517"/>
            <a:ext cx="520730" cy="498567"/>
            <a:chOff x="3179914" y="2889488"/>
            <a:chExt cx="422876" cy="404911"/>
          </a:xfrm>
        </p:grpSpPr>
        <p:sp>
          <p:nvSpPr>
            <p:cNvPr id="690" name="Google Shape;690;p55"/>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5"/>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5"/>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5"/>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5"/>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55"/>
          <p:cNvGrpSpPr/>
          <p:nvPr/>
        </p:nvGrpSpPr>
        <p:grpSpPr>
          <a:xfrm>
            <a:off x="4387349" y="3027477"/>
            <a:ext cx="516145" cy="498648"/>
            <a:chOff x="3729467" y="2889422"/>
            <a:chExt cx="419153" cy="404977"/>
          </a:xfrm>
        </p:grpSpPr>
        <p:sp>
          <p:nvSpPr>
            <p:cNvPr id="697" name="Google Shape;697;p55"/>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5"/>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5"/>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5"/>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55"/>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5"/>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5"/>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4" name="Google Shape;704;p55"/>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5"/>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5"/>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55"/>
          <p:cNvGrpSpPr/>
          <p:nvPr/>
        </p:nvGrpSpPr>
        <p:grpSpPr>
          <a:xfrm>
            <a:off x="7107677" y="2474362"/>
            <a:ext cx="166473" cy="141497"/>
            <a:chOff x="4660325" y="1866850"/>
            <a:chExt cx="68350" cy="58100"/>
          </a:xfrm>
        </p:grpSpPr>
        <p:sp>
          <p:nvSpPr>
            <p:cNvPr id="709" name="Google Shape;709;p55"/>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5"/>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55"/>
          <p:cNvGrpSpPr/>
          <p:nvPr/>
        </p:nvGrpSpPr>
        <p:grpSpPr>
          <a:xfrm>
            <a:off x="7417022" y="2500086"/>
            <a:ext cx="162515" cy="90049"/>
            <a:chOff x="4791775" y="1877500"/>
            <a:chExt cx="66725" cy="36975"/>
          </a:xfrm>
        </p:grpSpPr>
        <p:sp>
          <p:nvSpPr>
            <p:cNvPr id="712" name="Google Shape;712;p55"/>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55"/>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 name="Google Shape;714;p55"/>
          <p:cNvGrpSpPr/>
          <p:nvPr/>
        </p:nvGrpSpPr>
        <p:grpSpPr>
          <a:xfrm>
            <a:off x="7738734" y="2500086"/>
            <a:ext cx="144979" cy="90049"/>
            <a:chOff x="4923925" y="1877500"/>
            <a:chExt cx="59525" cy="36975"/>
          </a:xfrm>
        </p:grpSpPr>
        <p:sp>
          <p:nvSpPr>
            <p:cNvPr id="715" name="Google Shape;715;p55"/>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5"/>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 name="Google Shape;717;p55"/>
          <p:cNvGrpSpPr/>
          <p:nvPr/>
        </p:nvGrpSpPr>
        <p:grpSpPr>
          <a:xfrm>
            <a:off x="8033226" y="2482277"/>
            <a:ext cx="141447" cy="125667"/>
            <a:chOff x="5058450" y="1870100"/>
            <a:chExt cx="58075" cy="51600"/>
          </a:xfrm>
        </p:grpSpPr>
        <p:sp>
          <p:nvSpPr>
            <p:cNvPr id="718" name="Google Shape;718;p55"/>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5"/>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 name="Google Shape;720;p55"/>
          <p:cNvGrpSpPr/>
          <p:nvPr/>
        </p:nvGrpSpPr>
        <p:grpSpPr>
          <a:xfrm>
            <a:off x="7447741" y="2904685"/>
            <a:ext cx="101077" cy="107645"/>
            <a:chOff x="4811425" y="2065025"/>
            <a:chExt cx="41500" cy="44200"/>
          </a:xfrm>
        </p:grpSpPr>
        <p:sp>
          <p:nvSpPr>
            <p:cNvPr id="721" name="Google Shape;721;p55"/>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5"/>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55"/>
          <p:cNvGrpSpPr/>
          <p:nvPr/>
        </p:nvGrpSpPr>
        <p:grpSpPr>
          <a:xfrm>
            <a:off x="7740178" y="2904898"/>
            <a:ext cx="120867" cy="107218"/>
            <a:chOff x="4929875" y="2065025"/>
            <a:chExt cx="49625" cy="44025"/>
          </a:xfrm>
        </p:grpSpPr>
        <p:sp>
          <p:nvSpPr>
            <p:cNvPr id="724" name="Google Shape;724;p55"/>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5"/>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55"/>
          <p:cNvGrpSpPr/>
          <p:nvPr/>
        </p:nvGrpSpPr>
        <p:grpSpPr>
          <a:xfrm>
            <a:off x="8068847" y="2907912"/>
            <a:ext cx="70206" cy="101191"/>
            <a:chOff x="5083925" y="2066350"/>
            <a:chExt cx="28825" cy="41550"/>
          </a:xfrm>
        </p:grpSpPr>
        <p:sp>
          <p:nvSpPr>
            <p:cNvPr id="727" name="Google Shape;727;p55"/>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5"/>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55"/>
          <p:cNvGrpSpPr/>
          <p:nvPr/>
        </p:nvGrpSpPr>
        <p:grpSpPr>
          <a:xfrm>
            <a:off x="7100401" y="2923559"/>
            <a:ext cx="181026" cy="69896"/>
            <a:chOff x="4659775" y="2072775"/>
            <a:chExt cx="74325" cy="28700"/>
          </a:xfrm>
        </p:grpSpPr>
        <p:sp>
          <p:nvSpPr>
            <p:cNvPr id="730" name="Google Shape;730;p55"/>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5"/>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5"/>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55"/>
          <p:cNvGrpSpPr/>
          <p:nvPr/>
        </p:nvGrpSpPr>
        <p:grpSpPr>
          <a:xfrm>
            <a:off x="8020257" y="2714124"/>
            <a:ext cx="167387" cy="89197"/>
            <a:chOff x="4662475" y="1976500"/>
            <a:chExt cx="68725" cy="36625"/>
          </a:xfrm>
        </p:grpSpPr>
        <p:sp>
          <p:nvSpPr>
            <p:cNvPr id="734" name="Google Shape;734;p55"/>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5"/>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5"/>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55"/>
          <p:cNvGrpSpPr/>
          <p:nvPr/>
        </p:nvGrpSpPr>
        <p:grpSpPr>
          <a:xfrm>
            <a:off x="7717162" y="2717564"/>
            <a:ext cx="166899" cy="82317"/>
            <a:chOff x="4920150" y="1977875"/>
            <a:chExt cx="68525" cy="33800"/>
          </a:xfrm>
        </p:grpSpPr>
        <p:sp>
          <p:nvSpPr>
            <p:cNvPr id="738" name="Google Shape;738;p55"/>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5"/>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5"/>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55"/>
          <p:cNvGrpSpPr/>
          <p:nvPr/>
        </p:nvGrpSpPr>
        <p:grpSpPr>
          <a:xfrm>
            <a:off x="7128319" y="3121482"/>
            <a:ext cx="125190" cy="127858"/>
            <a:chOff x="4676550" y="2160575"/>
            <a:chExt cx="51400" cy="52500"/>
          </a:xfrm>
        </p:grpSpPr>
        <p:sp>
          <p:nvSpPr>
            <p:cNvPr id="742" name="Google Shape;742;p55"/>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55"/>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5"/>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 name="Google Shape;745;p55"/>
          <p:cNvGrpSpPr/>
          <p:nvPr/>
        </p:nvGrpSpPr>
        <p:grpSpPr>
          <a:xfrm>
            <a:off x="7425577" y="3128514"/>
            <a:ext cx="145405" cy="113794"/>
            <a:chOff x="4768325" y="2163475"/>
            <a:chExt cx="59700" cy="46725"/>
          </a:xfrm>
        </p:grpSpPr>
        <p:sp>
          <p:nvSpPr>
            <p:cNvPr id="746" name="Google Shape;746;p55"/>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5"/>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 name="Google Shape;748;p55"/>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5"/>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5"/>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5"/>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5"/>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5"/>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4" name="Google Shape;754;p55"/>
          <p:cNvGrpSpPr/>
          <p:nvPr/>
        </p:nvGrpSpPr>
        <p:grpSpPr>
          <a:xfrm>
            <a:off x="7441895" y="3383608"/>
            <a:ext cx="112768" cy="106853"/>
            <a:chOff x="4768575" y="2253950"/>
            <a:chExt cx="46300" cy="43875"/>
          </a:xfrm>
        </p:grpSpPr>
        <p:sp>
          <p:nvSpPr>
            <p:cNvPr id="755" name="Google Shape;755;p55"/>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5"/>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55"/>
          <p:cNvGrpSpPr/>
          <p:nvPr/>
        </p:nvGrpSpPr>
        <p:grpSpPr>
          <a:xfrm>
            <a:off x="7741518" y="3872634"/>
            <a:ext cx="118187" cy="146246"/>
            <a:chOff x="4960900" y="2433225"/>
            <a:chExt cx="48525" cy="60050"/>
          </a:xfrm>
        </p:grpSpPr>
        <p:sp>
          <p:nvSpPr>
            <p:cNvPr id="758" name="Google Shape;758;p55"/>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5"/>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55"/>
          <p:cNvGrpSpPr/>
          <p:nvPr/>
        </p:nvGrpSpPr>
        <p:grpSpPr>
          <a:xfrm>
            <a:off x="7430083" y="4136695"/>
            <a:ext cx="136394" cy="143810"/>
            <a:chOff x="4854075" y="2527625"/>
            <a:chExt cx="56000" cy="59050"/>
          </a:xfrm>
        </p:grpSpPr>
        <p:sp>
          <p:nvSpPr>
            <p:cNvPr id="761" name="Google Shape;761;p55"/>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5"/>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3" name="Google Shape;763;p55"/>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5"/>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5"/>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 name="Google Shape;766;p55"/>
          <p:cNvGrpSpPr/>
          <p:nvPr/>
        </p:nvGrpSpPr>
        <p:grpSpPr>
          <a:xfrm>
            <a:off x="8054294" y="3600439"/>
            <a:ext cx="99312" cy="160797"/>
            <a:chOff x="5059700" y="2334775"/>
            <a:chExt cx="40775" cy="66025"/>
          </a:xfrm>
        </p:grpSpPr>
        <p:sp>
          <p:nvSpPr>
            <p:cNvPr id="767" name="Google Shape;767;p55"/>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5"/>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5"/>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5"/>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5"/>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55"/>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5"/>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5"/>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5"/>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55"/>
          <p:cNvGrpSpPr/>
          <p:nvPr/>
        </p:nvGrpSpPr>
        <p:grpSpPr>
          <a:xfrm>
            <a:off x="8011458" y="3865571"/>
            <a:ext cx="184984" cy="160371"/>
            <a:chOff x="5037700" y="2430325"/>
            <a:chExt cx="75950" cy="65850"/>
          </a:xfrm>
        </p:grpSpPr>
        <p:sp>
          <p:nvSpPr>
            <p:cNvPr id="777" name="Google Shape;777;p55"/>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5"/>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 name="Google Shape;779;p55"/>
          <p:cNvGrpSpPr/>
          <p:nvPr/>
        </p:nvGrpSpPr>
        <p:grpSpPr>
          <a:xfrm>
            <a:off x="7430964" y="3632023"/>
            <a:ext cx="173014" cy="97629"/>
            <a:chOff x="4756975" y="2341800"/>
            <a:chExt cx="91975" cy="51925"/>
          </a:xfrm>
        </p:grpSpPr>
        <p:sp>
          <p:nvSpPr>
            <p:cNvPr id="780" name="Google Shape;780;p55"/>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5"/>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55"/>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5"/>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5"/>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5"/>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5"/>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5"/>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5"/>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5"/>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5"/>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55"/>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55"/>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5"/>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5"/>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5"/>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5"/>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5"/>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5"/>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5"/>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55"/>
          <p:cNvGrpSpPr/>
          <p:nvPr/>
        </p:nvGrpSpPr>
        <p:grpSpPr>
          <a:xfrm>
            <a:off x="7697901" y="4120720"/>
            <a:ext cx="212497" cy="175761"/>
            <a:chOff x="4943575" y="2516350"/>
            <a:chExt cx="98675" cy="81700"/>
          </a:xfrm>
        </p:grpSpPr>
        <p:sp>
          <p:nvSpPr>
            <p:cNvPr id="801" name="Google Shape;801;p55"/>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5"/>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5"/>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5"/>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55"/>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5"/>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5"/>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5"/>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5"/>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5"/>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5"/>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5"/>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5"/>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5"/>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5"/>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55"/>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55"/>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5"/>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5"/>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5"/>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5"/>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55"/>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55"/>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5"/>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5"/>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5"/>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5"/>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5"/>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5"/>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5"/>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5"/>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55"/>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5"/>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5"/>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5"/>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5"/>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5"/>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5"/>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5"/>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5"/>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5"/>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5"/>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5"/>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5"/>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5"/>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5"/>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5"/>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5"/>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5"/>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5"/>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5"/>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5"/>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5"/>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5"/>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5"/>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5"/>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5"/>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5"/>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5"/>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5"/>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5"/>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5"/>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5"/>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5"/>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5"/>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5"/>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5"/>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5"/>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5"/>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5"/>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5"/>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5"/>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55"/>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5"/>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5"/>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5"/>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5"/>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5"/>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 name="Google Shape;879;p55"/>
          <p:cNvGrpSpPr/>
          <p:nvPr/>
        </p:nvGrpSpPr>
        <p:grpSpPr>
          <a:xfrm>
            <a:off x="1955962" y="3346963"/>
            <a:ext cx="965351" cy="134611"/>
            <a:chOff x="4411970" y="2962952"/>
            <a:chExt cx="706544" cy="104212"/>
          </a:xfrm>
        </p:grpSpPr>
        <p:sp>
          <p:nvSpPr>
            <p:cNvPr id="880" name="Google Shape;880;p55"/>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5"/>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5"/>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5"/>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4" name="Google Shape;884;p55"/>
          <p:cNvGrpSpPr/>
          <p:nvPr/>
        </p:nvGrpSpPr>
        <p:grpSpPr>
          <a:xfrm>
            <a:off x="1955962" y="2935877"/>
            <a:ext cx="960158" cy="289172"/>
            <a:chOff x="4411970" y="2726085"/>
            <a:chExt cx="643107" cy="193659"/>
          </a:xfrm>
        </p:grpSpPr>
        <p:sp>
          <p:nvSpPr>
            <p:cNvPr id="885" name="Google Shape;885;p55"/>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5"/>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5"/>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 name="Google Shape;888;p55"/>
          <p:cNvGrpSpPr/>
          <p:nvPr/>
        </p:nvGrpSpPr>
        <p:grpSpPr>
          <a:xfrm>
            <a:off x="958854" y="3201987"/>
            <a:ext cx="833173" cy="259209"/>
            <a:chOff x="4411970" y="4340222"/>
            <a:chExt cx="779467" cy="242683"/>
          </a:xfrm>
        </p:grpSpPr>
        <p:sp>
          <p:nvSpPr>
            <p:cNvPr id="889" name="Google Shape;889;p55"/>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55"/>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5"/>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55"/>
          <p:cNvGrpSpPr/>
          <p:nvPr/>
        </p:nvGrpSpPr>
        <p:grpSpPr>
          <a:xfrm>
            <a:off x="1955962" y="2597733"/>
            <a:ext cx="965160" cy="216230"/>
            <a:chOff x="4411970" y="2468674"/>
            <a:chExt cx="747317" cy="167425"/>
          </a:xfrm>
        </p:grpSpPr>
        <p:sp>
          <p:nvSpPr>
            <p:cNvPr id="893" name="Google Shape;893;p55"/>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5"/>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55"/>
          <p:cNvGrpSpPr/>
          <p:nvPr/>
        </p:nvGrpSpPr>
        <p:grpSpPr>
          <a:xfrm>
            <a:off x="954709" y="2502450"/>
            <a:ext cx="810451" cy="319148"/>
            <a:chOff x="4411970" y="3686602"/>
            <a:chExt cx="797845" cy="314215"/>
          </a:xfrm>
        </p:grpSpPr>
        <p:sp>
          <p:nvSpPr>
            <p:cNvPr id="896" name="Google Shape;896;p55"/>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5"/>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5"/>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5"/>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5"/>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1" name="Google Shape;901;p55"/>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2" name="Google Shape;902;p55"/>
          <p:cNvGrpSpPr/>
          <p:nvPr/>
        </p:nvGrpSpPr>
        <p:grpSpPr>
          <a:xfrm>
            <a:off x="954806" y="2256974"/>
            <a:ext cx="1970333" cy="208784"/>
            <a:chOff x="6336019" y="3733725"/>
            <a:chExt cx="2566206" cy="351310"/>
          </a:xfrm>
        </p:grpSpPr>
        <p:sp>
          <p:nvSpPr>
            <p:cNvPr id="903" name="Google Shape;903;p55"/>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5"/>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5"/>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5"/>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55"/>
          <p:cNvGrpSpPr/>
          <p:nvPr/>
        </p:nvGrpSpPr>
        <p:grpSpPr>
          <a:xfrm>
            <a:off x="1955962" y="3864529"/>
            <a:ext cx="946551" cy="153200"/>
            <a:chOff x="4404545" y="3301592"/>
            <a:chExt cx="782403" cy="129272"/>
          </a:xfrm>
        </p:grpSpPr>
        <p:sp>
          <p:nvSpPr>
            <p:cNvPr id="908" name="Google Shape;908;p55"/>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5"/>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 name="Google Shape;910;p55"/>
          <p:cNvGrpSpPr/>
          <p:nvPr/>
        </p:nvGrpSpPr>
        <p:grpSpPr>
          <a:xfrm>
            <a:off x="1955962" y="3603488"/>
            <a:ext cx="962257" cy="139127"/>
            <a:chOff x="4411970" y="3131459"/>
            <a:chExt cx="710520" cy="117397"/>
          </a:xfrm>
        </p:grpSpPr>
        <p:sp>
          <p:nvSpPr>
            <p:cNvPr id="911" name="Google Shape;911;p55"/>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5"/>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913" name="Google Shape;913;p55"/>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4" name="Google Shape;914;p55"/>
          <p:cNvGrpSpPr/>
          <p:nvPr/>
        </p:nvGrpSpPr>
        <p:grpSpPr>
          <a:xfrm>
            <a:off x="956107" y="3538282"/>
            <a:ext cx="823838" cy="458988"/>
            <a:chOff x="4411970" y="1801825"/>
            <a:chExt cx="734586" cy="409262"/>
          </a:xfrm>
        </p:grpSpPr>
        <p:sp>
          <p:nvSpPr>
            <p:cNvPr id="915" name="Google Shape;915;p55"/>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5"/>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55"/>
          <p:cNvGrpSpPr/>
          <p:nvPr/>
        </p:nvGrpSpPr>
        <p:grpSpPr>
          <a:xfrm>
            <a:off x="956107" y="4086708"/>
            <a:ext cx="856348" cy="212039"/>
            <a:chOff x="4411970" y="2233974"/>
            <a:chExt cx="763574" cy="189068"/>
          </a:xfrm>
        </p:grpSpPr>
        <p:sp>
          <p:nvSpPr>
            <p:cNvPr id="918" name="Google Shape;918;p55"/>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5"/>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 name="Google Shape;920;p55"/>
          <p:cNvGrpSpPr/>
          <p:nvPr/>
        </p:nvGrpSpPr>
        <p:grpSpPr>
          <a:xfrm>
            <a:off x="3066303" y="2262044"/>
            <a:ext cx="511602" cy="511602"/>
            <a:chOff x="5681300" y="2527788"/>
            <a:chExt cx="805800" cy="805800"/>
          </a:xfrm>
        </p:grpSpPr>
        <p:sp>
          <p:nvSpPr>
            <p:cNvPr id="921" name="Google Shape;921;p55"/>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5"/>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55"/>
          <p:cNvGrpSpPr/>
          <p:nvPr/>
        </p:nvGrpSpPr>
        <p:grpSpPr>
          <a:xfrm>
            <a:off x="3063497" y="3028627"/>
            <a:ext cx="513021" cy="512935"/>
            <a:chOff x="4049800" y="640400"/>
            <a:chExt cx="858900" cy="858900"/>
          </a:xfrm>
        </p:grpSpPr>
        <p:sp>
          <p:nvSpPr>
            <p:cNvPr id="924" name="Google Shape;924;p55"/>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5"/>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55"/>
          <p:cNvGrpSpPr/>
          <p:nvPr/>
        </p:nvGrpSpPr>
        <p:grpSpPr>
          <a:xfrm>
            <a:off x="2980696" y="3680519"/>
            <a:ext cx="686489" cy="686585"/>
            <a:chOff x="5080188" y="927900"/>
            <a:chExt cx="961200" cy="961200"/>
          </a:xfrm>
        </p:grpSpPr>
        <p:sp>
          <p:nvSpPr>
            <p:cNvPr id="927" name="Google Shape;927;p55"/>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5"/>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55"/>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5"/>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5"/>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55"/>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5"/>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5"/>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 name="Google Shape;935;p55"/>
          <p:cNvGrpSpPr/>
          <p:nvPr/>
        </p:nvGrpSpPr>
        <p:grpSpPr>
          <a:xfrm>
            <a:off x="3763848" y="3773248"/>
            <a:ext cx="510373" cy="510937"/>
            <a:chOff x="7508249" y="1522825"/>
            <a:chExt cx="1326332" cy="1322987"/>
          </a:xfrm>
        </p:grpSpPr>
        <p:sp>
          <p:nvSpPr>
            <p:cNvPr id="936" name="Google Shape;936;p55"/>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55"/>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55"/>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55"/>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5"/>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55"/>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55"/>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5"/>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5"/>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5"/>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6" name="Google Shape;946;p55"/>
          <p:cNvGrpSpPr/>
          <p:nvPr/>
        </p:nvGrpSpPr>
        <p:grpSpPr>
          <a:xfrm>
            <a:off x="4455441" y="3774653"/>
            <a:ext cx="492652" cy="503348"/>
            <a:chOff x="6039282" y="1042577"/>
            <a:chExt cx="734315" cy="731929"/>
          </a:xfrm>
        </p:grpSpPr>
        <p:sp>
          <p:nvSpPr>
            <p:cNvPr id="947" name="Google Shape;947;p55"/>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5"/>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5"/>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5"/>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5"/>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5"/>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55"/>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55"/>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5"/>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5"/>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5"/>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5"/>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5"/>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5"/>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5"/>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5"/>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5"/>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5"/>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5"/>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5"/>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5"/>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8" name="Google Shape;968;p55"/>
          <p:cNvGrpSpPr/>
          <p:nvPr/>
        </p:nvGrpSpPr>
        <p:grpSpPr>
          <a:xfrm>
            <a:off x="5095855" y="2270694"/>
            <a:ext cx="483304" cy="504902"/>
            <a:chOff x="1825800" y="1651625"/>
            <a:chExt cx="568125" cy="591775"/>
          </a:xfrm>
        </p:grpSpPr>
        <p:sp>
          <p:nvSpPr>
            <p:cNvPr id="969" name="Google Shape;969;p55"/>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5"/>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5"/>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5"/>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55"/>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5"/>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5" name="Google Shape;975;p55"/>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5"/>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5"/>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55"/>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5"/>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980" name="Google Shape;980;p55"/>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grpSp>
        <p:nvGrpSpPr>
          <p:cNvPr id="985" name="Google Shape;985;p56"/>
          <p:cNvGrpSpPr/>
          <p:nvPr/>
        </p:nvGrpSpPr>
        <p:grpSpPr>
          <a:xfrm>
            <a:off x="722059" y="955168"/>
            <a:ext cx="2492868" cy="1379876"/>
            <a:chOff x="2654821" y="2311071"/>
            <a:chExt cx="2279715" cy="1262120"/>
          </a:xfrm>
        </p:grpSpPr>
        <p:grpSp>
          <p:nvGrpSpPr>
            <p:cNvPr id="986" name="Google Shape;986;p56"/>
            <p:cNvGrpSpPr/>
            <p:nvPr/>
          </p:nvGrpSpPr>
          <p:grpSpPr>
            <a:xfrm>
              <a:off x="4034269" y="2840745"/>
              <a:ext cx="40212" cy="36437"/>
              <a:chOff x="4293400" y="2574725"/>
              <a:chExt cx="84425" cy="80100"/>
            </a:xfrm>
          </p:grpSpPr>
          <p:sp>
            <p:nvSpPr>
              <p:cNvPr id="987" name="Google Shape;987;p56"/>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988" name="Google Shape;988;p56"/>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56"/>
            <p:cNvGrpSpPr/>
            <p:nvPr/>
          </p:nvGrpSpPr>
          <p:grpSpPr>
            <a:xfrm>
              <a:off x="3894606" y="2334874"/>
              <a:ext cx="913198" cy="518984"/>
              <a:chOff x="4000175" y="1462675"/>
              <a:chExt cx="1917275" cy="1140875"/>
            </a:xfrm>
          </p:grpSpPr>
          <p:sp>
            <p:nvSpPr>
              <p:cNvPr id="990" name="Google Shape;990;p56"/>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991" name="Google Shape;991;p56"/>
              <p:cNvGrpSpPr/>
              <p:nvPr/>
            </p:nvGrpSpPr>
            <p:grpSpPr>
              <a:xfrm>
                <a:off x="4000175" y="1462675"/>
                <a:ext cx="1917275" cy="1140875"/>
                <a:chOff x="4000175" y="1462675"/>
                <a:chExt cx="1917275" cy="1140875"/>
              </a:xfrm>
            </p:grpSpPr>
            <p:sp>
              <p:nvSpPr>
                <p:cNvPr id="992" name="Google Shape;992;p56"/>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993" name="Google Shape;993;p56"/>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6"/>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6"/>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6"/>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997" name="Google Shape;997;p56"/>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8" name="Google Shape;998;p56"/>
            <p:cNvGrpSpPr/>
            <p:nvPr/>
          </p:nvGrpSpPr>
          <p:grpSpPr>
            <a:xfrm>
              <a:off x="3875768" y="2846704"/>
              <a:ext cx="44796" cy="47366"/>
              <a:chOff x="3960625" y="2587825"/>
              <a:chExt cx="94050" cy="104125"/>
            </a:xfrm>
          </p:grpSpPr>
          <p:sp>
            <p:nvSpPr>
              <p:cNvPr id="999" name="Google Shape;999;p56"/>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000" name="Google Shape;1000;p56"/>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1" name="Google Shape;1001;p56"/>
            <p:cNvGrpSpPr/>
            <p:nvPr/>
          </p:nvGrpSpPr>
          <p:grpSpPr>
            <a:xfrm>
              <a:off x="3782759" y="2807162"/>
              <a:ext cx="82686" cy="85487"/>
              <a:chOff x="3765350" y="2500900"/>
              <a:chExt cx="173600" cy="187925"/>
            </a:xfrm>
          </p:grpSpPr>
          <p:sp>
            <p:nvSpPr>
              <p:cNvPr id="1002" name="Google Shape;1002;p56"/>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003" name="Google Shape;1003;p56"/>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6"/>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6"/>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6"/>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6"/>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56"/>
            <p:cNvGrpSpPr/>
            <p:nvPr/>
          </p:nvGrpSpPr>
          <p:grpSpPr>
            <a:xfrm>
              <a:off x="3775674" y="2798496"/>
              <a:ext cx="40545" cy="23564"/>
              <a:chOff x="3750475" y="2481850"/>
              <a:chExt cx="85125" cy="51800"/>
            </a:xfrm>
          </p:grpSpPr>
          <p:sp>
            <p:nvSpPr>
              <p:cNvPr id="1009" name="Google Shape;1009;p56"/>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6"/>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011" name="Google Shape;1011;p56"/>
            <p:cNvGrpSpPr/>
            <p:nvPr/>
          </p:nvGrpSpPr>
          <p:grpSpPr>
            <a:xfrm>
              <a:off x="3716946" y="2776024"/>
              <a:ext cx="81971" cy="76912"/>
              <a:chOff x="3627175" y="2432450"/>
              <a:chExt cx="172100" cy="169075"/>
            </a:xfrm>
          </p:grpSpPr>
          <p:sp>
            <p:nvSpPr>
              <p:cNvPr id="1012" name="Google Shape;1012;p56"/>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6"/>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014" name="Google Shape;1014;p56"/>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015" name="Google Shape;1015;p56"/>
            <p:cNvGrpSpPr/>
            <p:nvPr/>
          </p:nvGrpSpPr>
          <p:grpSpPr>
            <a:xfrm>
              <a:off x="3685682" y="2845624"/>
              <a:ext cx="29311" cy="45055"/>
              <a:chOff x="3561536" y="2585450"/>
              <a:chExt cx="61539" cy="99045"/>
            </a:xfrm>
          </p:grpSpPr>
          <p:sp>
            <p:nvSpPr>
              <p:cNvPr id="1016" name="Google Shape;1016;p56"/>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6"/>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018" name="Google Shape;1018;p56"/>
            <p:cNvGrpSpPr/>
            <p:nvPr/>
          </p:nvGrpSpPr>
          <p:grpSpPr>
            <a:xfrm>
              <a:off x="3849905" y="2572252"/>
              <a:ext cx="74339" cy="119559"/>
              <a:chOff x="3906325" y="1984500"/>
              <a:chExt cx="156075" cy="262825"/>
            </a:xfrm>
          </p:grpSpPr>
          <p:sp>
            <p:nvSpPr>
              <p:cNvPr id="1019" name="Google Shape;1019;p56"/>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020" name="Google Shape;1020;p56"/>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56"/>
            <p:cNvGrpSpPr/>
            <p:nvPr/>
          </p:nvGrpSpPr>
          <p:grpSpPr>
            <a:xfrm>
              <a:off x="2654821" y="2414345"/>
              <a:ext cx="667570" cy="558731"/>
              <a:chOff x="1397225" y="1637375"/>
              <a:chExt cx="1401575" cy="1228250"/>
            </a:xfrm>
          </p:grpSpPr>
          <p:sp>
            <p:nvSpPr>
              <p:cNvPr id="1022" name="Google Shape;1022;p56"/>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023" name="Google Shape;1023;p56"/>
              <p:cNvGrpSpPr/>
              <p:nvPr/>
            </p:nvGrpSpPr>
            <p:grpSpPr>
              <a:xfrm>
                <a:off x="1397225" y="1637375"/>
                <a:ext cx="1398775" cy="1228250"/>
                <a:chOff x="1397225" y="1637375"/>
                <a:chExt cx="1398775" cy="1228250"/>
              </a:xfrm>
            </p:grpSpPr>
            <p:sp>
              <p:nvSpPr>
                <p:cNvPr id="1024" name="Google Shape;1024;p56"/>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6"/>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6" name="Google Shape;1026;p56"/>
            <p:cNvGrpSpPr/>
            <p:nvPr/>
          </p:nvGrpSpPr>
          <p:grpSpPr>
            <a:xfrm>
              <a:off x="3230417" y="3103734"/>
              <a:ext cx="282982" cy="280332"/>
              <a:chOff x="2605700" y="3152850"/>
              <a:chExt cx="594125" cy="616250"/>
            </a:xfrm>
          </p:grpSpPr>
          <p:sp>
            <p:nvSpPr>
              <p:cNvPr id="1027" name="Google Shape;1027;p56"/>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028" name="Google Shape;1028;p56"/>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029" name="Google Shape;1029;p56"/>
            <p:cNvGrpSpPr/>
            <p:nvPr/>
          </p:nvGrpSpPr>
          <p:grpSpPr>
            <a:xfrm>
              <a:off x="3265985" y="3226989"/>
              <a:ext cx="87151" cy="346202"/>
              <a:chOff x="2680375" y="3423800"/>
              <a:chExt cx="182975" cy="761050"/>
            </a:xfrm>
          </p:grpSpPr>
          <p:sp>
            <p:nvSpPr>
              <p:cNvPr id="1030" name="Google Shape;1030;p56"/>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031" name="Google Shape;1031;p56"/>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56"/>
            <p:cNvGrpSpPr/>
            <p:nvPr/>
          </p:nvGrpSpPr>
          <p:grpSpPr>
            <a:xfrm>
              <a:off x="3855466" y="3289811"/>
              <a:ext cx="112514" cy="94210"/>
              <a:chOff x="3918000" y="3561900"/>
              <a:chExt cx="236225" cy="207100"/>
            </a:xfrm>
          </p:grpSpPr>
          <p:sp>
            <p:nvSpPr>
              <p:cNvPr id="1033" name="Google Shape;1033;p56"/>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034" name="Google Shape;1034;p56"/>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5" name="Google Shape;1035;p56"/>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6"/>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6"/>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038" name="Google Shape;1038;p56"/>
            <p:cNvGrpSpPr/>
            <p:nvPr/>
          </p:nvGrpSpPr>
          <p:grpSpPr>
            <a:xfrm>
              <a:off x="2905224" y="2311071"/>
              <a:ext cx="596721" cy="528992"/>
              <a:chOff x="1922950" y="1410350"/>
              <a:chExt cx="1252825" cy="1162875"/>
            </a:xfrm>
          </p:grpSpPr>
          <p:sp>
            <p:nvSpPr>
              <p:cNvPr id="1039" name="Google Shape;1039;p56"/>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6"/>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6"/>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6"/>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6"/>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6"/>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6"/>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6"/>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6"/>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6"/>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6"/>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6"/>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6"/>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6"/>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6"/>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6"/>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055" name="Google Shape;1055;p56"/>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56"/>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6"/>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6"/>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6"/>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6"/>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6"/>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6"/>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6"/>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6"/>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6"/>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6"/>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6"/>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6"/>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6"/>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6"/>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56"/>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6"/>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6"/>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6"/>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075" name="Google Shape;1075;p56"/>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076" name="Google Shape;1076;p56"/>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7" name="Google Shape;1077;p56"/>
            <p:cNvGrpSpPr/>
            <p:nvPr/>
          </p:nvGrpSpPr>
          <p:grpSpPr>
            <a:xfrm>
              <a:off x="3280929" y="3294542"/>
              <a:ext cx="109894" cy="272224"/>
              <a:chOff x="2711750" y="3572300"/>
              <a:chExt cx="230725" cy="598425"/>
            </a:xfrm>
          </p:grpSpPr>
          <p:sp>
            <p:nvSpPr>
              <p:cNvPr id="1078" name="Google Shape;1078;p56"/>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6"/>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0" name="Google Shape;1080;p56"/>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1" name="Google Shape;1081;p56"/>
            <p:cNvGrpSpPr/>
            <p:nvPr/>
          </p:nvGrpSpPr>
          <p:grpSpPr>
            <a:xfrm>
              <a:off x="3790439" y="2408636"/>
              <a:ext cx="73017" cy="75684"/>
              <a:chOff x="3781475" y="1624825"/>
              <a:chExt cx="153300" cy="166375"/>
            </a:xfrm>
          </p:grpSpPr>
          <p:sp>
            <p:nvSpPr>
              <p:cNvPr id="1082" name="Google Shape;1082;p56"/>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6"/>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6"/>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6"/>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6" name="Google Shape;1086;p56"/>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6"/>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6"/>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6"/>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6"/>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6"/>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6"/>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3" name="Google Shape;1093;p56"/>
            <p:cNvGrpSpPr/>
            <p:nvPr/>
          </p:nvGrpSpPr>
          <p:grpSpPr>
            <a:xfrm>
              <a:off x="4403342" y="3107749"/>
              <a:ext cx="316680" cy="101374"/>
              <a:chOff x="5068275" y="3161675"/>
              <a:chExt cx="664875" cy="222850"/>
            </a:xfrm>
          </p:grpSpPr>
          <p:sp>
            <p:nvSpPr>
              <p:cNvPr id="1094" name="Google Shape;1094;p56"/>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6"/>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6"/>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6"/>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8" name="Google Shape;1098;p56"/>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6"/>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6"/>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6"/>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6"/>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6"/>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6"/>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6"/>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6"/>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6"/>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6"/>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6"/>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6"/>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6"/>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6"/>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56"/>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6"/>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6"/>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6"/>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6"/>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6"/>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6"/>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56"/>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56"/>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6"/>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6"/>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56"/>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56"/>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6"/>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7" name="Google Shape;1127;p56"/>
            <p:cNvGrpSpPr/>
            <p:nvPr/>
          </p:nvGrpSpPr>
          <p:grpSpPr>
            <a:xfrm>
              <a:off x="3697513" y="2707266"/>
              <a:ext cx="59549" cy="79733"/>
              <a:chOff x="3586375" y="2281300"/>
              <a:chExt cx="125025" cy="175275"/>
            </a:xfrm>
          </p:grpSpPr>
          <p:sp>
            <p:nvSpPr>
              <p:cNvPr id="1128" name="Google Shape;1128;p56"/>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56"/>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0" name="Google Shape;1130;p56"/>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1" name="Google Shape;1131;p56"/>
            <p:cNvGrpSpPr/>
            <p:nvPr/>
          </p:nvGrpSpPr>
          <p:grpSpPr>
            <a:xfrm>
              <a:off x="4513224" y="3221724"/>
              <a:ext cx="274563" cy="280321"/>
              <a:chOff x="5298975" y="3412225"/>
              <a:chExt cx="576450" cy="616225"/>
            </a:xfrm>
          </p:grpSpPr>
          <p:sp>
            <p:nvSpPr>
              <p:cNvPr id="1132" name="Google Shape;1132;p56"/>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133" name="Google Shape;1133;p56"/>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4" name="Google Shape;1134;p56"/>
            <p:cNvGrpSpPr/>
            <p:nvPr/>
          </p:nvGrpSpPr>
          <p:grpSpPr>
            <a:xfrm>
              <a:off x="4824403" y="3421846"/>
              <a:ext cx="110132" cy="130647"/>
              <a:chOff x="5952300" y="3852150"/>
              <a:chExt cx="231225" cy="287200"/>
            </a:xfrm>
          </p:grpSpPr>
          <p:sp>
            <p:nvSpPr>
              <p:cNvPr id="1135" name="Google Shape;1135;p56"/>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6"/>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7" name="Google Shape;1137;p56"/>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6"/>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6"/>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56"/>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56"/>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6"/>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6"/>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6"/>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5" name="Google Shape;1145;p56"/>
            <p:cNvGrpSpPr/>
            <p:nvPr/>
          </p:nvGrpSpPr>
          <p:grpSpPr>
            <a:xfrm>
              <a:off x="4295710" y="3079670"/>
              <a:ext cx="14968" cy="27135"/>
              <a:chOff x="4842300" y="3099950"/>
              <a:chExt cx="31425" cy="59650"/>
            </a:xfrm>
          </p:grpSpPr>
          <p:sp>
            <p:nvSpPr>
              <p:cNvPr id="1146" name="Google Shape;1146;p56"/>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56"/>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6"/>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6"/>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0" name="Google Shape;1150;p56"/>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56"/>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6"/>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6"/>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6"/>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6"/>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6"/>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6"/>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8" name="Google Shape;1158;p56"/>
            <p:cNvGrpSpPr/>
            <p:nvPr/>
          </p:nvGrpSpPr>
          <p:grpSpPr>
            <a:xfrm>
              <a:off x="3831056" y="2816010"/>
              <a:ext cx="37378" cy="27612"/>
              <a:chOff x="3866750" y="2520350"/>
              <a:chExt cx="78475" cy="60700"/>
            </a:xfrm>
          </p:grpSpPr>
          <p:sp>
            <p:nvSpPr>
              <p:cNvPr id="1159" name="Google Shape;1159;p56"/>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6"/>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56"/>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56"/>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3" name="Google Shape;1163;p56"/>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6"/>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56"/>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56"/>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6"/>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6"/>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56"/>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56"/>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56"/>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6"/>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6"/>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6"/>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6"/>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6"/>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56"/>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6"/>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56"/>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180" name="Google Shape;1180;p56"/>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6"/>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6"/>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6"/>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56"/>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6"/>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6"/>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6"/>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6"/>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6"/>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6"/>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6"/>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192" name="Google Shape;1192;p56"/>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6"/>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6"/>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6"/>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6"/>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6"/>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6"/>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6"/>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6"/>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6"/>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6"/>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56"/>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6"/>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5" name="Google Shape;1205;p56"/>
            <p:cNvGrpSpPr/>
            <p:nvPr/>
          </p:nvGrpSpPr>
          <p:grpSpPr>
            <a:xfrm>
              <a:off x="3632736" y="3051591"/>
              <a:ext cx="63288" cy="45217"/>
              <a:chOff x="3450375" y="3038225"/>
              <a:chExt cx="132875" cy="99400"/>
            </a:xfrm>
          </p:grpSpPr>
          <p:sp>
            <p:nvSpPr>
              <p:cNvPr id="1206" name="Google Shape;1206;p56"/>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6"/>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Google Shape;1208;p56"/>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6"/>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56"/>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56"/>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6"/>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6"/>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6"/>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56"/>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56"/>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17" name="Google Shape;1217;p56"/>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6"/>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56"/>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6"/>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6"/>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6"/>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6"/>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56"/>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6"/>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6"/>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27" name="Google Shape;1227;p56"/>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6"/>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6"/>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6"/>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6"/>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6"/>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33" name="Google Shape;1233;p56"/>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6"/>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6"/>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6"/>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6"/>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6"/>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6"/>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6"/>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6"/>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6"/>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56"/>
          <p:cNvGrpSpPr/>
          <p:nvPr/>
        </p:nvGrpSpPr>
        <p:grpSpPr>
          <a:xfrm>
            <a:off x="719116" y="2850945"/>
            <a:ext cx="2622876" cy="1333540"/>
            <a:chOff x="238125" y="1038125"/>
            <a:chExt cx="7146800" cy="3633625"/>
          </a:xfrm>
        </p:grpSpPr>
        <p:sp>
          <p:nvSpPr>
            <p:cNvPr id="1244" name="Google Shape;1244;p56"/>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6"/>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56"/>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6"/>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6"/>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6"/>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6"/>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6"/>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6"/>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6"/>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6"/>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6"/>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6"/>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6"/>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6"/>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6"/>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6"/>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6"/>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6"/>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6"/>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6"/>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6"/>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6"/>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6"/>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6"/>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6"/>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6"/>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6"/>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6"/>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6"/>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6"/>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6"/>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6"/>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6"/>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6"/>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6"/>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6"/>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6"/>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6"/>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6"/>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6"/>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6"/>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6"/>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6"/>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6"/>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6"/>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6"/>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6"/>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6"/>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6"/>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6"/>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6"/>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6"/>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6"/>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6"/>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6"/>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6"/>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6"/>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6"/>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6"/>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6"/>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6"/>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6"/>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6"/>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6"/>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6"/>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6"/>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6"/>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6"/>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6"/>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6"/>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6"/>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6"/>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6"/>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6"/>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6"/>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6"/>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6"/>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6"/>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56"/>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6"/>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6"/>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6"/>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6"/>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6"/>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6"/>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56"/>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56"/>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6"/>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56"/>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6"/>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6"/>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6"/>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6"/>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6"/>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6"/>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6"/>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6"/>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6"/>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6"/>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6"/>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6"/>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6"/>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6"/>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6"/>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6"/>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6"/>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6"/>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6"/>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6"/>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6"/>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6"/>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6"/>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6"/>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6"/>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56"/>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56"/>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6"/>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6"/>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6"/>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56"/>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6"/>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56"/>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56"/>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6"/>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56"/>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56"/>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6"/>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56"/>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6"/>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56"/>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56"/>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56"/>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6"/>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56"/>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6"/>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6"/>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6"/>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6"/>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6"/>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6"/>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6"/>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6"/>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6"/>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56"/>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56"/>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6"/>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6"/>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6"/>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6"/>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6"/>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6"/>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56"/>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6"/>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6"/>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6"/>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6"/>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6"/>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6"/>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6"/>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6"/>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6"/>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6"/>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6"/>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6"/>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6"/>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6"/>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6"/>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6"/>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6"/>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6"/>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6"/>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6"/>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6"/>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6"/>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6"/>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6"/>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6"/>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6"/>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6"/>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6"/>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6"/>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6"/>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6"/>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56"/>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6"/>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6"/>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6"/>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6"/>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6"/>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6"/>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6"/>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6"/>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6"/>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6"/>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6"/>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6"/>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6"/>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6"/>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6"/>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6"/>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6"/>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6"/>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6"/>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6"/>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6"/>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56"/>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6"/>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56"/>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6"/>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6"/>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6"/>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6"/>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6"/>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6"/>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6"/>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6"/>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56"/>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6"/>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6"/>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6"/>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56"/>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56"/>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6"/>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6"/>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56"/>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56"/>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6"/>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6"/>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6"/>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6"/>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6"/>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6"/>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56"/>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6"/>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6"/>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6"/>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6"/>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6"/>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6"/>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6"/>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6"/>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56"/>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56"/>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6"/>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56"/>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6"/>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6"/>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6"/>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6"/>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6"/>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6"/>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6"/>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6"/>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6"/>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6"/>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6"/>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56"/>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6"/>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6"/>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6"/>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6"/>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6"/>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6"/>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56"/>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6"/>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6"/>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56"/>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6"/>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6"/>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6"/>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6"/>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6"/>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6"/>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6"/>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56"/>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6"/>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6"/>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6"/>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6"/>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6"/>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56"/>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6"/>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6"/>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6"/>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6"/>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6"/>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56"/>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56"/>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56"/>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6"/>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6"/>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56"/>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6"/>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6"/>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6"/>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6"/>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6"/>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6"/>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6"/>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6"/>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6"/>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6"/>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6"/>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6"/>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6"/>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6"/>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6"/>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6"/>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6"/>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6"/>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6"/>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6"/>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6"/>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6"/>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6"/>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6"/>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6"/>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56"/>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6"/>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56"/>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56"/>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6"/>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56"/>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56"/>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6"/>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56"/>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6"/>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56"/>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6"/>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56"/>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6"/>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6"/>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6"/>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6"/>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6"/>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6"/>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6"/>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6"/>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6"/>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6"/>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6"/>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6"/>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6"/>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6"/>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6"/>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6"/>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6"/>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6"/>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6"/>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6"/>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6"/>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6"/>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6"/>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6"/>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6"/>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6"/>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6"/>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6"/>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6"/>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6"/>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6"/>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6"/>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6"/>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6"/>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6"/>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56"/>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56"/>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56"/>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6"/>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56"/>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6"/>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56"/>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56"/>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6"/>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56"/>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56"/>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56"/>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6"/>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6"/>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56"/>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6"/>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56"/>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56"/>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56"/>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6"/>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6"/>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6"/>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6"/>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56"/>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56"/>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56"/>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6"/>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6"/>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6"/>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56"/>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56"/>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56"/>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56"/>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56"/>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6"/>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56"/>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56"/>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56"/>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56"/>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56"/>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56"/>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56"/>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56"/>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56"/>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56"/>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56"/>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56"/>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56"/>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56"/>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56"/>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6"/>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6"/>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56"/>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6"/>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6"/>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6"/>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6"/>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56"/>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56"/>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6"/>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6"/>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6"/>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6"/>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6"/>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6"/>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6"/>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6"/>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56"/>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56"/>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56"/>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56"/>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56"/>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56"/>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56"/>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56"/>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56"/>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56"/>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56"/>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6"/>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56"/>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56"/>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6"/>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56"/>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56"/>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6"/>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56"/>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6"/>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6"/>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56"/>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56"/>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56"/>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56"/>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56"/>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6"/>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56"/>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6"/>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56"/>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56"/>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6"/>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6"/>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6"/>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6"/>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56"/>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56"/>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56"/>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56"/>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56"/>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56"/>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56"/>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56"/>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56"/>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56"/>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56"/>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56"/>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56"/>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56"/>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56"/>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56"/>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56"/>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56"/>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56"/>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56"/>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56"/>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56"/>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56"/>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56"/>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56"/>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56"/>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56"/>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56"/>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56"/>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56"/>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56"/>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56"/>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56"/>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56"/>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56"/>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56"/>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56"/>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56"/>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56"/>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56"/>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56"/>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56"/>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56"/>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56"/>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6"/>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56"/>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56"/>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56"/>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56"/>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56"/>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56"/>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56"/>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56"/>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56"/>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56"/>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56"/>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56"/>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56"/>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56"/>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56"/>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56"/>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56"/>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56"/>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56"/>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56"/>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56"/>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56"/>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56"/>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56"/>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56"/>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56"/>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56"/>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56"/>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56"/>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56"/>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56"/>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56"/>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56"/>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56"/>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56"/>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56"/>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56"/>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56"/>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56"/>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56"/>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56"/>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56"/>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6"/>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56"/>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56"/>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56"/>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56"/>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56"/>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56"/>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56"/>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56"/>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56"/>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56"/>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56"/>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56"/>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56"/>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56"/>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56"/>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56"/>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56"/>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56"/>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56"/>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56"/>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56"/>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56"/>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56"/>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56"/>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56"/>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56"/>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56"/>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56"/>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56"/>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56"/>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56"/>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6"/>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56"/>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56"/>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56"/>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56"/>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56"/>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56"/>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56"/>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56"/>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56"/>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56"/>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56"/>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56"/>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56"/>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56"/>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56"/>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56"/>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56"/>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56"/>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56"/>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56"/>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56"/>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56"/>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56"/>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56"/>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56"/>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56"/>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56"/>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56"/>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56"/>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56"/>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6"/>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56"/>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56"/>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56"/>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6"/>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56"/>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56"/>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56"/>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56"/>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56"/>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56"/>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56"/>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56"/>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56"/>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56"/>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56"/>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56"/>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6"/>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56"/>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56"/>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6"/>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56"/>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56"/>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56"/>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56"/>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56"/>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56"/>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56"/>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56"/>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56"/>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56"/>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56"/>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56"/>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56"/>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56"/>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56"/>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56"/>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6"/>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56"/>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56"/>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56"/>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56"/>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56"/>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56"/>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56"/>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56"/>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56"/>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6"/>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56"/>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56"/>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56"/>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56"/>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56"/>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56"/>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56"/>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56"/>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56"/>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56"/>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56"/>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56"/>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56"/>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56"/>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56"/>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56"/>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56"/>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56"/>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56"/>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56"/>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56"/>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56"/>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56"/>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56"/>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56"/>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56"/>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6"/>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56"/>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56"/>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56"/>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56"/>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56"/>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6"/>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56"/>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56"/>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56"/>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56"/>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56"/>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56"/>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56"/>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56"/>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56"/>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6"/>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56"/>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56"/>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56"/>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56"/>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56"/>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56"/>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56"/>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56"/>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56"/>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56"/>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56"/>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6"/>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56"/>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56"/>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56"/>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56"/>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56"/>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56"/>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56"/>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6"/>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56"/>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6"/>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56"/>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56"/>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56"/>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56"/>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56"/>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56"/>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56"/>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56"/>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56"/>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56"/>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56"/>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56"/>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6"/>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56"/>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56"/>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56"/>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56"/>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56"/>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56"/>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56"/>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56"/>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56"/>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56"/>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56"/>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56"/>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56"/>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56"/>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56"/>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56"/>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56"/>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56"/>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56"/>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56"/>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56"/>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6"/>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56"/>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56"/>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56"/>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56"/>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56"/>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56"/>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6"/>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6"/>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6"/>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6"/>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56"/>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56"/>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56"/>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56"/>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56"/>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56"/>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56"/>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56"/>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56"/>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56"/>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56"/>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6"/>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6"/>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6"/>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6"/>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56"/>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56"/>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56"/>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56"/>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6"/>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56"/>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56"/>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6"/>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56"/>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56"/>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56"/>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56"/>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56"/>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56"/>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56"/>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56"/>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56"/>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56"/>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56"/>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56"/>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56"/>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56"/>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6"/>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56"/>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56"/>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56"/>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56"/>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56"/>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56"/>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56"/>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56"/>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56"/>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56"/>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56"/>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56"/>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56"/>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56"/>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56"/>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56"/>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56"/>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56"/>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56"/>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56"/>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56"/>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56"/>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6"/>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6"/>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56"/>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56"/>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56"/>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56"/>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56"/>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56"/>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56"/>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56"/>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56"/>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56"/>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56"/>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56"/>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56"/>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56"/>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56"/>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56"/>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6"/>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56"/>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56"/>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56"/>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56"/>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6"/>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56"/>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56"/>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56"/>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56"/>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56"/>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56"/>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56"/>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56"/>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56"/>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56"/>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56"/>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56"/>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56"/>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56"/>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56"/>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56"/>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56"/>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56"/>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6"/>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6"/>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6"/>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6"/>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6"/>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56"/>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56"/>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6"/>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56"/>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56"/>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56"/>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6"/>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56"/>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6"/>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56"/>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6"/>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56"/>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56"/>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56"/>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6"/>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6"/>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6"/>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56"/>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6"/>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6"/>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56"/>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56"/>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56"/>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56"/>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56"/>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56"/>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56"/>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56"/>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56"/>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56"/>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56"/>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56"/>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56"/>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56"/>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56"/>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56"/>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6"/>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56"/>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56"/>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6"/>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6"/>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6"/>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56"/>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6"/>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56"/>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56"/>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6"/>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56"/>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56"/>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6"/>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56"/>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56"/>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56"/>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56"/>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56"/>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56"/>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56"/>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56"/>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56"/>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56"/>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56"/>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56"/>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56"/>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56"/>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56"/>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56"/>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56"/>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56"/>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56"/>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56"/>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56"/>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56"/>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6"/>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6"/>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56"/>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56"/>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56"/>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6"/>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6"/>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6"/>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6"/>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6"/>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6"/>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6"/>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56"/>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56"/>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56"/>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56"/>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6"/>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56"/>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6"/>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6"/>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6"/>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6"/>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6"/>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6"/>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6"/>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6"/>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6"/>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6"/>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6"/>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6"/>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6"/>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6"/>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6"/>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6"/>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6"/>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6"/>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6"/>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6"/>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6"/>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6"/>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6"/>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6"/>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6"/>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6"/>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6"/>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6"/>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6"/>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6"/>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6"/>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6"/>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6"/>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6"/>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6"/>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6"/>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6"/>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6"/>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6"/>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6"/>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6"/>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6"/>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6"/>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6"/>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6"/>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6"/>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6"/>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6"/>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6"/>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6"/>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6"/>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6"/>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6"/>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6"/>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6"/>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6"/>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6"/>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6"/>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6"/>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6"/>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6"/>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6"/>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6"/>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6"/>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6"/>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6"/>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6"/>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6"/>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6"/>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6"/>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6"/>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6"/>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6"/>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6"/>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6"/>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6"/>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6"/>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6"/>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6"/>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6"/>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6"/>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6"/>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6"/>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6"/>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6"/>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6"/>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6"/>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6"/>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6"/>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6"/>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6"/>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6"/>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6"/>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56"/>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6"/>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6"/>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6"/>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6"/>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6"/>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6"/>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56"/>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56"/>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6"/>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6"/>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6"/>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6"/>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56"/>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56"/>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6"/>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6"/>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6"/>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6"/>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6"/>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6"/>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6"/>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56"/>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56"/>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6"/>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6"/>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6"/>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6"/>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56"/>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6"/>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6"/>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6"/>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6"/>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6"/>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6"/>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6"/>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6"/>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6"/>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6"/>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6"/>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6"/>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6"/>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6"/>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6"/>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6"/>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6"/>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6"/>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6"/>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6"/>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6"/>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6"/>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6"/>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6"/>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6"/>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6"/>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6"/>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6"/>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6"/>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6"/>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6"/>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6"/>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6"/>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6"/>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6"/>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6"/>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6"/>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6"/>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6"/>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6"/>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6"/>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6"/>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6"/>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6"/>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6"/>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6"/>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6"/>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6"/>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6"/>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6"/>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6"/>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6"/>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6"/>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6"/>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6"/>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6"/>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6"/>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6"/>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6"/>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6"/>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6"/>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6"/>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6"/>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6"/>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6"/>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6"/>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6"/>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6"/>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6"/>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6"/>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6"/>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6"/>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6"/>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6"/>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6"/>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6"/>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6"/>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6"/>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6"/>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6"/>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6"/>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6"/>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6"/>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6"/>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6"/>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6"/>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6"/>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6"/>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6"/>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6"/>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6"/>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6"/>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6"/>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6"/>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6"/>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6"/>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6"/>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6"/>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6"/>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6"/>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6"/>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6"/>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6"/>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6"/>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6"/>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6"/>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6"/>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56"/>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6"/>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6"/>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6"/>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6"/>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6"/>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6"/>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6"/>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6"/>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6"/>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6"/>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6"/>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6"/>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6"/>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6"/>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6"/>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6"/>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6"/>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6"/>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6"/>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6"/>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6"/>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6"/>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6"/>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6"/>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6"/>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6"/>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6"/>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6"/>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6"/>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6"/>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6"/>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6"/>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6"/>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6"/>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6"/>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6"/>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6"/>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6"/>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6"/>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6"/>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6"/>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6"/>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6"/>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6"/>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6"/>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6"/>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6"/>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6"/>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6"/>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6"/>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6"/>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6"/>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6"/>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6"/>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6"/>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6"/>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6"/>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6"/>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6"/>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6"/>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6"/>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6"/>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6"/>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6"/>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6"/>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6"/>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6"/>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6"/>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6"/>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6"/>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6"/>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6"/>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6"/>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6"/>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6"/>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6"/>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6"/>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6"/>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6"/>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6"/>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6"/>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6"/>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6"/>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6"/>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6"/>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6"/>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6"/>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6"/>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6"/>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6"/>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6"/>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6"/>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6"/>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6"/>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6"/>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6"/>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6"/>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6"/>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6"/>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6"/>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6"/>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6"/>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6"/>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6"/>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6"/>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6"/>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6"/>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6"/>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6"/>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6"/>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56"/>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56"/>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6"/>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6"/>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6"/>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6"/>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6"/>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6"/>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6"/>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6"/>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6"/>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6"/>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6"/>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6"/>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6"/>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6"/>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6"/>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6"/>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6"/>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6"/>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6"/>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6"/>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6"/>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6"/>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6"/>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6"/>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6"/>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6"/>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6"/>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6"/>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6"/>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6"/>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6"/>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6"/>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6"/>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6"/>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6"/>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6"/>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6"/>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56"/>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6"/>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6"/>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6"/>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6"/>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6"/>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6"/>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6"/>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6"/>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6"/>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6"/>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6"/>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56"/>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6"/>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6"/>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6"/>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56"/>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56"/>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6"/>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6"/>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6"/>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6"/>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6"/>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6"/>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6"/>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56"/>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6"/>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6"/>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6"/>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6"/>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6"/>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6"/>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6"/>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6"/>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6"/>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6"/>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6"/>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6"/>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6"/>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6"/>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6"/>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6"/>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6"/>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6"/>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6"/>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6"/>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6"/>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6"/>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6"/>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56"/>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56"/>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6"/>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6"/>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6"/>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6"/>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6"/>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6"/>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6"/>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6"/>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6"/>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6"/>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6"/>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6"/>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6"/>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6"/>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6"/>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6"/>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6"/>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6"/>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56"/>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6"/>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56"/>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56"/>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56"/>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56"/>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56"/>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56"/>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56"/>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56"/>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56"/>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6"/>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56"/>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56"/>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56"/>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56"/>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56"/>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56"/>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56"/>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56"/>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56"/>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56"/>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56"/>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56"/>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6"/>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6"/>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6"/>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6"/>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6"/>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6"/>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6"/>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6"/>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6"/>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6"/>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6"/>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6"/>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6"/>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6"/>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6"/>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6"/>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6"/>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6"/>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6"/>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6"/>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6"/>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56"/>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56"/>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6"/>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56"/>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6"/>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6"/>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6"/>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56"/>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6"/>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56"/>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6"/>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6"/>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6"/>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6"/>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6"/>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6"/>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6"/>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56"/>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6"/>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6"/>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6"/>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6"/>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6"/>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6"/>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6"/>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6"/>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6"/>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6"/>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6"/>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6"/>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6"/>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6"/>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6"/>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6"/>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6"/>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6"/>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6"/>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6"/>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6"/>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6"/>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6"/>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6"/>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6"/>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6"/>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6"/>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6"/>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6"/>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6"/>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6"/>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6"/>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56"/>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6"/>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6"/>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6"/>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6"/>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6"/>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6"/>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56"/>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56"/>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6"/>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6"/>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6"/>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6"/>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6"/>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6"/>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56"/>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6"/>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6"/>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6"/>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56"/>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56"/>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6"/>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6"/>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6"/>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6"/>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6"/>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56"/>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56"/>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6"/>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6"/>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56"/>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56"/>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6"/>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6"/>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56"/>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56"/>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56"/>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56"/>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56"/>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6"/>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56"/>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56"/>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56"/>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56"/>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56"/>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56"/>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6"/>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56"/>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56"/>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56"/>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6"/>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56"/>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56"/>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56"/>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6"/>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56"/>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6" name="Google Shape;2816;p56"/>
          <p:cNvGrpSpPr/>
          <p:nvPr/>
        </p:nvGrpSpPr>
        <p:grpSpPr>
          <a:xfrm>
            <a:off x="5834044" y="993055"/>
            <a:ext cx="2590840" cy="1380235"/>
            <a:chOff x="233350" y="949250"/>
            <a:chExt cx="7137300" cy="3802300"/>
          </a:xfrm>
        </p:grpSpPr>
        <p:sp>
          <p:nvSpPr>
            <p:cNvPr id="2817" name="Google Shape;2817;p56"/>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6"/>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56"/>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56"/>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6"/>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6"/>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6"/>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6"/>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6"/>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56"/>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56"/>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56"/>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56"/>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56"/>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56"/>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56"/>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56"/>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56"/>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56"/>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56"/>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56"/>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56"/>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56"/>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56"/>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56"/>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56"/>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56"/>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56"/>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6"/>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6"/>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56"/>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56"/>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56"/>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56"/>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56"/>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56"/>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56"/>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56"/>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56"/>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56"/>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6"/>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6"/>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6"/>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56"/>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56"/>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56"/>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6"/>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6"/>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56"/>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56"/>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6"/>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8" name="Google Shape;2868;p56"/>
          <p:cNvGrpSpPr/>
          <p:nvPr/>
        </p:nvGrpSpPr>
        <p:grpSpPr>
          <a:xfrm>
            <a:off x="7648473" y="3037828"/>
            <a:ext cx="104231" cy="320340"/>
            <a:chOff x="7564426" y="3224343"/>
            <a:chExt cx="119985" cy="368801"/>
          </a:xfrm>
        </p:grpSpPr>
        <p:sp>
          <p:nvSpPr>
            <p:cNvPr id="2869" name="Google Shape;2869;p56"/>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6"/>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1" name="Google Shape;2871;p56"/>
          <p:cNvGrpSpPr/>
          <p:nvPr/>
        </p:nvGrpSpPr>
        <p:grpSpPr>
          <a:xfrm>
            <a:off x="7347962" y="3031929"/>
            <a:ext cx="189489" cy="332132"/>
            <a:chOff x="8370831" y="3202002"/>
            <a:chExt cx="218129" cy="382376"/>
          </a:xfrm>
        </p:grpSpPr>
        <p:sp>
          <p:nvSpPr>
            <p:cNvPr id="2872" name="Google Shape;2872;p56"/>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56"/>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4" name="Google Shape;2874;p56"/>
          <p:cNvGrpSpPr/>
          <p:nvPr/>
        </p:nvGrpSpPr>
        <p:grpSpPr>
          <a:xfrm>
            <a:off x="8071351" y="3443061"/>
            <a:ext cx="309429" cy="267000"/>
            <a:chOff x="6742064" y="3750480"/>
            <a:chExt cx="399315" cy="344560"/>
          </a:xfrm>
        </p:grpSpPr>
        <p:sp>
          <p:nvSpPr>
            <p:cNvPr id="2875" name="Google Shape;2875;p56"/>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6"/>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7" name="Google Shape;2877;p56"/>
          <p:cNvGrpSpPr/>
          <p:nvPr/>
        </p:nvGrpSpPr>
        <p:grpSpPr>
          <a:xfrm>
            <a:off x="7610370" y="3794109"/>
            <a:ext cx="180437" cy="281608"/>
            <a:chOff x="7248525" y="3739696"/>
            <a:chExt cx="230531" cy="359790"/>
          </a:xfrm>
        </p:grpSpPr>
        <p:sp>
          <p:nvSpPr>
            <p:cNvPr id="2878" name="Google Shape;2878;p56"/>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56"/>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0" name="Google Shape;2880;p56"/>
          <p:cNvGrpSpPr/>
          <p:nvPr/>
        </p:nvGrpSpPr>
        <p:grpSpPr>
          <a:xfrm>
            <a:off x="7856289" y="3437333"/>
            <a:ext cx="162896" cy="278710"/>
            <a:chOff x="7601242" y="3729267"/>
            <a:chExt cx="222566" cy="380803"/>
          </a:xfrm>
        </p:grpSpPr>
        <p:sp>
          <p:nvSpPr>
            <p:cNvPr id="2881" name="Google Shape;2881;p56"/>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6"/>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3" name="Google Shape;2883;p56"/>
          <p:cNvSpPr/>
          <p:nvPr/>
        </p:nvSpPr>
        <p:spPr>
          <a:xfrm>
            <a:off x="7822315" y="3049690"/>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4" name="Google Shape;2884;p56"/>
          <p:cNvGrpSpPr/>
          <p:nvPr/>
        </p:nvGrpSpPr>
        <p:grpSpPr>
          <a:xfrm>
            <a:off x="7345935" y="3438473"/>
            <a:ext cx="193543" cy="275990"/>
            <a:chOff x="8304647" y="3738687"/>
            <a:chExt cx="225076" cy="320956"/>
          </a:xfrm>
        </p:grpSpPr>
        <p:sp>
          <p:nvSpPr>
            <p:cNvPr id="2885" name="Google Shape;2885;p56"/>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6"/>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6"/>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56"/>
          <p:cNvGrpSpPr/>
          <p:nvPr/>
        </p:nvGrpSpPr>
        <p:grpSpPr>
          <a:xfrm>
            <a:off x="7618427" y="3438473"/>
            <a:ext cx="178492" cy="275990"/>
            <a:chOff x="8615101" y="3738687"/>
            <a:chExt cx="207573" cy="320956"/>
          </a:xfrm>
        </p:grpSpPr>
        <p:sp>
          <p:nvSpPr>
            <p:cNvPr id="2889" name="Google Shape;2889;p56"/>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56"/>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56"/>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2" name="Google Shape;2892;p56"/>
          <p:cNvSpPr/>
          <p:nvPr/>
        </p:nvSpPr>
        <p:spPr>
          <a:xfrm>
            <a:off x="8114867" y="3028356"/>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3" name="Google Shape;2893;p56"/>
          <p:cNvGrpSpPr/>
          <p:nvPr/>
        </p:nvGrpSpPr>
        <p:grpSpPr>
          <a:xfrm>
            <a:off x="6013132" y="3559961"/>
            <a:ext cx="557671" cy="511283"/>
            <a:chOff x="6015419" y="3716859"/>
            <a:chExt cx="557671" cy="511283"/>
          </a:xfrm>
        </p:grpSpPr>
        <p:sp>
          <p:nvSpPr>
            <p:cNvPr id="2894" name="Google Shape;2894;p56"/>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5" name="Google Shape;2895;p56"/>
            <p:cNvGrpSpPr/>
            <p:nvPr/>
          </p:nvGrpSpPr>
          <p:grpSpPr>
            <a:xfrm>
              <a:off x="6036094" y="3716980"/>
              <a:ext cx="529860" cy="510468"/>
              <a:chOff x="6036094" y="3716980"/>
              <a:chExt cx="529860" cy="510468"/>
            </a:xfrm>
          </p:grpSpPr>
          <p:sp>
            <p:nvSpPr>
              <p:cNvPr id="2896" name="Google Shape;2896;p56"/>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56"/>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56"/>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56"/>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56"/>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6"/>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6"/>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6"/>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6"/>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56"/>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06" name="Google Shape;2906;p56"/>
          <p:cNvGrpSpPr/>
          <p:nvPr/>
        </p:nvGrpSpPr>
        <p:grpSpPr>
          <a:xfrm>
            <a:off x="6642017" y="2916730"/>
            <a:ext cx="576302" cy="511871"/>
            <a:chOff x="6644304" y="3073628"/>
            <a:chExt cx="576302" cy="511871"/>
          </a:xfrm>
        </p:grpSpPr>
        <p:sp>
          <p:nvSpPr>
            <p:cNvPr id="2907" name="Google Shape;2907;p56"/>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8" name="Google Shape;2908;p56"/>
            <p:cNvGrpSpPr/>
            <p:nvPr/>
          </p:nvGrpSpPr>
          <p:grpSpPr>
            <a:xfrm>
              <a:off x="6712169" y="3085440"/>
              <a:ext cx="481622" cy="494913"/>
              <a:chOff x="6712169" y="3085440"/>
              <a:chExt cx="481622" cy="494913"/>
            </a:xfrm>
          </p:grpSpPr>
          <p:sp>
            <p:nvSpPr>
              <p:cNvPr id="2909" name="Google Shape;2909;p56"/>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56"/>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56"/>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56"/>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56"/>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4" name="Google Shape;2914;p56"/>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6"/>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6"/>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7" name="Google Shape;2917;p56"/>
          <p:cNvSpPr/>
          <p:nvPr/>
        </p:nvSpPr>
        <p:spPr>
          <a:xfrm>
            <a:off x="6986052" y="2933359"/>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8" name="Google Shape;2918;p56"/>
          <p:cNvGrpSpPr/>
          <p:nvPr/>
        </p:nvGrpSpPr>
        <p:grpSpPr>
          <a:xfrm>
            <a:off x="6649868" y="3559725"/>
            <a:ext cx="560631" cy="511352"/>
            <a:chOff x="6652154" y="3716623"/>
            <a:chExt cx="560631" cy="511352"/>
          </a:xfrm>
        </p:grpSpPr>
        <p:sp>
          <p:nvSpPr>
            <p:cNvPr id="2919" name="Google Shape;2919;p56"/>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0" name="Google Shape;2920;p56"/>
            <p:cNvGrpSpPr/>
            <p:nvPr/>
          </p:nvGrpSpPr>
          <p:grpSpPr>
            <a:xfrm>
              <a:off x="6669657" y="3716715"/>
              <a:ext cx="466779" cy="464290"/>
              <a:chOff x="6669657" y="3716715"/>
              <a:chExt cx="466779" cy="464290"/>
            </a:xfrm>
          </p:grpSpPr>
          <p:sp>
            <p:nvSpPr>
              <p:cNvPr id="2921" name="Google Shape;2921;p56"/>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56"/>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56"/>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56"/>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56"/>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56"/>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56"/>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6"/>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56"/>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56"/>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6"/>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6"/>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56"/>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34" name="Google Shape;2934;p56"/>
          <p:cNvGrpSpPr/>
          <p:nvPr/>
        </p:nvGrpSpPr>
        <p:grpSpPr>
          <a:xfrm>
            <a:off x="7843959" y="3841134"/>
            <a:ext cx="187557" cy="187557"/>
            <a:chOff x="8565775" y="671075"/>
            <a:chExt cx="441000" cy="441000"/>
          </a:xfrm>
        </p:grpSpPr>
        <p:sp>
          <p:nvSpPr>
            <p:cNvPr id="2935" name="Google Shape;2935;p56"/>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6"/>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7" name="Google Shape;2937;p56"/>
          <p:cNvSpPr/>
          <p:nvPr/>
        </p:nvSpPr>
        <p:spPr>
          <a:xfrm>
            <a:off x="8145173" y="3837054"/>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6"/>
          <p:cNvSpPr/>
          <p:nvPr/>
        </p:nvSpPr>
        <p:spPr>
          <a:xfrm flipH="1">
            <a:off x="7353412" y="3803510"/>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9" name="Google Shape;2939;p56"/>
          <p:cNvGrpSpPr/>
          <p:nvPr/>
        </p:nvGrpSpPr>
        <p:grpSpPr>
          <a:xfrm>
            <a:off x="5997814" y="2919352"/>
            <a:ext cx="587871" cy="512373"/>
            <a:chOff x="6000100" y="3076250"/>
            <a:chExt cx="587871" cy="512373"/>
          </a:xfrm>
        </p:grpSpPr>
        <p:sp>
          <p:nvSpPr>
            <p:cNvPr id="2940" name="Google Shape;2940;p56"/>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1" name="Google Shape;2941;p56"/>
            <p:cNvGrpSpPr/>
            <p:nvPr/>
          </p:nvGrpSpPr>
          <p:grpSpPr>
            <a:xfrm>
              <a:off x="6031360" y="3076713"/>
              <a:ext cx="539107" cy="480965"/>
              <a:chOff x="6031360" y="3076713"/>
              <a:chExt cx="539107" cy="480965"/>
            </a:xfrm>
          </p:grpSpPr>
          <p:sp>
            <p:nvSpPr>
              <p:cNvPr id="2942" name="Google Shape;2942;p56"/>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6"/>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56"/>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56"/>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56"/>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6"/>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6"/>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49" name="Google Shape;2949;p56"/>
          <p:cNvGrpSpPr/>
          <p:nvPr/>
        </p:nvGrpSpPr>
        <p:grpSpPr>
          <a:xfrm>
            <a:off x="3369305" y="938716"/>
            <a:ext cx="2310381" cy="1488888"/>
            <a:chOff x="229225" y="549050"/>
            <a:chExt cx="7161750" cy="4615275"/>
          </a:xfrm>
        </p:grpSpPr>
        <p:sp>
          <p:nvSpPr>
            <p:cNvPr id="2950" name="Google Shape;2950;p56"/>
            <p:cNvSpPr/>
            <p:nvPr/>
          </p:nvSpPr>
          <p:spPr>
            <a:xfrm>
              <a:off x="627425" y="2326500"/>
              <a:ext cx="1488625" cy="1368700"/>
            </a:xfrm>
            <a:custGeom>
              <a:rect b="b" l="l" r="r" t="t"/>
              <a:pathLst>
                <a:path extrusionOk="0" h="54748" w="59545">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6"/>
            <p:cNvSpPr/>
            <p:nvPr/>
          </p:nvSpPr>
          <p:spPr>
            <a:xfrm>
              <a:off x="229225" y="2394575"/>
              <a:ext cx="390500" cy="214975"/>
            </a:xfrm>
            <a:custGeom>
              <a:rect b="b" l="l" r="r" t="t"/>
              <a:pathLst>
                <a:path extrusionOk="0" h="8599" w="1562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6"/>
            <p:cNvSpPr/>
            <p:nvPr/>
          </p:nvSpPr>
          <p:spPr>
            <a:xfrm>
              <a:off x="619700" y="2453625"/>
              <a:ext cx="7750" cy="4700"/>
            </a:xfrm>
            <a:custGeom>
              <a:rect b="b" l="l" r="r" t="t"/>
              <a:pathLst>
                <a:path extrusionOk="0" h="188" w="31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56"/>
            <p:cNvSpPr/>
            <p:nvPr/>
          </p:nvSpPr>
          <p:spPr>
            <a:xfrm>
              <a:off x="485900" y="2399275"/>
              <a:ext cx="75" cy="175"/>
            </a:xfrm>
            <a:custGeom>
              <a:rect b="b" l="l" r="r" t="t"/>
              <a:pathLst>
                <a:path extrusionOk="0" h="7" w="3">
                  <a:moveTo>
                    <a:pt x="0" y="0"/>
                  </a:moveTo>
                  <a:lnTo>
                    <a:pt x="0" y="6"/>
                  </a:lnTo>
                  <a:cubicBezTo>
                    <a:pt x="3" y="6"/>
                    <a:pt x="3"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56"/>
            <p:cNvSpPr/>
            <p:nvPr/>
          </p:nvSpPr>
          <p:spPr>
            <a:xfrm>
              <a:off x="485900" y="2399275"/>
              <a:ext cx="75" cy="175"/>
            </a:xfrm>
            <a:custGeom>
              <a:rect b="b" l="l" r="r" t="t"/>
              <a:pathLst>
                <a:path extrusionOk="0" fill="none" h="7" w="3">
                  <a:moveTo>
                    <a:pt x="0" y="6"/>
                  </a:moveTo>
                  <a:cubicBezTo>
                    <a:pt x="3" y="6"/>
                    <a:pt x="3" y="0"/>
                    <a:pt x="0" y="0"/>
                  </a:cubicBezTo>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56"/>
            <p:cNvSpPr/>
            <p:nvPr/>
          </p:nvSpPr>
          <p:spPr>
            <a:xfrm>
              <a:off x="974450" y="2255775"/>
              <a:ext cx="21025" cy="28625"/>
            </a:xfrm>
            <a:custGeom>
              <a:rect b="b" l="l" r="r" t="t"/>
              <a:pathLst>
                <a:path extrusionOk="0" h="1145" w="841">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56"/>
            <p:cNvSpPr/>
            <p:nvPr/>
          </p:nvSpPr>
          <p:spPr>
            <a:xfrm>
              <a:off x="277475" y="1782875"/>
              <a:ext cx="1282325" cy="813425"/>
            </a:xfrm>
            <a:custGeom>
              <a:rect b="b" l="l" r="r" t="t"/>
              <a:pathLst>
                <a:path extrusionOk="0" h="32537" w="51293">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56"/>
            <p:cNvSpPr/>
            <p:nvPr/>
          </p:nvSpPr>
          <p:spPr>
            <a:xfrm>
              <a:off x="1982300" y="2504500"/>
              <a:ext cx="64825" cy="112625"/>
            </a:xfrm>
            <a:custGeom>
              <a:rect b="b" l="l" r="r" t="t"/>
              <a:pathLst>
                <a:path extrusionOk="0" h="4505" w="2593">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56"/>
            <p:cNvSpPr/>
            <p:nvPr/>
          </p:nvSpPr>
          <p:spPr>
            <a:xfrm>
              <a:off x="1965925" y="2438400"/>
              <a:ext cx="16400" cy="66125"/>
            </a:xfrm>
            <a:custGeom>
              <a:rect b="b" l="l" r="r" t="t"/>
              <a:pathLst>
                <a:path extrusionOk="0" h="2645" w="656">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6"/>
            <p:cNvSpPr/>
            <p:nvPr/>
          </p:nvSpPr>
          <p:spPr>
            <a:xfrm>
              <a:off x="1646825" y="2096200"/>
              <a:ext cx="445350" cy="351225"/>
            </a:xfrm>
            <a:custGeom>
              <a:rect b="b" l="l" r="r" t="t"/>
              <a:pathLst>
                <a:path extrusionOk="0" h="14049" w="17814">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6"/>
            <p:cNvSpPr/>
            <p:nvPr/>
          </p:nvSpPr>
          <p:spPr>
            <a:xfrm>
              <a:off x="2029925" y="2223150"/>
              <a:ext cx="265325" cy="386075"/>
            </a:xfrm>
            <a:custGeom>
              <a:rect b="b" l="l" r="r" t="t"/>
              <a:pathLst>
                <a:path extrusionOk="0" h="15443" w="1061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56"/>
            <p:cNvSpPr/>
            <p:nvPr/>
          </p:nvSpPr>
          <p:spPr>
            <a:xfrm>
              <a:off x="2287025" y="2324375"/>
              <a:ext cx="290100" cy="308650"/>
            </a:xfrm>
            <a:custGeom>
              <a:rect b="b" l="l" r="r" t="t"/>
              <a:pathLst>
                <a:path extrusionOk="0" h="12346" w="11604">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6"/>
            <p:cNvSpPr/>
            <p:nvPr/>
          </p:nvSpPr>
          <p:spPr>
            <a:xfrm>
              <a:off x="2000425" y="3668900"/>
              <a:ext cx="255750" cy="503975"/>
            </a:xfrm>
            <a:custGeom>
              <a:rect b="b" l="l" r="r" t="t"/>
              <a:pathLst>
                <a:path extrusionOk="0" h="20159" w="1023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6"/>
            <p:cNvSpPr/>
            <p:nvPr/>
          </p:nvSpPr>
          <p:spPr>
            <a:xfrm>
              <a:off x="2105800" y="4171775"/>
              <a:ext cx="307475" cy="989675"/>
            </a:xfrm>
            <a:custGeom>
              <a:rect b="b" l="l" r="r" t="t"/>
              <a:pathLst>
                <a:path extrusionOk="0" h="39587" w="12299">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6"/>
            <p:cNvSpPr/>
            <p:nvPr/>
          </p:nvSpPr>
          <p:spPr>
            <a:xfrm>
              <a:off x="2271275" y="4054625"/>
              <a:ext cx="651325" cy="1046350"/>
            </a:xfrm>
            <a:custGeom>
              <a:rect b="b" l="l" r="r" t="t"/>
              <a:pathLst>
                <a:path extrusionOk="0" h="41854" w="26053">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6"/>
            <p:cNvSpPr/>
            <p:nvPr/>
          </p:nvSpPr>
          <p:spPr>
            <a:xfrm>
              <a:off x="1583375" y="3415625"/>
              <a:ext cx="27825" cy="21875"/>
            </a:xfrm>
            <a:custGeom>
              <a:rect b="b" l="l" r="r" t="t"/>
              <a:pathLst>
                <a:path extrusionOk="0" h="875" w="1113">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6"/>
            <p:cNvSpPr/>
            <p:nvPr/>
          </p:nvSpPr>
          <p:spPr>
            <a:xfrm>
              <a:off x="1611100" y="3392825"/>
              <a:ext cx="26300" cy="24650"/>
            </a:xfrm>
            <a:custGeom>
              <a:rect b="b" l="l" r="r" t="t"/>
              <a:pathLst>
                <a:path extrusionOk="0" h="986" w="1052">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6"/>
            <p:cNvSpPr/>
            <p:nvPr/>
          </p:nvSpPr>
          <p:spPr>
            <a:xfrm>
              <a:off x="2233600" y="3828000"/>
              <a:ext cx="18275" cy="19275"/>
            </a:xfrm>
            <a:custGeom>
              <a:rect b="b" l="l" r="r" t="t"/>
              <a:pathLst>
                <a:path extrusionOk="0" h="771" w="731">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6"/>
            <p:cNvSpPr/>
            <p:nvPr/>
          </p:nvSpPr>
          <p:spPr>
            <a:xfrm>
              <a:off x="2564525" y="3930825"/>
              <a:ext cx="88525" cy="91100"/>
            </a:xfrm>
            <a:custGeom>
              <a:rect b="b" l="l" r="r" t="t"/>
              <a:pathLst>
                <a:path extrusionOk="0" h="3644" w="3541">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6"/>
            <p:cNvSpPr/>
            <p:nvPr/>
          </p:nvSpPr>
          <p:spPr>
            <a:xfrm>
              <a:off x="1589325" y="3178675"/>
              <a:ext cx="1345850" cy="1985650"/>
            </a:xfrm>
            <a:custGeom>
              <a:rect b="b" l="l" r="r" t="t"/>
              <a:pathLst>
                <a:path extrusionOk="0" h="79426" w="53834">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6"/>
            <p:cNvSpPr/>
            <p:nvPr/>
          </p:nvSpPr>
          <p:spPr>
            <a:xfrm>
              <a:off x="2003525" y="3325225"/>
              <a:ext cx="305325" cy="147250"/>
            </a:xfrm>
            <a:custGeom>
              <a:rect b="b" l="l" r="r" t="t"/>
              <a:pathLst>
                <a:path extrusionOk="0" h="5890" w="12213">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6"/>
            <p:cNvSpPr/>
            <p:nvPr/>
          </p:nvSpPr>
          <p:spPr>
            <a:xfrm>
              <a:off x="2053850" y="2646725"/>
              <a:ext cx="613050" cy="516425"/>
            </a:xfrm>
            <a:custGeom>
              <a:rect b="b" l="l" r="r" t="t"/>
              <a:pathLst>
                <a:path extrusionOk="0" h="20657" w="24522">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6"/>
            <p:cNvSpPr/>
            <p:nvPr/>
          </p:nvSpPr>
          <p:spPr>
            <a:xfrm>
              <a:off x="2878850" y="956500"/>
              <a:ext cx="59000" cy="79050"/>
            </a:xfrm>
            <a:custGeom>
              <a:rect b="b" l="l" r="r" t="t"/>
              <a:pathLst>
                <a:path extrusionOk="0" h="3162" w="236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6"/>
            <p:cNvSpPr/>
            <p:nvPr/>
          </p:nvSpPr>
          <p:spPr>
            <a:xfrm>
              <a:off x="2591950" y="1603975"/>
              <a:ext cx="3275" cy="3925"/>
            </a:xfrm>
            <a:custGeom>
              <a:rect b="b" l="l" r="r" t="t"/>
              <a:pathLst>
                <a:path extrusionOk="0" h="157" w="131">
                  <a:moveTo>
                    <a:pt x="131" y="0"/>
                  </a:moveTo>
                  <a:cubicBezTo>
                    <a:pt x="88" y="52"/>
                    <a:pt x="47" y="104"/>
                    <a:pt x="1" y="156"/>
                  </a:cubicBezTo>
                  <a:cubicBezTo>
                    <a:pt x="47" y="107"/>
                    <a:pt x="90" y="55"/>
                    <a:pt x="1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6"/>
            <p:cNvSpPr/>
            <p:nvPr/>
          </p:nvSpPr>
          <p:spPr>
            <a:xfrm>
              <a:off x="2741575" y="1422025"/>
              <a:ext cx="117325" cy="137075"/>
            </a:xfrm>
            <a:custGeom>
              <a:rect b="b" l="l" r="r" t="t"/>
              <a:pathLst>
                <a:path extrusionOk="0" h="5483" w="4693">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56"/>
            <p:cNvSpPr/>
            <p:nvPr/>
          </p:nvSpPr>
          <p:spPr>
            <a:xfrm>
              <a:off x="2753550" y="1723425"/>
              <a:ext cx="46075" cy="54600"/>
            </a:xfrm>
            <a:custGeom>
              <a:rect b="b" l="l" r="r" t="t"/>
              <a:pathLst>
                <a:path extrusionOk="0" h="2184" w="1843">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6"/>
            <p:cNvSpPr/>
            <p:nvPr/>
          </p:nvSpPr>
          <p:spPr>
            <a:xfrm>
              <a:off x="3013825" y="1258700"/>
              <a:ext cx="106550" cy="113700"/>
            </a:xfrm>
            <a:custGeom>
              <a:rect b="b" l="l" r="r" t="t"/>
              <a:pathLst>
                <a:path extrusionOk="0" h="4548" w="4262">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6"/>
            <p:cNvSpPr/>
            <p:nvPr/>
          </p:nvSpPr>
          <p:spPr>
            <a:xfrm>
              <a:off x="3189500" y="1467850"/>
              <a:ext cx="5950" cy="5300"/>
            </a:xfrm>
            <a:custGeom>
              <a:rect b="b" l="l" r="r" t="t"/>
              <a:pathLst>
                <a:path extrusionOk="0" h="212" w="238">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6"/>
            <p:cNvSpPr/>
            <p:nvPr/>
          </p:nvSpPr>
          <p:spPr>
            <a:xfrm>
              <a:off x="1570450" y="549050"/>
              <a:ext cx="1813800" cy="1774475"/>
            </a:xfrm>
            <a:custGeom>
              <a:rect b="b" l="l" r="r" t="t"/>
              <a:pathLst>
                <a:path extrusionOk="0" h="70979" w="72552">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6"/>
            <p:cNvSpPr/>
            <p:nvPr/>
          </p:nvSpPr>
          <p:spPr>
            <a:xfrm>
              <a:off x="1156325" y="1192300"/>
              <a:ext cx="429675" cy="394375"/>
            </a:xfrm>
            <a:custGeom>
              <a:rect b="b" l="l" r="r" t="t"/>
              <a:pathLst>
                <a:path extrusionOk="0" h="15775" w="17187">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6"/>
            <p:cNvSpPr/>
            <p:nvPr/>
          </p:nvSpPr>
          <p:spPr>
            <a:xfrm>
              <a:off x="1539350" y="1278375"/>
              <a:ext cx="75750" cy="77625"/>
            </a:xfrm>
            <a:custGeom>
              <a:rect b="b" l="l" r="r" t="t"/>
              <a:pathLst>
                <a:path extrusionOk="0" h="3105" w="303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6"/>
            <p:cNvSpPr/>
            <p:nvPr/>
          </p:nvSpPr>
          <p:spPr>
            <a:xfrm>
              <a:off x="1546875" y="1112825"/>
              <a:ext cx="224550" cy="180650"/>
            </a:xfrm>
            <a:custGeom>
              <a:rect b="b" l="l" r="r" t="t"/>
              <a:pathLst>
                <a:path extrusionOk="0" h="7226" w="8982">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6"/>
            <p:cNvSpPr/>
            <p:nvPr/>
          </p:nvSpPr>
          <p:spPr>
            <a:xfrm>
              <a:off x="1737125" y="905350"/>
              <a:ext cx="192825" cy="321850"/>
            </a:xfrm>
            <a:custGeom>
              <a:rect b="b" l="l" r="r" t="t"/>
              <a:pathLst>
                <a:path extrusionOk="0" h="12874" w="7713">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6"/>
            <p:cNvSpPr/>
            <p:nvPr/>
          </p:nvSpPr>
          <p:spPr>
            <a:xfrm>
              <a:off x="3134800" y="2033550"/>
              <a:ext cx="230750" cy="177850"/>
            </a:xfrm>
            <a:custGeom>
              <a:rect b="b" l="l" r="r" t="t"/>
              <a:pathLst>
                <a:path extrusionOk="0" h="7114" w="923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6"/>
            <p:cNvSpPr/>
            <p:nvPr/>
          </p:nvSpPr>
          <p:spPr>
            <a:xfrm>
              <a:off x="3451425" y="1868325"/>
              <a:ext cx="900375" cy="1164925"/>
            </a:xfrm>
            <a:custGeom>
              <a:rect b="b" l="l" r="r" t="t"/>
              <a:pathLst>
                <a:path extrusionOk="0" h="46597" w="36015">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6"/>
            <p:cNvSpPr/>
            <p:nvPr/>
          </p:nvSpPr>
          <p:spPr>
            <a:xfrm>
              <a:off x="3718175" y="2963250"/>
              <a:ext cx="10100" cy="10000"/>
            </a:xfrm>
            <a:custGeom>
              <a:rect b="b" l="l" r="r" t="t"/>
              <a:pathLst>
                <a:path extrusionOk="0" h="400" w="404">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6"/>
            <p:cNvSpPr/>
            <p:nvPr/>
          </p:nvSpPr>
          <p:spPr>
            <a:xfrm>
              <a:off x="3701000" y="2861350"/>
              <a:ext cx="59850" cy="102000"/>
            </a:xfrm>
            <a:custGeom>
              <a:rect b="b" l="l" r="r" t="t"/>
              <a:pathLst>
                <a:path extrusionOk="0" h="4080" w="2394">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6"/>
            <p:cNvSpPr/>
            <p:nvPr/>
          </p:nvSpPr>
          <p:spPr>
            <a:xfrm>
              <a:off x="4162850" y="3176950"/>
              <a:ext cx="825" cy="1400"/>
            </a:xfrm>
            <a:custGeom>
              <a:rect b="b" l="l" r="r" t="t"/>
              <a:pathLst>
                <a:path extrusionOk="0" h="56" w="33">
                  <a:moveTo>
                    <a:pt x="32" y="1"/>
                  </a:moveTo>
                  <a:cubicBezTo>
                    <a:pt x="24" y="12"/>
                    <a:pt x="15" y="27"/>
                    <a:pt x="6" y="41"/>
                  </a:cubicBezTo>
                  <a:lnTo>
                    <a:pt x="1" y="56"/>
                  </a:lnTo>
                  <a:cubicBezTo>
                    <a:pt x="9" y="35"/>
                    <a:pt x="24" y="18"/>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6"/>
            <p:cNvSpPr/>
            <p:nvPr/>
          </p:nvSpPr>
          <p:spPr>
            <a:xfrm>
              <a:off x="3697825" y="3288025"/>
              <a:ext cx="7975" cy="11300"/>
            </a:xfrm>
            <a:custGeom>
              <a:rect b="b" l="l" r="r" t="t"/>
              <a:pathLst>
                <a:path extrusionOk="0" h="452" w="319">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6"/>
            <p:cNvSpPr/>
            <p:nvPr/>
          </p:nvSpPr>
          <p:spPr>
            <a:xfrm>
              <a:off x="3909450" y="3369675"/>
              <a:ext cx="62600" cy="80850"/>
            </a:xfrm>
            <a:custGeom>
              <a:rect b="b" l="l" r="r" t="t"/>
              <a:pathLst>
                <a:path extrusionOk="0" h="3234" w="250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6"/>
            <p:cNvSpPr/>
            <p:nvPr/>
          </p:nvSpPr>
          <p:spPr>
            <a:xfrm>
              <a:off x="3285550" y="3006625"/>
              <a:ext cx="1042475" cy="1050600"/>
            </a:xfrm>
            <a:custGeom>
              <a:rect b="b" l="l" r="r" t="t"/>
              <a:pathLst>
                <a:path extrusionOk="0" h="42024" w="41699">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6"/>
            <p:cNvSpPr/>
            <p:nvPr/>
          </p:nvSpPr>
          <p:spPr>
            <a:xfrm>
              <a:off x="4020600" y="4528725"/>
              <a:ext cx="89650" cy="23625"/>
            </a:xfrm>
            <a:custGeom>
              <a:rect b="b" l="l" r="r" t="t"/>
              <a:pathLst>
                <a:path extrusionOk="0" h="945" w="3586">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6"/>
            <p:cNvSpPr/>
            <p:nvPr/>
          </p:nvSpPr>
          <p:spPr>
            <a:xfrm>
              <a:off x="3817925" y="4050975"/>
              <a:ext cx="202775" cy="477700"/>
            </a:xfrm>
            <a:custGeom>
              <a:rect b="b" l="l" r="r" t="t"/>
              <a:pathLst>
                <a:path extrusionOk="0" h="19108" w="8111">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6"/>
            <p:cNvSpPr/>
            <p:nvPr/>
          </p:nvSpPr>
          <p:spPr>
            <a:xfrm>
              <a:off x="4110175" y="3244525"/>
              <a:ext cx="798225" cy="1302350"/>
            </a:xfrm>
            <a:custGeom>
              <a:rect b="b" l="l" r="r" t="t"/>
              <a:pathLst>
                <a:path extrusionOk="0" h="52094" w="31929">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6"/>
            <p:cNvSpPr/>
            <p:nvPr/>
          </p:nvSpPr>
          <p:spPr>
            <a:xfrm>
              <a:off x="3835550" y="2303200"/>
              <a:ext cx="19500" cy="20300"/>
            </a:xfrm>
            <a:custGeom>
              <a:rect b="b" l="l" r="r" t="t"/>
              <a:pathLst>
                <a:path extrusionOk="0" h="812" w="78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6"/>
            <p:cNvSpPr/>
            <p:nvPr/>
          </p:nvSpPr>
          <p:spPr>
            <a:xfrm>
              <a:off x="3855025" y="2280550"/>
              <a:ext cx="21675" cy="22675"/>
            </a:xfrm>
            <a:custGeom>
              <a:rect b="b" l="l" r="r" t="t"/>
              <a:pathLst>
                <a:path extrusionOk="0" h="907" w="867">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6"/>
            <p:cNvSpPr/>
            <p:nvPr/>
          </p:nvSpPr>
          <p:spPr>
            <a:xfrm>
              <a:off x="3876675" y="2249375"/>
              <a:ext cx="28750" cy="31200"/>
            </a:xfrm>
            <a:custGeom>
              <a:rect b="b" l="l" r="r" t="t"/>
              <a:pathLst>
                <a:path extrusionOk="0" h="1248" w="115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6"/>
            <p:cNvSpPr/>
            <p:nvPr/>
          </p:nvSpPr>
          <p:spPr>
            <a:xfrm>
              <a:off x="3514925" y="1774450"/>
              <a:ext cx="981275" cy="1252850"/>
            </a:xfrm>
            <a:custGeom>
              <a:rect b="b" l="l" r="r" t="t"/>
              <a:pathLst>
                <a:path extrusionOk="0" h="50114" w="39251">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6"/>
            <p:cNvSpPr/>
            <p:nvPr/>
          </p:nvSpPr>
          <p:spPr>
            <a:xfrm>
              <a:off x="4676950" y="2073550"/>
              <a:ext cx="20750" cy="22675"/>
            </a:xfrm>
            <a:custGeom>
              <a:rect b="b" l="l" r="r" t="t"/>
              <a:pathLst>
                <a:path extrusionOk="0" h="907" w="83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6"/>
            <p:cNvSpPr/>
            <p:nvPr/>
          </p:nvSpPr>
          <p:spPr>
            <a:xfrm>
              <a:off x="4104175" y="2561150"/>
              <a:ext cx="133900" cy="132250"/>
            </a:xfrm>
            <a:custGeom>
              <a:rect b="b" l="l" r="r" t="t"/>
              <a:pathLst>
                <a:path extrusionOk="0" h="5290" w="5356">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6"/>
            <p:cNvSpPr/>
            <p:nvPr/>
          </p:nvSpPr>
          <p:spPr>
            <a:xfrm>
              <a:off x="4529425" y="2080700"/>
              <a:ext cx="100725" cy="115050"/>
            </a:xfrm>
            <a:custGeom>
              <a:rect b="b" l="l" r="r" t="t"/>
              <a:pathLst>
                <a:path extrusionOk="0" h="4602" w="4029">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6"/>
            <p:cNvSpPr/>
            <p:nvPr/>
          </p:nvSpPr>
          <p:spPr>
            <a:xfrm>
              <a:off x="4023550" y="2864950"/>
              <a:ext cx="12525" cy="11925"/>
            </a:xfrm>
            <a:custGeom>
              <a:rect b="b" l="l" r="r" t="t"/>
              <a:pathLst>
                <a:path extrusionOk="0" h="477" w="501">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6"/>
            <p:cNvSpPr/>
            <p:nvPr/>
          </p:nvSpPr>
          <p:spPr>
            <a:xfrm>
              <a:off x="4146900" y="2619550"/>
              <a:ext cx="291675" cy="383175"/>
            </a:xfrm>
            <a:custGeom>
              <a:rect b="b" l="l" r="r" t="t"/>
              <a:pathLst>
                <a:path extrusionOk="0" h="15327" w="1166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6"/>
            <p:cNvSpPr/>
            <p:nvPr/>
          </p:nvSpPr>
          <p:spPr>
            <a:xfrm>
              <a:off x="4438500" y="2570050"/>
              <a:ext cx="41375" cy="49525"/>
            </a:xfrm>
            <a:custGeom>
              <a:rect b="b" l="l" r="r" t="t"/>
              <a:pathLst>
                <a:path extrusionOk="0" h="1981" w="1655">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6"/>
            <p:cNvSpPr/>
            <p:nvPr/>
          </p:nvSpPr>
          <p:spPr>
            <a:xfrm>
              <a:off x="4346675" y="2672675"/>
              <a:ext cx="43475" cy="51550"/>
            </a:xfrm>
            <a:custGeom>
              <a:rect b="b" l="l" r="r" t="t"/>
              <a:pathLst>
                <a:path extrusionOk="0" h="2062" w="1739">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6"/>
            <p:cNvSpPr/>
            <p:nvPr/>
          </p:nvSpPr>
          <p:spPr>
            <a:xfrm>
              <a:off x="3715150" y="1348850"/>
              <a:ext cx="1605150" cy="1793100"/>
            </a:xfrm>
            <a:custGeom>
              <a:rect b="b" l="l" r="r" t="t"/>
              <a:pathLst>
                <a:path extrusionOk="0" h="71724" w="64206">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6"/>
            <p:cNvSpPr/>
            <p:nvPr/>
          </p:nvSpPr>
          <p:spPr>
            <a:xfrm>
              <a:off x="5218275" y="1585725"/>
              <a:ext cx="162200" cy="137000"/>
            </a:xfrm>
            <a:custGeom>
              <a:rect b="b" l="l" r="r" t="t"/>
              <a:pathLst>
                <a:path extrusionOk="0" h="5480" w="6488">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6"/>
            <p:cNvSpPr/>
            <p:nvPr/>
          </p:nvSpPr>
          <p:spPr>
            <a:xfrm>
              <a:off x="4237700" y="3191475"/>
              <a:ext cx="64175" cy="89875"/>
            </a:xfrm>
            <a:custGeom>
              <a:rect b="b" l="l" r="r" t="t"/>
              <a:pathLst>
                <a:path extrusionOk="0" h="3595" w="2567">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6"/>
            <p:cNvSpPr/>
            <p:nvPr/>
          </p:nvSpPr>
          <p:spPr>
            <a:xfrm>
              <a:off x="4212000" y="3281400"/>
              <a:ext cx="25725" cy="37050"/>
            </a:xfrm>
            <a:custGeom>
              <a:rect b="b" l="l" r="r" t="t"/>
              <a:pathLst>
                <a:path extrusionOk="0" h="1482" w="1029">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6"/>
            <p:cNvSpPr/>
            <p:nvPr/>
          </p:nvSpPr>
          <p:spPr>
            <a:xfrm>
              <a:off x="3872150" y="3337350"/>
              <a:ext cx="734525" cy="1216250"/>
            </a:xfrm>
            <a:custGeom>
              <a:rect b="b" l="l" r="r" t="t"/>
              <a:pathLst>
                <a:path extrusionOk="0" h="48650" w="29381">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6"/>
            <p:cNvSpPr/>
            <p:nvPr/>
          </p:nvSpPr>
          <p:spPr>
            <a:xfrm>
              <a:off x="4007750" y="3526075"/>
              <a:ext cx="134350" cy="162425"/>
            </a:xfrm>
            <a:custGeom>
              <a:rect b="b" l="l" r="r" t="t"/>
              <a:pathLst>
                <a:path extrusionOk="0" h="6497" w="5374">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6"/>
            <p:cNvSpPr/>
            <p:nvPr/>
          </p:nvSpPr>
          <p:spPr>
            <a:xfrm>
              <a:off x="4015750" y="3586775"/>
              <a:ext cx="128225" cy="188550"/>
            </a:xfrm>
            <a:custGeom>
              <a:rect b="b" l="l" r="r" t="t"/>
              <a:pathLst>
                <a:path extrusionOk="0" h="7542" w="5129">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6"/>
            <p:cNvSpPr/>
            <p:nvPr/>
          </p:nvSpPr>
          <p:spPr>
            <a:xfrm>
              <a:off x="3786475" y="1293300"/>
              <a:ext cx="2115175" cy="2649500"/>
            </a:xfrm>
            <a:custGeom>
              <a:rect b="b" l="l" r="r" t="t"/>
              <a:pathLst>
                <a:path extrusionOk="0" h="105980" w="84607">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6"/>
            <p:cNvSpPr/>
            <p:nvPr/>
          </p:nvSpPr>
          <p:spPr>
            <a:xfrm>
              <a:off x="5490650" y="3675725"/>
              <a:ext cx="84675" cy="91500"/>
            </a:xfrm>
            <a:custGeom>
              <a:rect b="b" l="l" r="r" t="t"/>
              <a:pathLst>
                <a:path extrusionOk="0" h="3660" w="3387">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6"/>
            <p:cNvSpPr/>
            <p:nvPr/>
          </p:nvSpPr>
          <p:spPr>
            <a:xfrm>
              <a:off x="5646325" y="3602300"/>
              <a:ext cx="178375" cy="319450"/>
            </a:xfrm>
            <a:custGeom>
              <a:rect b="b" l="l" r="r" t="t"/>
              <a:pathLst>
                <a:path extrusionOk="0" h="12778" w="7135">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6"/>
            <p:cNvSpPr/>
            <p:nvPr/>
          </p:nvSpPr>
          <p:spPr>
            <a:xfrm>
              <a:off x="5824675" y="3921725"/>
              <a:ext cx="90675" cy="31725"/>
            </a:xfrm>
            <a:custGeom>
              <a:rect b="b" l="l" r="r" t="t"/>
              <a:pathLst>
                <a:path extrusionOk="0" h="1269" w="3627">
                  <a:moveTo>
                    <a:pt x="1" y="1"/>
                  </a:moveTo>
                  <a:cubicBezTo>
                    <a:pt x="853" y="653"/>
                    <a:pt x="2163" y="1049"/>
                    <a:pt x="3627" y="1268"/>
                  </a:cubicBezTo>
                  <a:cubicBezTo>
                    <a:pt x="2386" y="945"/>
                    <a:pt x="1173" y="52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6"/>
            <p:cNvSpPr/>
            <p:nvPr/>
          </p:nvSpPr>
          <p:spPr>
            <a:xfrm>
              <a:off x="5516775" y="3755850"/>
              <a:ext cx="747050" cy="258800"/>
            </a:xfrm>
            <a:custGeom>
              <a:rect b="b" l="l" r="r" t="t"/>
              <a:pathLst>
                <a:path extrusionOk="0" h="10352" w="2988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6"/>
            <p:cNvSpPr/>
            <p:nvPr/>
          </p:nvSpPr>
          <p:spPr>
            <a:xfrm>
              <a:off x="5788675" y="3606475"/>
              <a:ext cx="8175" cy="6375"/>
            </a:xfrm>
            <a:custGeom>
              <a:rect b="b" l="l" r="r" t="t"/>
              <a:pathLst>
                <a:path extrusionOk="0" h="255" w="327">
                  <a:moveTo>
                    <a:pt x="165" y="0"/>
                  </a:moveTo>
                  <a:cubicBezTo>
                    <a:pt x="0" y="0"/>
                    <a:pt x="0" y="254"/>
                    <a:pt x="165" y="254"/>
                  </a:cubicBezTo>
                  <a:cubicBezTo>
                    <a:pt x="326" y="254"/>
                    <a:pt x="326" y="0"/>
                    <a:pt x="1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6"/>
            <p:cNvSpPr/>
            <p:nvPr/>
          </p:nvSpPr>
          <p:spPr>
            <a:xfrm>
              <a:off x="5590950" y="3167925"/>
              <a:ext cx="491425" cy="517425"/>
            </a:xfrm>
            <a:custGeom>
              <a:rect b="b" l="l" r="r" t="t"/>
              <a:pathLst>
                <a:path extrusionOk="0" h="20697" w="1965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6"/>
            <p:cNvSpPr/>
            <p:nvPr/>
          </p:nvSpPr>
          <p:spPr>
            <a:xfrm>
              <a:off x="5996400" y="2979625"/>
              <a:ext cx="227725" cy="171275"/>
            </a:xfrm>
            <a:custGeom>
              <a:rect b="b" l="l" r="r" t="t"/>
              <a:pathLst>
                <a:path extrusionOk="0" h="6851" w="9109">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6"/>
            <p:cNvSpPr/>
            <p:nvPr/>
          </p:nvSpPr>
          <p:spPr>
            <a:xfrm>
              <a:off x="6186125" y="2701725"/>
              <a:ext cx="225450" cy="340000"/>
            </a:xfrm>
            <a:custGeom>
              <a:rect b="b" l="l" r="r" t="t"/>
              <a:pathLst>
                <a:path extrusionOk="0" h="13600" w="9018">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6"/>
            <p:cNvSpPr/>
            <p:nvPr/>
          </p:nvSpPr>
          <p:spPr>
            <a:xfrm>
              <a:off x="6187425" y="2719500"/>
              <a:ext cx="405000" cy="468050"/>
            </a:xfrm>
            <a:custGeom>
              <a:rect b="b" l="l" r="r" t="t"/>
              <a:pathLst>
                <a:path extrusionOk="0" h="18722" w="1620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6"/>
            <p:cNvSpPr/>
            <p:nvPr/>
          </p:nvSpPr>
          <p:spPr>
            <a:xfrm>
              <a:off x="6328025" y="2219625"/>
              <a:ext cx="575775" cy="590850"/>
            </a:xfrm>
            <a:custGeom>
              <a:rect b="b" l="l" r="r" t="t"/>
              <a:pathLst>
                <a:path extrusionOk="0" h="23634" w="23031">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6"/>
            <p:cNvSpPr/>
            <p:nvPr/>
          </p:nvSpPr>
          <p:spPr>
            <a:xfrm>
              <a:off x="6705250" y="2055250"/>
              <a:ext cx="527450" cy="644225"/>
            </a:xfrm>
            <a:custGeom>
              <a:rect b="b" l="l" r="r" t="t"/>
              <a:pathLst>
                <a:path extrusionOk="0" h="25769" w="21098">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6"/>
            <p:cNvSpPr/>
            <p:nvPr/>
          </p:nvSpPr>
          <p:spPr>
            <a:xfrm>
              <a:off x="5768900" y="1995950"/>
              <a:ext cx="164800" cy="211150"/>
            </a:xfrm>
            <a:custGeom>
              <a:rect b="b" l="l" r="r" t="t"/>
              <a:pathLst>
                <a:path extrusionOk="0" h="8446" w="6592">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6"/>
            <p:cNvSpPr/>
            <p:nvPr/>
          </p:nvSpPr>
          <p:spPr>
            <a:xfrm>
              <a:off x="5705950" y="2238400"/>
              <a:ext cx="36900" cy="47575"/>
            </a:xfrm>
            <a:custGeom>
              <a:rect b="b" l="l" r="r" t="t"/>
              <a:pathLst>
                <a:path extrusionOk="0" h="1903" w="1476">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6"/>
            <p:cNvSpPr/>
            <p:nvPr/>
          </p:nvSpPr>
          <p:spPr>
            <a:xfrm>
              <a:off x="5166150" y="3442125"/>
              <a:ext cx="4425" cy="5725"/>
            </a:xfrm>
            <a:custGeom>
              <a:rect b="b" l="l" r="r" t="t"/>
              <a:pathLst>
                <a:path extrusionOk="0" h="229" w="177">
                  <a:moveTo>
                    <a:pt x="177" y="1"/>
                  </a:moveTo>
                  <a:cubicBezTo>
                    <a:pt x="108" y="76"/>
                    <a:pt x="59" y="151"/>
                    <a:pt x="1" y="229"/>
                  </a:cubicBezTo>
                  <a:cubicBezTo>
                    <a:pt x="59" y="154"/>
                    <a:pt x="119" y="76"/>
                    <a:pt x="1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6"/>
            <p:cNvSpPr/>
            <p:nvPr/>
          </p:nvSpPr>
          <p:spPr>
            <a:xfrm>
              <a:off x="5451900" y="3109550"/>
              <a:ext cx="52075" cy="70600"/>
            </a:xfrm>
            <a:custGeom>
              <a:rect b="b" l="l" r="r" t="t"/>
              <a:pathLst>
                <a:path extrusionOk="0" h="2824" w="2083">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6"/>
            <p:cNvSpPr/>
            <p:nvPr/>
          </p:nvSpPr>
          <p:spPr>
            <a:xfrm>
              <a:off x="6131925" y="2028500"/>
              <a:ext cx="71475" cy="94575"/>
            </a:xfrm>
            <a:custGeom>
              <a:rect b="b" l="l" r="r" t="t"/>
              <a:pathLst>
                <a:path extrusionOk="0" h="3783" w="2859">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6"/>
            <p:cNvSpPr/>
            <p:nvPr/>
          </p:nvSpPr>
          <p:spPr>
            <a:xfrm>
              <a:off x="6257025" y="2090000"/>
              <a:ext cx="175750" cy="248300"/>
            </a:xfrm>
            <a:custGeom>
              <a:rect b="b" l="l" r="r" t="t"/>
              <a:pathLst>
                <a:path extrusionOk="0" h="9932" w="703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6"/>
            <p:cNvSpPr/>
            <p:nvPr/>
          </p:nvSpPr>
          <p:spPr>
            <a:xfrm>
              <a:off x="6294325" y="2124500"/>
              <a:ext cx="299850" cy="401100"/>
            </a:xfrm>
            <a:custGeom>
              <a:rect b="b" l="l" r="r" t="t"/>
              <a:pathLst>
                <a:path extrusionOk="0" h="16044" w="1199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6"/>
            <p:cNvSpPr/>
            <p:nvPr/>
          </p:nvSpPr>
          <p:spPr>
            <a:xfrm>
              <a:off x="6594150" y="2032400"/>
              <a:ext cx="76950" cy="92050"/>
            </a:xfrm>
            <a:custGeom>
              <a:rect b="b" l="l" r="r" t="t"/>
              <a:pathLst>
                <a:path extrusionOk="0" h="3682" w="3078">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6"/>
            <p:cNvSpPr/>
            <p:nvPr/>
          </p:nvSpPr>
          <p:spPr>
            <a:xfrm>
              <a:off x="6161675" y="2525575"/>
              <a:ext cx="132675" cy="194325"/>
            </a:xfrm>
            <a:custGeom>
              <a:rect b="b" l="l" r="r" t="t"/>
              <a:pathLst>
                <a:path extrusionOk="0" h="7773" w="5307">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6"/>
            <p:cNvSpPr/>
            <p:nvPr/>
          </p:nvSpPr>
          <p:spPr>
            <a:xfrm>
              <a:off x="6379550" y="3041325"/>
              <a:ext cx="23100" cy="28100"/>
            </a:xfrm>
            <a:custGeom>
              <a:rect b="b" l="l" r="r" t="t"/>
              <a:pathLst>
                <a:path extrusionOk="0" h="1124" w="9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6"/>
            <p:cNvSpPr/>
            <p:nvPr/>
          </p:nvSpPr>
          <p:spPr>
            <a:xfrm>
              <a:off x="6393200" y="3039675"/>
              <a:ext cx="2425" cy="3650"/>
            </a:xfrm>
            <a:custGeom>
              <a:rect b="b" l="l" r="r" t="t"/>
              <a:pathLst>
                <a:path extrusionOk="0" h="146" w="97">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6"/>
            <p:cNvSpPr/>
            <p:nvPr/>
          </p:nvSpPr>
          <p:spPr>
            <a:xfrm>
              <a:off x="6013550" y="3351625"/>
              <a:ext cx="475" cy="600"/>
            </a:xfrm>
            <a:custGeom>
              <a:rect b="b" l="l" r="r" t="t"/>
              <a:pathLst>
                <a:path extrusionOk="0" h="24" w="19">
                  <a:moveTo>
                    <a:pt x="18" y="0"/>
                  </a:moveTo>
                  <a:cubicBezTo>
                    <a:pt x="8" y="14"/>
                    <a:pt x="1" y="23"/>
                    <a:pt x="1" y="23"/>
                  </a:cubicBezTo>
                  <a:cubicBezTo>
                    <a:pt x="1" y="23"/>
                    <a:pt x="6" y="16"/>
                    <a:pt x="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6"/>
            <p:cNvSpPr/>
            <p:nvPr/>
          </p:nvSpPr>
          <p:spPr>
            <a:xfrm>
              <a:off x="6661050" y="2225050"/>
              <a:ext cx="3275" cy="4200"/>
            </a:xfrm>
            <a:custGeom>
              <a:rect b="b" l="l" r="r" t="t"/>
              <a:pathLst>
                <a:path extrusionOk="0" h="168" w="131">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6"/>
            <p:cNvSpPr/>
            <p:nvPr/>
          </p:nvSpPr>
          <p:spPr>
            <a:xfrm>
              <a:off x="4492925" y="1558725"/>
              <a:ext cx="2898050" cy="2460325"/>
            </a:xfrm>
            <a:custGeom>
              <a:rect b="b" l="l" r="r" t="t"/>
              <a:pathLst>
                <a:path extrusionOk="0" h="98413" w="115922">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6"/>
            <p:cNvSpPr/>
            <p:nvPr/>
          </p:nvSpPr>
          <p:spPr>
            <a:xfrm>
              <a:off x="3821825" y="993775"/>
              <a:ext cx="392800" cy="417775"/>
            </a:xfrm>
            <a:custGeom>
              <a:rect b="b" l="l" r="r" t="t"/>
              <a:pathLst>
                <a:path extrusionOk="0" h="16711" w="15712">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6"/>
            <p:cNvSpPr/>
            <p:nvPr/>
          </p:nvSpPr>
          <p:spPr>
            <a:xfrm>
              <a:off x="4492625" y="804475"/>
              <a:ext cx="446125" cy="296800"/>
            </a:xfrm>
            <a:custGeom>
              <a:rect b="b" l="l" r="r" t="t"/>
              <a:pathLst>
                <a:path extrusionOk="0" h="11872" w="17845">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6"/>
            <p:cNvSpPr/>
            <p:nvPr/>
          </p:nvSpPr>
          <p:spPr>
            <a:xfrm>
              <a:off x="5432550" y="952075"/>
              <a:ext cx="328650" cy="322675"/>
            </a:xfrm>
            <a:custGeom>
              <a:rect b="b" l="l" r="r" t="t"/>
              <a:pathLst>
                <a:path extrusionOk="0" h="12907" w="13146">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6"/>
            <p:cNvSpPr/>
            <p:nvPr/>
          </p:nvSpPr>
          <p:spPr>
            <a:xfrm>
              <a:off x="6326800" y="1440800"/>
              <a:ext cx="161475" cy="100175"/>
            </a:xfrm>
            <a:custGeom>
              <a:rect b="b" l="l" r="r" t="t"/>
              <a:pathLst>
                <a:path extrusionOk="0" h="4007" w="6459">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6"/>
            <p:cNvSpPr/>
            <p:nvPr/>
          </p:nvSpPr>
          <p:spPr>
            <a:xfrm>
              <a:off x="6512725" y="1459400"/>
              <a:ext cx="130525" cy="109825"/>
            </a:xfrm>
            <a:custGeom>
              <a:rect b="b" l="l" r="r" t="t"/>
              <a:pathLst>
                <a:path extrusionOk="0" h="4393" w="5221">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6"/>
            <p:cNvSpPr/>
            <p:nvPr/>
          </p:nvSpPr>
          <p:spPr>
            <a:xfrm>
              <a:off x="6382025" y="1568650"/>
              <a:ext cx="133400" cy="76300"/>
            </a:xfrm>
            <a:custGeom>
              <a:rect b="b" l="l" r="r" t="t"/>
              <a:pathLst>
                <a:path extrusionOk="0" h="3052" w="5336">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6"/>
            <p:cNvSpPr/>
            <p:nvPr/>
          </p:nvSpPr>
          <p:spPr>
            <a:xfrm>
              <a:off x="7159050" y="1734200"/>
              <a:ext cx="125325" cy="71225"/>
            </a:xfrm>
            <a:custGeom>
              <a:rect b="b" l="l" r="r" t="t"/>
              <a:pathLst>
                <a:path extrusionOk="0" h="2849" w="5013">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6"/>
            <p:cNvSpPr/>
            <p:nvPr/>
          </p:nvSpPr>
          <p:spPr>
            <a:xfrm>
              <a:off x="5991550" y="3413900"/>
              <a:ext cx="83825" cy="164550"/>
            </a:xfrm>
            <a:custGeom>
              <a:rect b="b" l="l" r="r" t="t"/>
              <a:pathLst>
                <a:path extrusionOk="0" h="6582" w="3353">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6"/>
            <p:cNvSpPr/>
            <p:nvPr/>
          </p:nvSpPr>
          <p:spPr>
            <a:xfrm>
              <a:off x="5981225" y="3763550"/>
              <a:ext cx="150150" cy="137775"/>
            </a:xfrm>
            <a:custGeom>
              <a:rect b="b" l="l" r="r" t="t"/>
              <a:pathLst>
                <a:path extrusionOk="0" h="5511" w="6006">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6"/>
            <p:cNvSpPr/>
            <p:nvPr/>
          </p:nvSpPr>
          <p:spPr>
            <a:xfrm>
              <a:off x="6073900" y="3620300"/>
              <a:ext cx="92475" cy="102900"/>
            </a:xfrm>
            <a:custGeom>
              <a:rect b="b" l="l" r="r" t="t"/>
              <a:pathLst>
                <a:path extrusionOk="0" h="4116" w="3699">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6"/>
            <p:cNvSpPr/>
            <p:nvPr/>
          </p:nvSpPr>
          <p:spPr>
            <a:xfrm>
              <a:off x="5776700" y="3655450"/>
              <a:ext cx="255650" cy="229725"/>
            </a:xfrm>
            <a:custGeom>
              <a:rect b="b" l="l" r="r" t="t"/>
              <a:pathLst>
                <a:path extrusionOk="0" h="9189" w="10226">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6"/>
            <p:cNvSpPr/>
            <p:nvPr/>
          </p:nvSpPr>
          <p:spPr>
            <a:xfrm>
              <a:off x="6225900" y="3825325"/>
              <a:ext cx="398875" cy="192375"/>
            </a:xfrm>
            <a:custGeom>
              <a:rect b="b" l="l" r="r" t="t"/>
              <a:pathLst>
                <a:path extrusionOk="0" h="7695" w="1595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6"/>
            <p:cNvSpPr/>
            <p:nvPr/>
          </p:nvSpPr>
          <p:spPr>
            <a:xfrm>
              <a:off x="6167800" y="4229200"/>
              <a:ext cx="43975" cy="65425"/>
            </a:xfrm>
            <a:custGeom>
              <a:rect b="b" l="l" r="r" t="t"/>
              <a:pathLst>
                <a:path extrusionOk="0" h="2617" w="1759">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6"/>
            <p:cNvSpPr/>
            <p:nvPr/>
          </p:nvSpPr>
          <p:spPr>
            <a:xfrm>
              <a:off x="6091225" y="4333200"/>
              <a:ext cx="12375" cy="16700"/>
            </a:xfrm>
            <a:custGeom>
              <a:rect b="b" l="l" r="r" t="t"/>
              <a:pathLst>
                <a:path extrusionOk="0" h="668" w="495">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6"/>
            <p:cNvSpPr/>
            <p:nvPr/>
          </p:nvSpPr>
          <p:spPr>
            <a:xfrm>
              <a:off x="6144775" y="4219175"/>
              <a:ext cx="40950" cy="59275"/>
            </a:xfrm>
            <a:custGeom>
              <a:rect b="b" l="l" r="r" t="t"/>
              <a:pathLst>
                <a:path extrusionOk="0" h="2371" w="1638">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6"/>
            <p:cNvSpPr/>
            <p:nvPr/>
          </p:nvSpPr>
          <p:spPr>
            <a:xfrm>
              <a:off x="5868925" y="3998175"/>
              <a:ext cx="673275" cy="683025"/>
            </a:xfrm>
            <a:custGeom>
              <a:rect b="b" l="l" r="r" t="t"/>
              <a:pathLst>
                <a:path extrusionOk="0" h="27321" w="2693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6"/>
            <p:cNvSpPr/>
            <p:nvPr/>
          </p:nvSpPr>
          <p:spPr>
            <a:xfrm>
              <a:off x="6158125" y="4021950"/>
              <a:ext cx="552250" cy="774725"/>
            </a:xfrm>
            <a:custGeom>
              <a:rect b="b" l="l" r="r" t="t"/>
              <a:pathLst>
                <a:path extrusionOk="0" h="30989" w="2209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6"/>
            <p:cNvSpPr/>
            <p:nvPr/>
          </p:nvSpPr>
          <p:spPr>
            <a:xfrm>
              <a:off x="6920800" y="4536575"/>
              <a:ext cx="288650" cy="364500"/>
            </a:xfrm>
            <a:custGeom>
              <a:rect b="b" l="l" r="r" t="t"/>
              <a:pathLst>
                <a:path extrusionOk="0" h="14580" w="11546">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6"/>
            <p:cNvSpPr/>
            <p:nvPr/>
          </p:nvSpPr>
          <p:spPr>
            <a:xfrm>
              <a:off x="4490450" y="4030275"/>
              <a:ext cx="166950" cy="327500"/>
            </a:xfrm>
            <a:custGeom>
              <a:rect b="b" l="l" r="r" t="t"/>
              <a:pathLst>
                <a:path extrusionOk="0" h="13100" w="6678">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6"/>
            <p:cNvSpPr/>
            <p:nvPr/>
          </p:nvSpPr>
          <p:spPr>
            <a:xfrm>
              <a:off x="2233550" y="2129125"/>
              <a:ext cx="18850" cy="19225"/>
            </a:xfrm>
            <a:custGeom>
              <a:rect b="b" l="l" r="r" t="t"/>
              <a:pathLst>
                <a:path extrusionOk="0" h="769" w="754">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6"/>
            <p:cNvSpPr/>
            <p:nvPr/>
          </p:nvSpPr>
          <p:spPr>
            <a:xfrm>
              <a:off x="1535825" y="2847850"/>
              <a:ext cx="14525" cy="17925"/>
            </a:xfrm>
            <a:custGeom>
              <a:rect b="b" l="l" r="r" t="t"/>
              <a:pathLst>
                <a:path extrusionOk="0" h="717" w="581">
                  <a:moveTo>
                    <a:pt x="581" y="0"/>
                  </a:moveTo>
                  <a:cubicBezTo>
                    <a:pt x="387" y="234"/>
                    <a:pt x="194" y="474"/>
                    <a:pt x="0" y="716"/>
                  </a:cubicBezTo>
                  <a:lnTo>
                    <a:pt x="5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6"/>
            <p:cNvSpPr/>
            <p:nvPr/>
          </p:nvSpPr>
          <p:spPr>
            <a:xfrm>
              <a:off x="1637725" y="3318000"/>
              <a:ext cx="22850" cy="21675"/>
            </a:xfrm>
            <a:custGeom>
              <a:rect b="b" l="l" r="r" t="t"/>
              <a:pathLst>
                <a:path extrusionOk="0" h="867" w="914">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6"/>
            <p:cNvSpPr/>
            <p:nvPr/>
          </p:nvSpPr>
          <p:spPr>
            <a:xfrm>
              <a:off x="1580550" y="3339650"/>
              <a:ext cx="57200" cy="68650"/>
            </a:xfrm>
            <a:custGeom>
              <a:rect b="b" l="l" r="r" t="t"/>
              <a:pathLst>
                <a:path extrusionOk="0" h="2746" w="2288">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6"/>
            <p:cNvSpPr/>
            <p:nvPr/>
          </p:nvSpPr>
          <p:spPr>
            <a:xfrm>
              <a:off x="1583350" y="3416000"/>
              <a:ext cx="9150" cy="13450"/>
            </a:xfrm>
            <a:custGeom>
              <a:rect b="b" l="l" r="r" t="t"/>
              <a:pathLst>
                <a:path extrusionOk="0" h="538" w="366">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6"/>
            <p:cNvSpPr/>
            <p:nvPr/>
          </p:nvSpPr>
          <p:spPr>
            <a:xfrm>
              <a:off x="989675" y="1551075"/>
              <a:ext cx="1615425" cy="1865375"/>
            </a:xfrm>
            <a:custGeom>
              <a:rect b="b" l="l" r="r" t="t"/>
              <a:pathLst>
                <a:path extrusionOk="0" h="74615" w="64617">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6"/>
            <p:cNvSpPr/>
            <p:nvPr/>
          </p:nvSpPr>
          <p:spPr>
            <a:xfrm>
              <a:off x="2436050" y="2480575"/>
              <a:ext cx="6675" cy="6050"/>
            </a:xfrm>
            <a:custGeom>
              <a:rect b="b" l="l" r="r" t="t"/>
              <a:pathLst>
                <a:path extrusionOk="0" h="242" w="267">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6"/>
            <p:cNvSpPr/>
            <p:nvPr/>
          </p:nvSpPr>
          <p:spPr>
            <a:xfrm>
              <a:off x="3237575" y="748750"/>
              <a:ext cx="6150" cy="6250"/>
            </a:xfrm>
            <a:custGeom>
              <a:rect b="b" l="l" r="r" t="t"/>
              <a:pathLst>
                <a:path extrusionOk="0" h="250" w="246">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6"/>
            <p:cNvSpPr/>
            <p:nvPr/>
          </p:nvSpPr>
          <p:spPr>
            <a:xfrm>
              <a:off x="3544900" y="2688975"/>
              <a:ext cx="3150" cy="5800"/>
            </a:xfrm>
            <a:custGeom>
              <a:rect b="b" l="l" r="r" t="t"/>
              <a:pathLst>
                <a:path extrusionOk="0" h="232" w="126">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6"/>
            <p:cNvSpPr/>
            <p:nvPr/>
          </p:nvSpPr>
          <p:spPr>
            <a:xfrm>
              <a:off x="3431000" y="2330125"/>
              <a:ext cx="228750" cy="311750"/>
            </a:xfrm>
            <a:custGeom>
              <a:rect b="b" l="l" r="r" t="t"/>
              <a:pathLst>
                <a:path extrusionOk="0" h="12470" w="915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7" name="Google Shape;3067;p56"/>
          <p:cNvGrpSpPr/>
          <p:nvPr/>
        </p:nvGrpSpPr>
        <p:grpSpPr>
          <a:xfrm>
            <a:off x="3514723" y="2830563"/>
            <a:ext cx="2310282" cy="1374222"/>
            <a:chOff x="238125" y="732525"/>
            <a:chExt cx="7130500" cy="4241425"/>
          </a:xfrm>
        </p:grpSpPr>
        <p:sp>
          <p:nvSpPr>
            <p:cNvPr id="3068" name="Google Shape;3068;p56"/>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6"/>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6"/>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6"/>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6"/>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6"/>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6"/>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6"/>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6"/>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6"/>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6"/>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6"/>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6"/>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6"/>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6"/>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6"/>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6"/>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6"/>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6"/>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6"/>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6"/>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6"/>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6"/>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6"/>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6"/>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6"/>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6"/>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6"/>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6"/>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6"/>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6"/>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6"/>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6"/>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6"/>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6"/>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6"/>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6"/>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6"/>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6"/>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6"/>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6"/>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6"/>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6"/>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6"/>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6"/>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6"/>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6"/>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6"/>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6"/>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6"/>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6"/>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6"/>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6"/>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6"/>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6"/>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6"/>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6"/>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6"/>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6"/>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6"/>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6"/>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6"/>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6"/>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6"/>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6"/>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6"/>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6"/>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6"/>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6"/>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6"/>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6"/>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6"/>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6"/>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6"/>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6"/>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6"/>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6"/>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6"/>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6"/>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6"/>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6"/>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6"/>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6"/>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6"/>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6"/>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6"/>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6"/>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6"/>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6"/>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6"/>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6"/>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6"/>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6"/>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6"/>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6"/>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6"/>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6"/>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6"/>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6"/>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6"/>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6"/>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6"/>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6"/>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6"/>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6"/>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6"/>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6"/>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6"/>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6"/>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6"/>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6"/>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6"/>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6"/>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6"/>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5" name="Shape 3185"/>
        <p:cNvGrpSpPr/>
        <p:nvPr/>
      </p:nvGrpSpPr>
      <p:grpSpPr>
        <a:xfrm>
          <a:off x="0" y="0"/>
          <a:ext cx="0" cy="0"/>
          <a:chOff x="0" y="0"/>
          <a:chExt cx="0" cy="0"/>
        </a:xfrm>
      </p:grpSpPr>
      <p:grpSp>
        <p:nvGrpSpPr>
          <p:cNvPr id="3186" name="Google Shape;3186;p57"/>
          <p:cNvGrpSpPr/>
          <p:nvPr/>
        </p:nvGrpSpPr>
        <p:grpSpPr>
          <a:xfrm>
            <a:off x="725414" y="969763"/>
            <a:ext cx="2507799" cy="206239"/>
            <a:chOff x="106648" y="895722"/>
            <a:chExt cx="4481413" cy="374300"/>
          </a:xfrm>
        </p:grpSpPr>
        <p:grpSp>
          <p:nvGrpSpPr>
            <p:cNvPr id="3187" name="Google Shape;3187;p57"/>
            <p:cNvGrpSpPr/>
            <p:nvPr/>
          </p:nvGrpSpPr>
          <p:grpSpPr>
            <a:xfrm>
              <a:off x="2233276" y="895722"/>
              <a:ext cx="1082667" cy="223591"/>
              <a:chOff x="4808316" y="2800065"/>
              <a:chExt cx="1999386" cy="412910"/>
            </a:xfrm>
          </p:grpSpPr>
          <p:sp>
            <p:nvSpPr>
              <p:cNvPr id="3188" name="Google Shape;3188;p57"/>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89" name="Google Shape;3189;p57"/>
              <p:cNvGrpSpPr/>
              <p:nvPr/>
            </p:nvGrpSpPr>
            <p:grpSpPr>
              <a:xfrm>
                <a:off x="4808316" y="2800065"/>
                <a:ext cx="92400" cy="411825"/>
                <a:chOff x="845575" y="2563700"/>
                <a:chExt cx="92400" cy="411825"/>
              </a:xfrm>
            </p:grpSpPr>
            <p:cxnSp>
              <p:nvCxnSpPr>
                <p:cNvPr id="3190" name="Google Shape;3190;p57"/>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191" name="Google Shape;3191;p57"/>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92" name="Google Shape;3192;p57"/>
            <p:cNvGrpSpPr/>
            <p:nvPr/>
          </p:nvGrpSpPr>
          <p:grpSpPr>
            <a:xfrm>
              <a:off x="106648" y="895722"/>
              <a:ext cx="1088401" cy="223591"/>
              <a:chOff x="881025" y="2800065"/>
              <a:chExt cx="2009975" cy="412910"/>
            </a:xfrm>
          </p:grpSpPr>
          <p:sp>
            <p:nvSpPr>
              <p:cNvPr id="3193" name="Google Shape;3193;p57"/>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4" name="Google Shape;3194;p57"/>
              <p:cNvGrpSpPr/>
              <p:nvPr/>
            </p:nvGrpSpPr>
            <p:grpSpPr>
              <a:xfrm>
                <a:off x="881025" y="2800065"/>
                <a:ext cx="92400" cy="411825"/>
                <a:chOff x="845575" y="2563700"/>
                <a:chExt cx="92400" cy="411825"/>
              </a:xfrm>
            </p:grpSpPr>
            <p:cxnSp>
              <p:nvCxnSpPr>
                <p:cNvPr id="3195" name="Google Shape;3195;p57"/>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196" name="Google Shape;3196;p57"/>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97" name="Google Shape;3197;p57"/>
            <p:cNvGrpSpPr/>
            <p:nvPr/>
          </p:nvGrpSpPr>
          <p:grpSpPr>
            <a:xfrm>
              <a:off x="1172346" y="1047018"/>
              <a:ext cx="1083151" cy="223003"/>
              <a:chOff x="2849073" y="3079467"/>
              <a:chExt cx="2000279" cy="411825"/>
            </a:xfrm>
          </p:grpSpPr>
          <p:sp>
            <p:nvSpPr>
              <p:cNvPr id="3198" name="Google Shape;3198;p57"/>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9" name="Google Shape;3199;p57"/>
              <p:cNvGrpSpPr/>
              <p:nvPr/>
            </p:nvGrpSpPr>
            <p:grpSpPr>
              <a:xfrm rot="10800000">
                <a:off x="2849073" y="3079467"/>
                <a:ext cx="92400" cy="411825"/>
                <a:chOff x="2070100" y="2563700"/>
                <a:chExt cx="92400" cy="411825"/>
              </a:xfrm>
            </p:grpSpPr>
            <p:cxnSp>
              <p:nvCxnSpPr>
                <p:cNvPr id="3200" name="Google Shape;3200;p57"/>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01" name="Google Shape;3201;p57"/>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02" name="Google Shape;3202;p57"/>
            <p:cNvGrpSpPr/>
            <p:nvPr/>
          </p:nvGrpSpPr>
          <p:grpSpPr>
            <a:xfrm>
              <a:off x="3290132" y="1047018"/>
              <a:ext cx="1297929" cy="223003"/>
              <a:chOff x="6760035" y="3079467"/>
              <a:chExt cx="2396914" cy="411825"/>
            </a:xfrm>
          </p:grpSpPr>
          <p:sp>
            <p:nvSpPr>
              <p:cNvPr id="3203" name="Google Shape;3203;p57"/>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4" name="Google Shape;3204;p57"/>
              <p:cNvGrpSpPr/>
              <p:nvPr/>
            </p:nvGrpSpPr>
            <p:grpSpPr>
              <a:xfrm rot="10800000">
                <a:off x="6760035" y="3079467"/>
                <a:ext cx="92400" cy="411825"/>
                <a:chOff x="2070100" y="2563700"/>
                <a:chExt cx="92400" cy="411825"/>
              </a:xfrm>
            </p:grpSpPr>
            <p:cxnSp>
              <p:nvCxnSpPr>
                <p:cNvPr id="3205" name="Google Shape;3205;p57"/>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06" name="Google Shape;3206;p57"/>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207" name="Google Shape;3207;p57"/>
          <p:cNvGrpSpPr/>
          <p:nvPr/>
        </p:nvGrpSpPr>
        <p:grpSpPr>
          <a:xfrm>
            <a:off x="2143176" y="3369134"/>
            <a:ext cx="1086701" cy="799429"/>
            <a:chOff x="2183288" y="3555572"/>
            <a:chExt cx="1136241" cy="835873"/>
          </a:xfrm>
        </p:grpSpPr>
        <p:sp>
          <p:nvSpPr>
            <p:cNvPr id="3208" name="Google Shape;3208;p57"/>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9" name="Google Shape;3209;p57"/>
            <p:cNvGrpSpPr/>
            <p:nvPr/>
          </p:nvGrpSpPr>
          <p:grpSpPr>
            <a:xfrm>
              <a:off x="2205895" y="3637269"/>
              <a:ext cx="1089848" cy="724993"/>
              <a:chOff x="2205895" y="3637269"/>
              <a:chExt cx="1089848" cy="724993"/>
            </a:xfrm>
          </p:grpSpPr>
          <p:sp>
            <p:nvSpPr>
              <p:cNvPr id="3210" name="Google Shape;3210;p57"/>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7"/>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7"/>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7"/>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7"/>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7"/>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6" name="Google Shape;3216;p57"/>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17" name="Google Shape;3217;p57"/>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18" name="Google Shape;3218;p57"/>
            <p:cNvGrpSpPr/>
            <p:nvPr/>
          </p:nvGrpSpPr>
          <p:grpSpPr>
            <a:xfrm>
              <a:off x="3173850" y="3779426"/>
              <a:ext cx="145679" cy="70048"/>
              <a:chOff x="3173850" y="3779426"/>
              <a:chExt cx="145679" cy="70048"/>
            </a:xfrm>
          </p:grpSpPr>
          <p:cxnSp>
            <p:nvCxnSpPr>
              <p:cNvPr id="3219" name="Google Shape;3219;p57"/>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3220" name="Google Shape;3220;p57"/>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1" name="Google Shape;3221;p57"/>
            <p:cNvGrpSpPr/>
            <p:nvPr/>
          </p:nvGrpSpPr>
          <p:grpSpPr>
            <a:xfrm>
              <a:off x="2183288" y="4139483"/>
              <a:ext cx="145133" cy="70048"/>
              <a:chOff x="2183288" y="4139483"/>
              <a:chExt cx="145133" cy="70048"/>
            </a:xfrm>
          </p:grpSpPr>
          <p:cxnSp>
            <p:nvCxnSpPr>
              <p:cNvPr id="3222" name="Google Shape;3222;p57"/>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3223" name="Google Shape;3223;p57"/>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24" name="Google Shape;3224;p57"/>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5" name="Google Shape;3225;p57"/>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26" name="Google Shape;3226;p57"/>
            <p:cNvGrpSpPr/>
            <p:nvPr/>
          </p:nvGrpSpPr>
          <p:grpSpPr>
            <a:xfrm>
              <a:off x="2943836" y="4268886"/>
              <a:ext cx="60717" cy="122559"/>
              <a:chOff x="2943836" y="4268886"/>
              <a:chExt cx="60717" cy="122559"/>
            </a:xfrm>
          </p:grpSpPr>
          <p:sp>
            <p:nvSpPr>
              <p:cNvPr id="3227" name="Google Shape;3227;p57"/>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8" name="Google Shape;3228;p57"/>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3229" name="Google Shape;3229;p57"/>
          <p:cNvGrpSpPr/>
          <p:nvPr/>
        </p:nvGrpSpPr>
        <p:grpSpPr>
          <a:xfrm>
            <a:off x="3406121" y="1290134"/>
            <a:ext cx="1675870" cy="758251"/>
            <a:chOff x="3530532" y="1496185"/>
            <a:chExt cx="1562000" cy="706730"/>
          </a:xfrm>
        </p:grpSpPr>
        <p:cxnSp>
          <p:nvCxnSpPr>
            <p:cNvPr id="3230" name="Google Shape;3230;p57"/>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3231" name="Google Shape;3231;p57"/>
            <p:cNvGrpSpPr/>
            <p:nvPr/>
          </p:nvGrpSpPr>
          <p:grpSpPr>
            <a:xfrm>
              <a:off x="3530532" y="1496185"/>
              <a:ext cx="323430" cy="463587"/>
              <a:chOff x="3530532" y="1496185"/>
              <a:chExt cx="323430" cy="463587"/>
            </a:xfrm>
          </p:grpSpPr>
          <p:grpSp>
            <p:nvGrpSpPr>
              <p:cNvPr id="3232" name="Google Shape;3232;p57"/>
              <p:cNvGrpSpPr/>
              <p:nvPr/>
            </p:nvGrpSpPr>
            <p:grpSpPr>
              <a:xfrm>
                <a:off x="3567462" y="1496185"/>
                <a:ext cx="286500" cy="361376"/>
                <a:chOff x="3567462" y="1496185"/>
                <a:chExt cx="286500" cy="361376"/>
              </a:xfrm>
            </p:grpSpPr>
            <p:cxnSp>
              <p:nvCxnSpPr>
                <p:cNvPr id="3233" name="Google Shape;3233;p57"/>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234" name="Google Shape;3234;p57"/>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5" name="Google Shape;3235;p57"/>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6" name="Google Shape;3236;p57"/>
            <p:cNvGrpSpPr/>
            <p:nvPr/>
          </p:nvGrpSpPr>
          <p:grpSpPr>
            <a:xfrm>
              <a:off x="3891569" y="1779209"/>
              <a:ext cx="323945" cy="423706"/>
              <a:chOff x="3891569" y="1779209"/>
              <a:chExt cx="323945" cy="423706"/>
            </a:xfrm>
          </p:grpSpPr>
          <p:grpSp>
            <p:nvGrpSpPr>
              <p:cNvPr id="3237" name="Google Shape;3237;p57"/>
              <p:cNvGrpSpPr/>
              <p:nvPr/>
            </p:nvGrpSpPr>
            <p:grpSpPr>
              <a:xfrm>
                <a:off x="3929014" y="1881638"/>
                <a:ext cx="286500" cy="321278"/>
                <a:chOff x="3929014" y="1881638"/>
                <a:chExt cx="286500" cy="321278"/>
              </a:xfrm>
            </p:grpSpPr>
            <p:cxnSp>
              <p:nvCxnSpPr>
                <p:cNvPr id="3238" name="Google Shape;3238;p57"/>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3239" name="Google Shape;3239;p57"/>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0" name="Google Shape;3240;p57"/>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1" name="Google Shape;3241;p57"/>
            <p:cNvGrpSpPr/>
            <p:nvPr/>
          </p:nvGrpSpPr>
          <p:grpSpPr>
            <a:xfrm>
              <a:off x="4252606" y="1496185"/>
              <a:ext cx="324721" cy="463587"/>
              <a:chOff x="4252606" y="1496185"/>
              <a:chExt cx="324721" cy="463587"/>
            </a:xfrm>
          </p:grpSpPr>
          <p:grpSp>
            <p:nvGrpSpPr>
              <p:cNvPr id="3242" name="Google Shape;3242;p57"/>
              <p:cNvGrpSpPr/>
              <p:nvPr/>
            </p:nvGrpSpPr>
            <p:grpSpPr>
              <a:xfrm>
                <a:off x="4290828" y="1496185"/>
                <a:ext cx="286500" cy="361376"/>
                <a:chOff x="4290828" y="1496185"/>
                <a:chExt cx="286500" cy="361376"/>
              </a:xfrm>
            </p:grpSpPr>
            <p:cxnSp>
              <p:nvCxnSpPr>
                <p:cNvPr id="3243" name="Google Shape;3243;p57"/>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244" name="Google Shape;3244;p57"/>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5" name="Google Shape;3245;p57"/>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6" name="Google Shape;3246;p57"/>
            <p:cNvGrpSpPr/>
            <p:nvPr/>
          </p:nvGrpSpPr>
          <p:grpSpPr>
            <a:xfrm>
              <a:off x="4613643" y="1763716"/>
              <a:ext cx="325308" cy="439200"/>
              <a:chOff x="4613643" y="1763716"/>
              <a:chExt cx="325308" cy="439200"/>
            </a:xfrm>
          </p:grpSpPr>
          <p:grpSp>
            <p:nvGrpSpPr>
              <p:cNvPr id="3247" name="Google Shape;3247;p57"/>
              <p:cNvGrpSpPr/>
              <p:nvPr/>
            </p:nvGrpSpPr>
            <p:grpSpPr>
              <a:xfrm>
                <a:off x="4652451" y="1879538"/>
                <a:ext cx="286500" cy="323378"/>
                <a:chOff x="4652451" y="1879538"/>
                <a:chExt cx="286500" cy="323378"/>
              </a:xfrm>
            </p:grpSpPr>
            <p:cxnSp>
              <p:nvCxnSpPr>
                <p:cNvPr id="3248" name="Google Shape;3248;p57"/>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3249" name="Google Shape;3249;p57"/>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0" name="Google Shape;3250;p57"/>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51" name="Google Shape;3251;p57"/>
          <p:cNvGrpSpPr/>
          <p:nvPr/>
        </p:nvGrpSpPr>
        <p:grpSpPr>
          <a:xfrm>
            <a:off x="3417981" y="2143759"/>
            <a:ext cx="1652173" cy="391517"/>
            <a:chOff x="3512551" y="2358270"/>
            <a:chExt cx="1597383" cy="378533"/>
          </a:xfrm>
        </p:grpSpPr>
        <p:cxnSp>
          <p:nvCxnSpPr>
            <p:cNvPr id="3252" name="Google Shape;3252;p57"/>
            <p:cNvCxnSpPr>
              <a:stCxn id="3253" idx="6"/>
              <a:endCxn id="3254"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3255" name="Google Shape;3255;p57"/>
            <p:cNvGrpSpPr/>
            <p:nvPr/>
          </p:nvGrpSpPr>
          <p:grpSpPr>
            <a:xfrm>
              <a:off x="3512551" y="2358270"/>
              <a:ext cx="225647" cy="307714"/>
              <a:chOff x="2182679" y="2004714"/>
              <a:chExt cx="792300" cy="1080458"/>
            </a:xfrm>
          </p:grpSpPr>
          <p:cxnSp>
            <p:nvCxnSpPr>
              <p:cNvPr id="3256" name="Google Shape;3256;p57"/>
              <p:cNvCxnSpPr>
                <a:stCxn id="3257"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253" name="Google Shape;3253;p57"/>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7"/>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8" name="Google Shape;3258;p57"/>
            <p:cNvGrpSpPr/>
            <p:nvPr/>
          </p:nvGrpSpPr>
          <p:grpSpPr>
            <a:xfrm>
              <a:off x="3969644" y="2440153"/>
              <a:ext cx="225853" cy="296651"/>
              <a:chOff x="3775710" y="1729289"/>
              <a:chExt cx="136500" cy="179289"/>
            </a:xfrm>
          </p:grpSpPr>
          <p:cxnSp>
            <p:nvCxnSpPr>
              <p:cNvPr id="3259" name="Google Shape;3259;p57"/>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3260" name="Google Shape;3260;p57"/>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7"/>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2" name="Google Shape;3262;p57"/>
            <p:cNvGrpSpPr/>
            <p:nvPr/>
          </p:nvGrpSpPr>
          <p:grpSpPr>
            <a:xfrm>
              <a:off x="4427051" y="2358270"/>
              <a:ext cx="225647" cy="307714"/>
              <a:chOff x="5393704" y="2004714"/>
              <a:chExt cx="792300" cy="1080458"/>
            </a:xfrm>
          </p:grpSpPr>
          <p:cxnSp>
            <p:nvCxnSpPr>
              <p:cNvPr id="3263" name="Google Shape;3263;p57"/>
              <p:cNvCxnSpPr>
                <a:stCxn id="3264"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265" name="Google Shape;3265;p57"/>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7"/>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6" name="Google Shape;3266;p57"/>
            <p:cNvGrpSpPr/>
            <p:nvPr/>
          </p:nvGrpSpPr>
          <p:grpSpPr>
            <a:xfrm>
              <a:off x="4884287" y="2440252"/>
              <a:ext cx="225647" cy="296532"/>
              <a:chOff x="6999166" y="2292572"/>
              <a:chExt cx="792300" cy="1041192"/>
            </a:xfrm>
          </p:grpSpPr>
          <p:cxnSp>
            <p:nvCxnSpPr>
              <p:cNvPr id="3267" name="Google Shape;3267;p57"/>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3254" name="Google Shape;3254;p57"/>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7"/>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9" name="Google Shape;3269;p57"/>
          <p:cNvGrpSpPr/>
          <p:nvPr/>
        </p:nvGrpSpPr>
        <p:grpSpPr>
          <a:xfrm>
            <a:off x="6838789" y="979959"/>
            <a:ext cx="1581844" cy="732818"/>
            <a:chOff x="634175" y="2986275"/>
            <a:chExt cx="3147949" cy="1458344"/>
          </a:xfrm>
        </p:grpSpPr>
        <p:cxnSp>
          <p:nvCxnSpPr>
            <p:cNvPr id="3270" name="Google Shape;3270;p57"/>
            <p:cNvCxnSpPr>
              <a:stCxn id="3271" idx="4"/>
              <a:endCxn id="3272"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3273" name="Google Shape;3273;p57"/>
            <p:cNvCxnSpPr>
              <a:stCxn id="3272" idx="0"/>
              <a:endCxn id="3274"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275" name="Google Shape;3275;p57"/>
            <p:cNvCxnSpPr>
              <a:stCxn id="3274" idx="4"/>
              <a:endCxn id="3276"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277" name="Google Shape;3277;p57"/>
            <p:cNvCxnSpPr>
              <a:stCxn id="3276" idx="0"/>
              <a:endCxn id="3278"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3278" name="Google Shape;3278;p57"/>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274" name="Google Shape;3274;p57"/>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271" name="Google Shape;3271;p57"/>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276" name="Google Shape;3276;p57"/>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272" name="Google Shape;3272;p57"/>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3279" name="Google Shape;3279;p57"/>
          <p:cNvGrpSpPr/>
          <p:nvPr/>
        </p:nvGrpSpPr>
        <p:grpSpPr>
          <a:xfrm>
            <a:off x="3406504" y="2674269"/>
            <a:ext cx="1675128" cy="313674"/>
            <a:chOff x="998425" y="1182125"/>
            <a:chExt cx="1065400" cy="199500"/>
          </a:xfrm>
        </p:grpSpPr>
        <p:sp>
          <p:nvSpPr>
            <p:cNvPr id="3280" name="Google Shape;3280;p57"/>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7"/>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7"/>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7"/>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7"/>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5" name="Google Shape;3285;p57"/>
          <p:cNvGrpSpPr/>
          <p:nvPr/>
        </p:nvGrpSpPr>
        <p:grpSpPr>
          <a:xfrm>
            <a:off x="3406503" y="3630235"/>
            <a:ext cx="1675129" cy="525345"/>
            <a:chOff x="5194708" y="3484366"/>
            <a:chExt cx="3148148" cy="987304"/>
          </a:xfrm>
        </p:grpSpPr>
        <p:grpSp>
          <p:nvGrpSpPr>
            <p:cNvPr id="3286" name="Google Shape;3286;p57"/>
            <p:cNvGrpSpPr/>
            <p:nvPr/>
          </p:nvGrpSpPr>
          <p:grpSpPr>
            <a:xfrm>
              <a:off x="7531521" y="3484366"/>
              <a:ext cx="811335" cy="987304"/>
              <a:chOff x="3379425" y="1617275"/>
              <a:chExt cx="1090650" cy="1327200"/>
            </a:xfrm>
          </p:grpSpPr>
          <p:sp>
            <p:nvSpPr>
              <p:cNvPr id="3287" name="Google Shape;3287;p57"/>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7"/>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7"/>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0" name="Google Shape;3290;p57"/>
            <p:cNvGrpSpPr/>
            <p:nvPr/>
          </p:nvGrpSpPr>
          <p:grpSpPr>
            <a:xfrm>
              <a:off x="6752546" y="3484366"/>
              <a:ext cx="811428" cy="987304"/>
              <a:chOff x="2332275" y="1617275"/>
              <a:chExt cx="1090775" cy="1327200"/>
            </a:xfrm>
          </p:grpSpPr>
          <p:sp>
            <p:nvSpPr>
              <p:cNvPr id="3291" name="Google Shape;3291;p57"/>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7"/>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7"/>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4" name="Google Shape;3294;p57"/>
            <p:cNvGrpSpPr/>
            <p:nvPr/>
          </p:nvGrpSpPr>
          <p:grpSpPr>
            <a:xfrm>
              <a:off x="5973664" y="3484366"/>
              <a:ext cx="811335" cy="987304"/>
              <a:chOff x="1285250" y="1617275"/>
              <a:chExt cx="1090650" cy="1327200"/>
            </a:xfrm>
          </p:grpSpPr>
          <p:sp>
            <p:nvSpPr>
              <p:cNvPr id="3295" name="Google Shape;3295;p57"/>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7"/>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7"/>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8" name="Google Shape;3298;p57"/>
            <p:cNvGrpSpPr/>
            <p:nvPr/>
          </p:nvGrpSpPr>
          <p:grpSpPr>
            <a:xfrm>
              <a:off x="5194708" y="3484366"/>
              <a:ext cx="811409" cy="987304"/>
              <a:chOff x="238125" y="1617275"/>
              <a:chExt cx="1090750" cy="1327200"/>
            </a:xfrm>
          </p:grpSpPr>
          <p:sp>
            <p:nvSpPr>
              <p:cNvPr id="3299" name="Google Shape;3299;p57"/>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7"/>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7"/>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02" name="Google Shape;3302;p57"/>
          <p:cNvGrpSpPr/>
          <p:nvPr/>
        </p:nvGrpSpPr>
        <p:grpSpPr>
          <a:xfrm>
            <a:off x="6840188" y="2276124"/>
            <a:ext cx="1579046" cy="522230"/>
            <a:chOff x="6853641" y="2534077"/>
            <a:chExt cx="1515545" cy="501229"/>
          </a:xfrm>
        </p:grpSpPr>
        <p:grpSp>
          <p:nvGrpSpPr>
            <p:cNvPr id="3303" name="Google Shape;3303;p57"/>
            <p:cNvGrpSpPr/>
            <p:nvPr/>
          </p:nvGrpSpPr>
          <p:grpSpPr>
            <a:xfrm>
              <a:off x="6853641" y="2618923"/>
              <a:ext cx="1515545" cy="324556"/>
              <a:chOff x="6853641" y="2618923"/>
              <a:chExt cx="1515545" cy="324556"/>
            </a:xfrm>
          </p:grpSpPr>
          <p:sp>
            <p:nvSpPr>
              <p:cNvPr id="3304" name="Google Shape;3304;p57"/>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7"/>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7"/>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7"/>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7"/>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9" name="Google Shape;3309;p57"/>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7"/>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7"/>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7"/>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7"/>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4" name="Google Shape;3314;p57"/>
          <p:cNvGrpSpPr/>
          <p:nvPr/>
        </p:nvGrpSpPr>
        <p:grpSpPr>
          <a:xfrm>
            <a:off x="3435080" y="3151165"/>
            <a:ext cx="1617976" cy="346616"/>
            <a:chOff x="1808063" y="4294338"/>
            <a:chExt cx="3370782" cy="721817"/>
          </a:xfrm>
        </p:grpSpPr>
        <p:sp>
          <p:nvSpPr>
            <p:cNvPr id="3315" name="Google Shape;3315;p57"/>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7"/>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7"/>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7"/>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7"/>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7"/>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7"/>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7"/>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7"/>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7"/>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5" name="Google Shape;3325;p57"/>
          <p:cNvGrpSpPr/>
          <p:nvPr/>
        </p:nvGrpSpPr>
        <p:grpSpPr>
          <a:xfrm>
            <a:off x="5261076" y="3817915"/>
            <a:ext cx="1417067" cy="350605"/>
            <a:chOff x="4234950" y="2101012"/>
            <a:chExt cx="4219974" cy="1044090"/>
          </a:xfrm>
        </p:grpSpPr>
        <p:sp>
          <p:nvSpPr>
            <p:cNvPr id="3326" name="Google Shape;3326;p57"/>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7"/>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7"/>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7"/>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7"/>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7"/>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7"/>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7"/>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7"/>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7"/>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7"/>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7"/>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7"/>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7"/>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7"/>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7"/>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2" name="Google Shape;3342;p57"/>
          <p:cNvGrpSpPr/>
          <p:nvPr/>
        </p:nvGrpSpPr>
        <p:grpSpPr>
          <a:xfrm>
            <a:off x="6836548" y="1808672"/>
            <a:ext cx="1586327" cy="371557"/>
            <a:chOff x="1247650" y="2075423"/>
            <a:chExt cx="6648477" cy="1557238"/>
          </a:xfrm>
        </p:grpSpPr>
        <p:sp>
          <p:nvSpPr>
            <p:cNvPr id="3343" name="Google Shape;3343;p57"/>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7"/>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7"/>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7"/>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7"/>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7"/>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9" name="Google Shape;3349;p57"/>
          <p:cNvGrpSpPr/>
          <p:nvPr/>
        </p:nvGrpSpPr>
        <p:grpSpPr>
          <a:xfrm>
            <a:off x="5267818" y="961862"/>
            <a:ext cx="1415601" cy="1648533"/>
            <a:chOff x="1839112" y="2209163"/>
            <a:chExt cx="1918159" cy="2233784"/>
          </a:xfrm>
        </p:grpSpPr>
        <p:sp>
          <p:nvSpPr>
            <p:cNvPr id="3350" name="Google Shape;3350;p57"/>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7"/>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7"/>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53" name="Google Shape;3353;p57"/>
            <p:cNvCxnSpPr>
              <a:stCxn id="3350" idx="6"/>
              <a:endCxn id="3351"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354" name="Google Shape;3354;p57"/>
            <p:cNvCxnSpPr>
              <a:stCxn id="3351" idx="4"/>
              <a:endCxn id="3355"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3356" name="Google Shape;3356;p57"/>
            <p:cNvCxnSpPr>
              <a:stCxn id="3355" idx="6"/>
              <a:endCxn id="3352"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357" name="Google Shape;3357;p57"/>
            <p:cNvCxnSpPr>
              <a:stCxn id="3352" idx="4"/>
              <a:endCxn id="3358"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3355" name="Google Shape;3355;p57"/>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7"/>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57"/>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0" name="Google Shape;3360;p57"/>
            <p:cNvCxnSpPr>
              <a:endCxn id="3359"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3361" name="Google Shape;3361;p57"/>
          <p:cNvGrpSpPr/>
          <p:nvPr/>
        </p:nvGrpSpPr>
        <p:grpSpPr>
          <a:xfrm>
            <a:off x="3425084" y="979946"/>
            <a:ext cx="1637968" cy="154942"/>
            <a:chOff x="238125" y="2506075"/>
            <a:chExt cx="7115411" cy="673075"/>
          </a:xfrm>
        </p:grpSpPr>
        <p:sp>
          <p:nvSpPr>
            <p:cNvPr id="3362" name="Google Shape;3362;p57"/>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7"/>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7"/>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57"/>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57"/>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7" name="Google Shape;3367;p57"/>
          <p:cNvGrpSpPr/>
          <p:nvPr/>
        </p:nvGrpSpPr>
        <p:grpSpPr>
          <a:xfrm>
            <a:off x="1965820" y="1294664"/>
            <a:ext cx="1262932" cy="785408"/>
            <a:chOff x="548861" y="389676"/>
            <a:chExt cx="3843371" cy="2390163"/>
          </a:xfrm>
        </p:grpSpPr>
        <p:cxnSp>
          <p:nvCxnSpPr>
            <p:cNvPr id="3368" name="Google Shape;3368;p57"/>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369" name="Google Shape;3369;p57"/>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370" name="Google Shape;3370;p57"/>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371" name="Google Shape;3371;p57"/>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3372" name="Google Shape;3372;p57"/>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3373" name="Google Shape;3373;p57"/>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74" name="Google Shape;3374;p57"/>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3375" name="Google Shape;3375;p57"/>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7"/>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7"/>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7"/>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7"/>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57"/>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1" name="Google Shape;3381;p57"/>
          <p:cNvGrpSpPr/>
          <p:nvPr/>
        </p:nvGrpSpPr>
        <p:grpSpPr>
          <a:xfrm>
            <a:off x="753952" y="2401541"/>
            <a:ext cx="1412054" cy="633562"/>
            <a:chOff x="1187400" y="2529299"/>
            <a:chExt cx="6769193" cy="2241903"/>
          </a:xfrm>
        </p:grpSpPr>
        <p:sp>
          <p:nvSpPr>
            <p:cNvPr id="3382" name="Google Shape;3382;p57"/>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383" name="Google Shape;3383;p57"/>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84" name="Google Shape;3384;p57"/>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85" name="Google Shape;3385;p57"/>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86" name="Google Shape;3386;p57"/>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87" name="Google Shape;3387;p57"/>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388" name="Google Shape;3388;p57"/>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3389" name="Google Shape;3389;p57"/>
            <p:cNvCxnSpPr>
              <a:stCxn id="3382" idx="2"/>
              <a:endCxn id="3383"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390" name="Google Shape;3390;p57"/>
            <p:cNvCxnSpPr>
              <a:stCxn id="3384" idx="0"/>
              <a:endCxn id="3382"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391" name="Google Shape;3391;p57"/>
            <p:cNvCxnSpPr>
              <a:stCxn id="3384" idx="2"/>
              <a:endCxn id="3386"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392" name="Google Shape;3392;p57"/>
            <p:cNvCxnSpPr>
              <a:stCxn id="3385" idx="0"/>
              <a:endCxn id="3384"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393" name="Google Shape;3393;p57"/>
            <p:cNvCxnSpPr>
              <a:stCxn id="3383" idx="2"/>
              <a:endCxn id="3388"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394" name="Google Shape;3394;p57"/>
            <p:cNvCxnSpPr>
              <a:stCxn id="3387" idx="0"/>
              <a:endCxn id="3383"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3395" name="Google Shape;3395;p57"/>
          <p:cNvGrpSpPr/>
          <p:nvPr/>
        </p:nvGrpSpPr>
        <p:grpSpPr>
          <a:xfrm>
            <a:off x="6840198" y="2894250"/>
            <a:ext cx="1579035" cy="540873"/>
            <a:chOff x="6895650" y="3126697"/>
            <a:chExt cx="1436662" cy="492105"/>
          </a:xfrm>
        </p:grpSpPr>
        <p:sp>
          <p:nvSpPr>
            <p:cNvPr id="3396" name="Google Shape;3396;p57"/>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57"/>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57"/>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7"/>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7"/>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1" name="Google Shape;3401;p57"/>
            <p:cNvGrpSpPr/>
            <p:nvPr/>
          </p:nvGrpSpPr>
          <p:grpSpPr>
            <a:xfrm>
              <a:off x="6995957" y="3335810"/>
              <a:ext cx="1230393" cy="71754"/>
              <a:chOff x="6995957" y="3287964"/>
              <a:chExt cx="1230393" cy="71754"/>
            </a:xfrm>
          </p:grpSpPr>
          <p:sp>
            <p:nvSpPr>
              <p:cNvPr id="3402" name="Google Shape;3402;p57"/>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7"/>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7"/>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7"/>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7"/>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07" name="Google Shape;3407;p57"/>
          <p:cNvGrpSpPr/>
          <p:nvPr/>
        </p:nvGrpSpPr>
        <p:grpSpPr>
          <a:xfrm>
            <a:off x="6838780" y="3531013"/>
            <a:ext cx="1581862" cy="650625"/>
            <a:chOff x="6777990" y="3710194"/>
            <a:chExt cx="1646915" cy="677382"/>
          </a:xfrm>
        </p:grpSpPr>
        <p:grpSp>
          <p:nvGrpSpPr>
            <p:cNvPr id="3408" name="Google Shape;3408;p57"/>
            <p:cNvGrpSpPr/>
            <p:nvPr/>
          </p:nvGrpSpPr>
          <p:grpSpPr>
            <a:xfrm>
              <a:off x="6777990" y="3874492"/>
              <a:ext cx="411129" cy="513083"/>
              <a:chOff x="6777990" y="3874492"/>
              <a:chExt cx="411129" cy="513083"/>
            </a:xfrm>
          </p:grpSpPr>
          <p:cxnSp>
            <p:nvCxnSpPr>
              <p:cNvPr id="3409" name="Google Shape;3409;p57"/>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10" name="Google Shape;3410;p57"/>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1" name="Google Shape;3411;p57"/>
            <p:cNvGrpSpPr/>
            <p:nvPr/>
          </p:nvGrpSpPr>
          <p:grpSpPr>
            <a:xfrm>
              <a:off x="7188425" y="3710194"/>
              <a:ext cx="411123" cy="520535"/>
              <a:chOff x="7188425" y="3710194"/>
              <a:chExt cx="411123" cy="520535"/>
            </a:xfrm>
          </p:grpSpPr>
          <p:cxnSp>
            <p:nvCxnSpPr>
              <p:cNvPr id="3412" name="Google Shape;3412;p57"/>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13" name="Google Shape;3413;p57"/>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57"/>
            <p:cNvGrpSpPr/>
            <p:nvPr/>
          </p:nvGrpSpPr>
          <p:grpSpPr>
            <a:xfrm>
              <a:off x="7603341" y="3874492"/>
              <a:ext cx="411474" cy="513083"/>
              <a:chOff x="7603341" y="3874492"/>
              <a:chExt cx="411474" cy="513083"/>
            </a:xfrm>
          </p:grpSpPr>
          <p:cxnSp>
            <p:nvCxnSpPr>
              <p:cNvPr id="3415" name="Google Shape;3415;p57"/>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16" name="Google Shape;3416;p57"/>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7" name="Google Shape;3417;p57"/>
            <p:cNvGrpSpPr/>
            <p:nvPr/>
          </p:nvGrpSpPr>
          <p:grpSpPr>
            <a:xfrm>
              <a:off x="8013776" y="3722847"/>
              <a:ext cx="411129" cy="507881"/>
              <a:chOff x="8013776" y="3722847"/>
              <a:chExt cx="411129" cy="507881"/>
            </a:xfrm>
          </p:grpSpPr>
          <p:cxnSp>
            <p:nvCxnSpPr>
              <p:cNvPr id="3418" name="Google Shape;3418;p57"/>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3419" name="Google Shape;3419;p57"/>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20" name="Google Shape;3420;p57"/>
          <p:cNvGrpSpPr/>
          <p:nvPr/>
        </p:nvGrpSpPr>
        <p:grpSpPr>
          <a:xfrm>
            <a:off x="5258295" y="2703853"/>
            <a:ext cx="1421889" cy="1020603"/>
            <a:chOff x="5190863" y="2824811"/>
            <a:chExt cx="1544860" cy="1108869"/>
          </a:xfrm>
        </p:grpSpPr>
        <p:grpSp>
          <p:nvGrpSpPr>
            <p:cNvPr id="3421" name="Google Shape;3421;p57"/>
            <p:cNvGrpSpPr/>
            <p:nvPr/>
          </p:nvGrpSpPr>
          <p:grpSpPr>
            <a:xfrm>
              <a:off x="5938695" y="3176919"/>
              <a:ext cx="685761" cy="404739"/>
              <a:chOff x="5938695" y="3176919"/>
              <a:chExt cx="685761" cy="404739"/>
            </a:xfrm>
          </p:grpSpPr>
          <p:grpSp>
            <p:nvGrpSpPr>
              <p:cNvPr id="3422" name="Google Shape;3422;p57"/>
              <p:cNvGrpSpPr/>
              <p:nvPr/>
            </p:nvGrpSpPr>
            <p:grpSpPr>
              <a:xfrm>
                <a:off x="5938695" y="3176919"/>
                <a:ext cx="685761" cy="404739"/>
                <a:chOff x="5938695" y="3176919"/>
                <a:chExt cx="685761" cy="404739"/>
              </a:xfrm>
            </p:grpSpPr>
            <p:sp>
              <p:nvSpPr>
                <p:cNvPr id="3423" name="Google Shape;3423;p57"/>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7"/>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5" name="Google Shape;3425;p57"/>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6" name="Google Shape;3426;p57"/>
            <p:cNvGrpSpPr/>
            <p:nvPr/>
          </p:nvGrpSpPr>
          <p:grpSpPr>
            <a:xfrm>
              <a:off x="5305233" y="3176835"/>
              <a:ext cx="685971" cy="404655"/>
              <a:chOff x="5305233" y="3176835"/>
              <a:chExt cx="685971" cy="404655"/>
            </a:xfrm>
          </p:grpSpPr>
          <p:grpSp>
            <p:nvGrpSpPr>
              <p:cNvPr id="3427" name="Google Shape;3427;p57"/>
              <p:cNvGrpSpPr/>
              <p:nvPr/>
            </p:nvGrpSpPr>
            <p:grpSpPr>
              <a:xfrm>
                <a:off x="5305233" y="3176835"/>
                <a:ext cx="685971" cy="404655"/>
                <a:chOff x="5305233" y="3176835"/>
                <a:chExt cx="685971" cy="404655"/>
              </a:xfrm>
            </p:grpSpPr>
            <p:sp>
              <p:nvSpPr>
                <p:cNvPr id="3428" name="Google Shape;3428;p57"/>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7"/>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0" name="Google Shape;3430;p57"/>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1" name="Google Shape;3431;p57"/>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2" name="Google Shape;3432;p57"/>
            <p:cNvGrpSpPr/>
            <p:nvPr/>
          </p:nvGrpSpPr>
          <p:grpSpPr>
            <a:xfrm>
              <a:off x="5657361" y="2824811"/>
              <a:ext cx="1078361" cy="404655"/>
              <a:chOff x="5657361" y="2824811"/>
              <a:chExt cx="1078361" cy="404655"/>
            </a:xfrm>
          </p:grpSpPr>
          <p:grpSp>
            <p:nvGrpSpPr>
              <p:cNvPr id="3433" name="Google Shape;3433;p57"/>
              <p:cNvGrpSpPr/>
              <p:nvPr/>
            </p:nvGrpSpPr>
            <p:grpSpPr>
              <a:xfrm>
                <a:off x="5657361" y="2824811"/>
                <a:ext cx="1078361" cy="404655"/>
                <a:chOff x="5657361" y="2824811"/>
                <a:chExt cx="1078361" cy="404655"/>
              </a:xfrm>
            </p:grpSpPr>
            <p:grpSp>
              <p:nvGrpSpPr>
                <p:cNvPr id="3434" name="Google Shape;3434;p57"/>
                <p:cNvGrpSpPr/>
                <p:nvPr/>
              </p:nvGrpSpPr>
              <p:grpSpPr>
                <a:xfrm>
                  <a:off x="5938485" y="2824811"/>
                  <a:ext cx="797237" cy="404655"/>
                  <a:chOff x="5938485" y="2824811"/>
                  <a:chExt cx="797237" cy="404655"/>
                </a:xfrm>
              </p:grpSpPr>
              <p:sp>
                <p:nvSpPr>
                  <p:cNvPr id="3435" name="Google Shape;3435;p57"/>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7"/>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7" name="Google Shape;3437;p57"/>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8" name="Google Shape;3438;p57"/>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9" name="Google Shape;3439;p57"/>
            <p:cNvGrpSpPr/>
            <p:nvPr/>
          </p:nvGrpSpPr>
          <p:grpSpPr>
            <a:xfrm>
              <a:off x="5190863" y="3528942"/>
              <a:ext cx="1078026" cy="404739"/>
              <a:chOff x="5190863" y="3528942"/>
              <a:chExt cx="1078026" cy="404739"/>
            </a:xfrm>
          </p:grpSpPr>
          <p:sp>
            <p:nvSpPr>
              <p:cNvPr id="3440" name="Google Shape;3440;p57"/>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1" name="Google Shape;3441;p57"/>
              <p:cNvGrpSpPr/>
              <p:nvPr/>
            </p:nvGrpSpPr>
            <p:grpSpPr>
              <a:xfrm>
                <a:off x="5190863" y="3528942"/>
                <a:ext cx="1078026" cy="404739"/>
                <a:chOff x="5190863" y="3528942"/>
                <a:chExt cx="1078026" cy="404739"/>
              </a:xfrm>
            </p:grpSpPr>
            <p:sp>
              <p:nvSpPr>
                <p:cNvPr id="3442" name="Google Shape;3442;p57"/>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7"/>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444" name="Google Shape;3444;p57"/>
          <p:cNvGrpSpPr/>
          <p:nvPr/>
        </p:nvGrpSpPr>
        <p:grpSpPr>
          <a:xfrm>
            <a:off x="724302" y="1268321"/>
            <a:ext cx="1086719" cy="879487"/>
            <a:chOff x="803162" y="1474292"/>
            <a:chExt cx="1086719" cy="879487"/>
          </a:xfrm>
        </p:grpSpPr>
        <p:grpSp>
          <p:nvGrpSpPr>
            <p:cNvPr id="3445" name="Google Shape;3445;p57"/>
            <p:cNvGrpSpPr/>
            <p:nvPr/>
          </p:nvGrpSpPr>
          <p:grpSpPr>
            <a:xfrm>
              <a:off x="803162" y="1625948"/>
              <a:ext cx="445856" cy="576579"/>
              <a:chOff x="803162" y="1625948"/>
              <a:chExt cx="445856" cy="576579"/>
            </a:xfrm>
          </p:grpSpPr>
          <p:sp>
            <p:nvSpPr>
              <p:cNvPr id="3446" name="Google Shape;3446;p57"/>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7" name="Google Shape;3447;p57"/>
              <p:cNvGrpSpPr/>
              <p:nvPr/>
            </p:nvGrpSpPr>
            <p:grpSpPr>
              <a:xfrm>
                <a:off x="1056023" y="1625948"/>
                <a:ext cx="192995" cy="576579"/>
                <a:chOff x="1056023" y="1625948"/>
                <a:chExt cx="192995" cy="576579"/>
              </a:xfrm>
            </p:grpSpPr>
            <p:sp>
              <p:nvSpPr>
                <p:cNvPr id="3448" name="Google Shape;3448;p57"/>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7"/>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7"/>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7"/>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7"/>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53" name="Google Shape;3453;p57"/>
            <p:cNvGrpSpPr/>
            <p:nvPr/>
          </p:nvGrpSpPr>
          <p:grpSpPr>
            <a:xfrm>
              <a:off x="1371406" y="1474292"/>
              <a:ext cx="518475" cy="879487"/>
              <a:chOff x="1398231" y="1474292"/>
              <a:chExt cx="518475" cy="879487"/>
            </a:xfrm>
          </p:grpSpPr>
          <p:grpSp>
            <p:nvGrpSpPr>
              <p:cNvPr id="3454" name="Google Shape;3454;p57"/>
              <p:cNvGrpSpPr/>
              <p:nvPr/>
            </p:nvGrpSpPr>
            <p:grpSpPr>
              <a:xfrm>
                <a:off x="1398231" y="1474292"/>
                <a:ext cx="518475" cy="341643"/>
                <a:chOff x="1398231" y="1474292"/>
                <a:chExt cx="518475" cy="341643"/>
              </a:xfrm>
            </p:grpSpPr>
            <p:sp>
              <p:nvSpPr>
                <p:cNvPr id="3455" name="Google Shape;3455;p57"/>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6" name="Google Shape;3456;p57"/>
                <p:cNvGrpSpPr/>
                <p:nvPr/>
              </p:nvGrpSpPr>
              <p:grpSpPr>
                <a:xfrm>
                  <a:off x="1616453" y="1474292"/>
                  <a:ext cx="300253" cy="341643"/>
                  <a:chOff x="1616453" y="1475379"/>
                  <a:chExt cx="300253" cy="341643"/>
                </a:xfrm>
              </p:grpSpPr>
              <p:sp>
                <p:nvSpPr>
                  <p:cNvPr id="3457" name="Google Shape;3457;p57"/>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7"/>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7"/>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7"/>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7"/>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7"/>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7"/>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4" name="Google Shape;3464;p57"/>
                  <p:cNvGrpSpPr/>
                  <p:nvPr/>
                </p:nvGrpSpPr>
                <p:grpSpPr>
                  <a:xfrm>
                    <a:off x="1839639" y="1475379"/>
                    <a:ext cx="77067" cy="341643"/>
                    <a:chOff x="1839639" y="1475379"/>
                    <a:chExt cx="77067" cy="341643"/>
                  </a:xfrm>
                </p:grpSpPr>
                <p:sp>
                  <p:nvSpPr>
                    <p:cNvPr id="3465" name="Google Shape;3465;p57"/>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7"/>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467" name="Google Shape;3467;p57"/>
              <p:cNvGrpSpPr/>
              <p:nvPr/>
            </p:nvGrpSpPr>
            <p:grpSpPr>
              <a:xfrm>
                <a:off x="1398451" y="2012951"/>
                <a:ext cx="518255" cy="340828"/>
                <a:chOff x="1398451" y="2012951"/>
                <a:chExt cx="518255" cy="340828"/>
              </a:xfrm>
            </p:grpSpPr>
            <p:sp>
              <p:nvSpPr>
                <p:cNvPr id="3468" name="Google Shape;3468;p57"/>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9" name="Google Shape;3469;p57"/>
                <p:cNvGrpSpPr/>
                <p:nvPr/>
              </p:nvGrpSpPr>
              <p:grpSpPr>
                <a:xfrm>
                  <a:off x="1616453" y="2012951"/>
                  <a:ext cx="300253" cy="340828"/>
                  <a:chOff x="1616453" y="2013538"/>
                  <a:chExt cx="300253" cy="340828"/>
                </a:xfrm>
              </p:grpSpPr>
              <p:sp>
                <p:nvSpPr>
                  <p:cNvPr id="3470" name="Google Shape;3470;p57"/>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7"/>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7"/>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7"/>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57"/>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57"/>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57"/>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7" name="Google Shape;3477;p57"/>
                  <p:cNvGrpSpPr/>
                  <p:nvPr/>
                </p:nvGrpSpPr>
                <p:grpSpPr>
                  <a:xfrm>
                    <a:off x="1839639" y="2013538"/>
                    <a:ext cx="77067" cy="340828"/>
                    <a:chOff x="1839639" y="2013538"/>
                    <a:chExt cx="77067" cy="340828"/>
                  </a:xfrm>
                </p:grpSpPr>
                <p:sp>
                  <p:nvSpPr>
                    <p:cNvPr id="3478" name="Google Shape;3478;p57"/>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57"/>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480" name="Google Shape;3480;p57"/>
          <p:cNvGrpSpPr/>
          <p:nvPr/>
        </p:nvGrpSpPr>
        <p:grpSpPr>
          <a:xfrm>
            <a:off x="721126" y="3399508"/>
            <a:ext cx="1368681" cy="682918"/>
            <a:chOff x="724986" y="3605478"/>
            <a:chExt cx="1368681" cy="682918"/>
          </a:xfrm>
        </p:grpSpPr>
        <p:grpSp>
          <p:nvGrpSpPr>
            <p:cNvPr id="3481" name="Google Shape;3481;p57"/>
            <p:cNvGrpSpPr/>
            <p:nvPr/>
          </p:nvGrpSpPr>
          <p:grpSpPr>
            <a:xfrm>
              <a:off x="1289102" y="3823629"/>
              <a:ext cx="240442" cy="250435"/>
              <a:chOff x="-165066" y="3843615"/>
              <a:chExt cx="221259" cy="230455"/>
            </a:xfrm>
          </p:grpSpPr>
          <p:sp>
            <p:nvSpPr>
              <p:cNvPr id="3482" name="Google Shape;3482;p57"/>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57"/>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57"/>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57"/>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57"/>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57"/>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57"/>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57"/>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57"/>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57"/>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57"/>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57"/>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57"/>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57"/>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57"/>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57"/>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57"/>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57"/>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57"/>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57"/>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2" name="Google Shape;3502;p57"/>
            <p:cNvGrpSpPr/>
            <p:nvPr/>
          </p:nvGrpSpPr>
          <p:grpSpPr>
            <a:xfrm>
              <a:off x="724986" y="3605478"/>
              <a:ext cx="1368681" cy="682918"/>
              <a:chOff x="724986" y="3605478"/>
              <a:chExt cx="1368681" cy="682918"/>
            </a:xfrm>
          </p:grpSpPr>
          <p:grpSp>
            <p:nvGrpSpPr>
              <p:cNvPr id="3503" name="Google Shape;3503;p57"/>
              <p:cNvGrpSpPr/>
              <p:nvPr/>
            </p:nvGrpSpPr>
            <p:grpSpPr>
              <a:xfrm>
                <a:off x="1498221" y="4047614"/>
                <a:ext cx="529172" cy="240783"/>
                <a:chOff x="1498221" y="4047614"/>
                <a:chExt cx="529172" cy="240783"/>
              </a:xfrm>
            </p:grpSpPr>
            <p:grpSp>
              <p:nvGrpSpPr>
                <p:cNvPr id="3504" name="Google Shape;3504;p57"/>
                <p:cNvGrpSpPr/>
                <p:nvPr/>
              </p:nvGrpSpPr>
              <p:grpSpPr>
                <a:xfrm>
                  <a:off x="1826655" y="4224370"/>
                  <a:ext cx="200738" cy="25631"/>
                  <a:chOff x="1826655" y="4224370"/>
                  <a:chExt cx="200738" cy="25631"/>
                </a:xfrm>
              </p:grpSpPr>
              <p:sp>
                <p:nvSpPr>
                  <p:cNvPr id="3505" name="Google Shape;3505;p57"/>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57"/>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7" name="Google Shape;3507;p57"/>
                <p:cNvGrpSpPr/>
                <p:nvPr/>
              </p:nvGrpSpPr>
              <p:grpSpPr>
                <a:xfrm>
                  <a:off x="1498221" y="4047614"/>
                  <a:ext cx="328444" cy="240783"/>
                  <a:chOff x="1498221" y="4047614"/>
                  <a:chExt cx="328444" cy="240783"/>
                </a:xfrm>
              </p:grpSpPr>
              <p:sp>
                <p:nvSpPr>
                  <p:cNvPr id="3508" name="Google Shape;3508;p57"/>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9" name="Google Shape;3509;p57"/>
                  <p:cNvGrpSpPr/>
                  <p:nvPr/>
                </p:nvGrpSpPr>
                <p:grpSpPr>
                  <a:xfrm>
                    <a:off x="1498221" y="4047614"/>
                    <a:ext cx="150566" cy="190416"/>
                    <a:chOff x="1498221" y="4047614"/>
                    <a:chExt cx="150566" cy="190416"/>
                  </a:xfrm>
                </p:grpSpPr>
                <p:sp>
                  <p:nvSpPr>
                    <p:cNvPr id="3510" name="Google Shape;3510;p57"/>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57"/>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12" name="Google Shape;3512;p57"/>
              <p:cNvGrpSpPr/>
              <p:nvPr/>
            </p:nvGrpSpPr>
            <p:grpSpPr>
              <a:xfrm>
                <a:off x="1560718" y="3800594"/>
                <a:ext cx="532948" cy="302090"/>
                <a:chOff x="1560718" y="3800594"/>
                <a:chExt cx="532948" cy="302090"/>
              </a:xfrm>
            </p:grpSpPr>
            <p:grpSp>
              <p:nvGrpSpPr>
                <p:cNvPr id="3513" name="Google Shape;3513;p57"/>
                <p:cNvGrpSpPr/>
                <p:nvPr/>
              </p:nvGrpSpPr>
              <p:grpSpPr>
                <a:xfrm>
                  <a:off x="1912179" y="3827344"/>
                  <a:ext cx="181487" cy="25631"/>
                  <a:chOff x="1912179" y="3827344"/>
                  <a:chExt cx="181487" cy="25631"/>
                </a:xfrm>
              </p:grpSpPr>
              <p:sp>
                <p:nvSpPr>
                  <p:cNvPr id="3514" name="Google Shape;3514;p57"/>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57"/>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6" name="Google Shape;3516;p57"/>
                <p:cNvGrpSpPr/>
                <p:nvPr/>
              </p:nvGrpSpPr>
              <p:grpSpPr>
                <a:xfrm>
                  <a:off x="1912179" y="4044505"/>
                  <a:ext cx="181487" cy="25622"/>
                  <a:chOff x="1912179" y="4044506"/>
                  <a:chExt cx="181487" cy="25622"/>
                </a:xfrm>
              </p:grpSpPr>
              <p:sp>
                <p:nvSpPr>
                  <p:cNvPr id="3517" name="Google Shape;3517;p57"/>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57"/>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9" name="Google Shape;3519;p57"/>
                <p:cNvGrpSpPr/>
                <p:nvPr/>
              </p:nvGrpSpPr>
              <p:grpSpPr>
                <a:xfrm>
                  <a:off x="1560718" y="3800594"/>
                  <a:ext cx="351472" cy="302090"/>
                  <a:chOff x="1560718" y="3800594"/>
                  <a:chExt cx="351472" cy="302090"/>
                </a:xfrm>
              </p:grpSpPr>
              <p:grpSp>
                <p:nvGrpSpPr>
                  <p:cNvPr id="3520" name="Google Shape;3520;p57"/>
                  <p:cNvGrpSpPr/>
                  <p:nvPr/>
                </p:nvGrpSpPr>
                <p:grpSpPr>
                  <a:xfrm>
                    <a:off x="1560718" y="3842857"/>
                    <a:ext cx="173586" cy="217131"/>
                    <a:chOff x="1560718" y="3842857"/>
                    <a:chExt cx="173586" cy="217131"/>
                  </a:xfrm>
                </p:grpSpPr>
                <p:sp>
                  <p:nvSpPr>
                    <p:cNvPr id="3521" name="Google Shape;3521;p57"/>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57"/>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57"/>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4" name="Google Shape;3524;p57"/>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57"/>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26" name="Google Shape;3526;p57"/>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7" name="Google Shape;3527;p57"/>
              <p:cNvGrpSpPr/>
              <p:nvPr/>
            </p:nvGrpSpPr>
            <p:grpSpPr>
              <a:xfrm>
                <a:off x="785350" y="3605478"/>
                <a:ext cx="535311" cy="249245"/>
                <a:chOff x="785350" y="3605478"/>
                <a:chExt cx="535311" cy="249245"/>
              </a:xfrm>
            </p:grpSpPr>
            <p:grpSp>
              <p:nvGrpSpPr>
                <p:cNvPr id="3528" name="Google Shape;3528;p57"/>
                <p:cNvGrpSpPr/>
                <p:nvPr/>
              </p:nvGrpSpPr>
              <p:grpSpPr>
                <a:xfrm>
                  <a:off x="785350" y="3605478"/>
                  <a:ext cx="376191" cy="102736"/>
                  <a:chOff x="785350" y="3605478"/>
                  <a:chExt cx="376191" cy="102736"/>
                </a:xfrm>
              </p:grpSpPr>
              <p:sp>
                <p:nvSpPr>
                  <p:cNvPr id="3529" name="Google Shape;3529;p57"/>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57"/>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57"/>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2" name="Google Shape;3532;p57"/>
                <p:cNvGrpSpPr/>
                <p:nvPr/>
              </p:nvGrpSpPr>
              <p:grpSpPr>
                <a:xfrm>
                  <a:off x="1161530" y="3655851"/>
                  <a:ext cx="159131" cy="198872"/>
                  <a:chOff x="1161530" y="3655851"/>
                  <a:chExt cx="159131" cy="198872"/>
                </a:xfrm>
              </p:grpSpPr>
              <p:sp>
                <p:nvSpPr>
                  <p:cNvPr id="3533" name="Google Shape;3533;p57"/>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57"/>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35" name="Google Shape;3535;p57"/>
              <p:cNvGrpSpPr/>
              <p:nvPr/>
            </p:nvGrpSpPr>
            <p:grpSpPr>
              <a:xfrm>
                <a:off x="785350" y="4047614"/>
                <a:ext cx="535311" cy="240783"/>
                <a:chOff x="785350" y="4047614"/>
                <a:chExt cx="535311" cy="240783"/>
              </a:xfrm>
            </p:grpSpPr>
            <p:grpSp>
              <p:nvGrpSpPr>
                <p:cNvPr id="3536" name="Google Shape;3536;p57"/>
                <p:cNvGrpSpPr/>
                <p:nvPr/>
              </p:nvGrpSpPr>
              <p:grpSpPr>
                <a:xfrm>
                  <a:off x="1161636" y="4047614"/>
                  <a:ext cx="159025" cy="190415"/>
                  <a:chOff x="1161636" y="4047614"/>
                  <a:chExt cx="159025" cy="190415"/>
                </a:xfrm>
              </p:grpSpPr>
              <p:sp>
                <p:nvSpPr>
                  <p:cNvPr id="3537" name="Google Shape;3537;p57"/>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57"/>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9" name="Google Shape;3539;p57"/>
                <p:cNvGrpSpPr/>
                <p:nvPr/>
              </p:nvGrpSpPr>
              <p:grpSpPr>
                <a:xfrm>
                  <a:off x="785350" y="4185661"/>
                  <a:ext cx="376191" cy="102736"/>
                  <a:chOff x="785350" y="4185661"/>
                  <a:chExt cx="376191" cy="102736"/>
                </a:xfrm>
              </p:grpSpPr>
              <p:sp>
                <p:nvSpPr>
                  <p:cNvPr id="3540" name="Google Shape;3540;p57"/>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57"/>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57"/>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43" name="Google Shape;3543;p57"/>
              <p:cNvGrpSpPr/>
              <p:nvPr/>
            </p:nvGrpSpPr>
            <p:grpSpPr>
              <a:xfrm>
                <a:off x="1501054" y="3605478"/>
                <a:ext cx="526340" cy="249240"/>
                <a:chOff x="1501054" y="3605478"/>
                <a:chExt cx="526340" cy="249240"/>
              </a:xfrm>
            </p:grpSpPr>
            <p:grpSp>
              <p:nvGrpSpPr>
                <p:cNvPr id="3544" name="Google Shape;3544;p57"/>
                <p:cNvGrpSpPr/>
                <p:nvPr/>
              </p:nvGrpSpPr>
              <p:grpSpPr>
                <a:xfrm>
                  <a:off x="1834208" y="3643867"/>
                  <a:ext cx="193185" cy="25622"/>
                  <a:chOff x="1834208" y="3643867"/>
                  <a:chExt cx="193185" cy="25622"/>
                </a:xfrm>
              </p:grpSpPr>
              <p:sp>
                <p:nvSpPr>
                  <p:cNvPr id="3545" name="Google Shape;3545;p57"/>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57"/>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7" name="Google Shape;3547;p57"/>
                <p:cNvGrpSpPr/>
                <p:nvPr/>
              </p:nvGrpSpPr>
              <p:grpSpPr>
                <a:xfrm>
                  <a:off x="1501054" y="3605478"/>
                  <a:ext cx="333165" cy="249240"/>
                  <a:chOff x="1501054" y="3605478"/>
                  <a:chExt cx="333165" cy="249240"/>
                </a:xfrm>
              </p:grpSpPr>
              <p:sp>
                <p:nvSpPr>
                  <p:cNvPr id="3548" name="Google Shape;3548;p57"/>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9" name="Google Shape;3549;p57"/>
                  <p:cNvGrpSpPr/>
                  <p:nvPr/>
                </p:nvGrpSpPr>
                <p:grpSpPr>
                  <a:xfrm>
                    <a:off x="1501054" y="3655851"/>
                    <a:ext cx="155286" cy="198867"/>
                    <a:chOff x="1501054" y="3655851"/>
                    <a:chExt cx="155286" cy="198867"/>
                  </a:xfrm>
                </p:grpSpPr>
                <p:sp>
                  <p:nvSpPr>
                    <p:cNvPr id="3550" name="Google Shape;3550;p57"/>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57"/>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52" name="Google Shape;3552;p57"/>
              <p:cNvGrpSpPr/>
              <p:nvPr/>
            </p:nvGrpSpPr>
            <p:grpSpPr>
              <a:xfrm>
                <a:off x="724986" y="3800594"/>
                <a:ext cx="532950" cy="302090"/>
                <a:chOff x="724986" y="3800594"/>
                <a:chExt cx="532950" cy="302090"/>
              </a:xfrm>
            </p:grpSpPr>
            <p:grpSp>
              <p:nvGrpSpPr>
                <p:cNvPr id="3553" name="Google Shape;3553;p57"/>
                <p:cNvGrpSpPr/>
                <p:nvPr/>
              </p:nvGrpSpPr>
              <p:grpSpPr>
                <a:xfrm>
                  <a:off x="724986" y="4044367"/>
                  <a:ext cx="181314" cy="25626"/>
                  <a:chOff x="724986" y="4044367"/>
                  <a:chExt cx="181314" cy="25626"/>
                </a:xfrm>
              </p:grpSpPr>
              <p:sp>
                <p:nvSpPr>
                  <p:cNvPr id="3554" name="Google Shape;3554;p57"/>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57"/>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6" name="Google Shape;3556;p57"/>
                <p:cNvGrpSpPr/>
                <p:nvPr/>
              </p:nvGrpSpPr>
              <p:grpSpPr>
                <a:xfrm>
                  <a:off x="906290" y="3800594"/>
                  <a:ext cx="351646" cy="302090"/>
                  <a:chOff x="906290" y="3800594"/>
                  <a:chExt cx="351646" cy="302090"/>
                </a:xfrm>
              </p:grpSpPr>
              <p:grpSp>
                <p:nvGrpSpPr>
                  <p:cNvPr id="3557" name="Google Shape;3557;p57"/>
                  <p:cNvGrpSpPr/>
                  <p:nvPr/>
                </p:nvGrpSpPr>
                <p:grpSpPr>
                  <a:xfrm>
                    <a:off x="1084172" y="3842857"/>
                    <a:ext cx="173764" cy="217131"/>
                    <a:chOff x="1084172" y="3842857"/>
                    <a:chExt cx="173764" cy="217131"/>
                  </a:xfrm>
                </p:grpSpPr>
                <p:grpSp>
                  <p:nvGrpSpPr>
                    <p:cNvPr id="3558" name="Google Shape;3558;p57"/>
                    <p:cNvGrpSpPr/>
                    <p:nvPr/>
                  </p:nvGrpSpPr>
                  <p:grpSpPr>
                    <a:xfrm>
                      <a:off x="1156862" y="3936509"/>
                      <a:ext cx="101073" cy="25622"/>
                      <a:chOff x="1156862" y="3936509"/>
                      <a:chExt cx="101073" cy="25622"/>
                    </a:xfrm>
                  </p:grpSpPr>
                  <p:sp>
                    <p:nvSpPr>
                      <p:cNvPr id="3559" name="Google Shape;3559;p57"/>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57"/>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1" name="Google Shape;3561;p57"/>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2" name="Google Shape;3562;p57"/>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57"/>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4" name="Google Shape;3564;p57"/>
                <p:cNvGrpSpPr/>
                <p:nvPr/>
              </p:nvGrpSpPr>
              <p:grpSpPr>
                <a:xfrm>
                  <a:off x="724986" y="3830189"/>
                  <a:ext cx="189533" cy="25626"/>
                  <a:chOff x="724986" y="3830189"/>
                  <a:chExt cx="189533" cy="25626"/>
                </a:xfrm>
              </p:grpSpPr>
              <p:sp>
                <p:nvSpPr>
                  <p:cNvPr id="3565" name="Google Shape;3565;p57"/>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57"/>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3567" name="Google Shape;3567;p57"/>
          <p:cNvGrpSpPr/>
          <p:nvPr/>
        </p:nvGrpSpPr>
        <p:grpSpPr>
          <a:xfrm>
            <a:off x="2249438" y="2249669"/>
            <a:ext cx="948701" cy="935378"/>
            <a:chOff x="2253298" y="2428317"/>
            <a:chExt cx="948701" cy="935378"/>
          </a:xfrm>
        </p:grpSpPr>
        <p:sp>
          <p:nvSpPr>
            <p:cNvPr id="3568" name="Google Shape;3568;p57"/>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57"/>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57"/>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57"/>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57"/>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57"/>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57"/>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57"/>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57"/>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57"/>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57"/>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57"/>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57"/>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57"/>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57"/>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57"/>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57"/>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57"/>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57"/>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57"/>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57"/>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57"/>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57"/>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57"/>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57"/>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57"/>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57"/>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57"/>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57"/>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57"/>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57"/>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57"/>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57"/>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4" name="Shape 3604"/>
        <p:cNvGrpSpPr/>
        <p:nvPr/>
      </p:nvGrpSpPr>
      <p:grpSpPr>
        <a:xfrm>
          <a:off x="0" y="0"/>
          <a:ext cx="0" cy="0"/>
          <a:chOff x="0" y="0"/>
          <a:chExt cx="0" cy="0"/>
        </a:xfrm>
      </p:grpSpPr>
      <p:grpSp>
        <p:nvGrpSpPr>
          <p:cNvPr id="3605" name="Google Shape;3605;p58"/>
          <p:cNvGrpSpPr/>
          <p:nvPr/>
        </p:nvGrpSpPr>
        <p:grpSpPr>
          <a:xfrm>
            <a:off x="3339745" y="952988"/>
            <a:ext cx="2363393" cy="1017867"/>
            <a:chOff x="3292400" y="1219146"/>
            <a:chExt cx="2615240" cy="1110239"/>
          </a:xfrm>
        </p:grpSpPr>
        <p:sp>
          <p:nvSpPr>
            <p:cNvPr id="3606" name="Google Shape;3606;p58"/>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400">
                <a:solidFill>
                  <a:srgbClr val="FFFFFF"/>
                </a:solidFill>
              </a:endParaRPr>
            </a:p>
          </p:txBody>
        </p:sp>
        <p:sp>
          <p:nvSpPr>
            <p:cNvPr id="3607" name="Google Shape;3607;p58"/>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08" name="Google Shape;3608;p58"/>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JANUARY</a:t>
              </a:r>
              <a:endParaRPr sz="400">
                <a:solidFill>
                  <a:srgbClr val="FFFFFF"/>
                </a:solidFill>
              </a:endParaRPr>
            </a:p>
          </p:txBody>
        </p:sp>
        <p:sp>
          <p:nvSpPr>
            <p:cNvPr id="3609" name="Google Shape;3609;p58"/>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FEBRUARY</a:t>
              </a:r>
              <a:endParaRPr sz="400">
                <a:solidFill>
                  <a:srgbClr val="FFFFFF"/>
                </a:solidFill>
              </a:endParaRPr>
            </a:p>
          </p:txBody>
        </p:sp>
        <p:sp>
          <p:nvSpPr>
            <p:cNvPr id="3610" name="Google Shape;3610;p58"/>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MARCH</a:t>
              </a:r>
              <a:endParaRPr sz="400">
                <a:solidFill>
                  <a:srgbClr val="FFFFFF"/>
                </a:solidFill>
              </a:endParaRPr>
            </a:p>
          </p:txBody>
        </p:sp>
        <p:sp>
          <p:nvSpPr>
            <p:cNvPr id="3611" name="Google Shape;3611;p58"/>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APRIL</a:t>
              </a:r>
              <a:endParaRPr sz="400">
                <a:solidFill>
                  <a:srgbClr val="FFFFFF"/>
                </a:solidFill>
              </a:endParaRPr>
            </a:p>
          </p:txBody>
        </p:sp>
        <p:sp>
          <p:nvSpPr>
            <p:cNvPr id="3612" name="Google Shape;3612;p58"/>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MAY</a:t>
              </a:r>
              <a:endParaRPr sz="400">
                <a:solidFill>
                  <a:srgbClr val="FFFFFF"/>
                </a:solidFill>
              </a:endParaRPr>
            </a:p>
          </p:txBody>
        </p:sp>
        <p:sp>
          <p:nvSpPr>
            <p:cNvPr id="3613" name="Google Shape;3613;p58"/>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JUNE</a:t>
              </a:r>
              <a:endParaRPr sz="400">
                <a:solidFill>
                  <a:srgbClr val="FFFFFF"/>
                </a:solidFill>
              </a:endParaRPr>
            </a:p>
          </p:txBody>
        </p:sp>
        <p:sp>
          <p:nvSpPr>
            <p:cNvPr id="3614" name="Google Shape;3614;p58"/>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1</a:t>
              </a:r>
              <a:endParaRPr sz="400">
                <a:solidFill>
                  <a:srgbClr val="FFFFFF"/>
                </a:solidFill>
              </a:endParaRPr>
            </a:p>
          </p:txBody>
        </p:sp>
        <p:sp>
          <p:nvSpPr>
            <p:cNvPr id="3615" name="Google Shape;3615;p58"/>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2</a:t>
              </a:r>
              <a:endParaRPr sz="400">
                <a:solidFill>
                  <a:srgbClr val="FFFFFF"/>
                </a:solidFill>
              </a:endParaRPr>
            </a:p>
          </p:txBody>
        </p:sp>
        <p:sp>
          <p:nvSpPr>
            <p:cNvPr id="3616" name="Google Shape;3616;p58"/>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17" name="Google Shape;3617;p58"/>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sp>
          <p:nvSpPr>
            <p:cNvPr id="3618" name="Google Shape;3618;p58"/>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19" name="Google Shape;3619;p58"/>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grpSp>
          <p:nvGrpSpPr>
            <p:cNvPr id="3620" name="Google Shape;3620;p58"/>
            <p:cNvGrpSpPr/>
            <p:nvPr/>
          </p:nvGrpSpPr>
          <p:grpSpPr>
            <a:xfrm>
              <a:off x="3748438" y="1378608"/>
              <a:ext cx="2159202" cy="903971"/>
              <a:chOff x="1683525" y="2179850"/>
              <a:chExt cx="4519050" cy="2134525"/>
            </a:xfrm>
          </p:grpSpPr>
          <p:sp>
            <p:nvSpPr>
              <p:cNvPr id="3621" name="Google Shape;3621;p58"/>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2" name="Google Shape;3622;p58"/>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3" name="Google Shape;3623;p58"/>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4" name="Google Shape;3624;p58"/>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5" name="Google Shape;3625;p58"/>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6" name="Google Shape;3626;p58"/>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7" name="Google Shape;3627;p58"/>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8" name="Google Shape;3628;p58"/>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29" name="Google Shape;3629;p58"/>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30" name="Google Shape;3630;p58"/>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31" name="Google Shape;3631;p58"/>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32" name="Google Shape;3632;p58"/>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grpSp>
      </p:grpSp>
      <p:graphicFrame>
        <p:nvGraphicFramePr>
          <p:cNvPr id="3633" name="Google Shape;3633;p58"/>
          <p:cNvGraphicFramePr/>
          <p:nvPr/>
        </p:nvGraphicFramePr>
        <p:xfrm>
          <a:off x="5935838" y="2130461"/>
          <a:ext cx="3000000" cy="3000000"/>
        </p:xfrm>
        <a:graphic>
          <a:graphicData uri="http://schemas.openxmlformats.org/drawingml/2006/table">
            <a:tbl>
              <a:tblPr>
                <a:noFill/>
                <a:tableStyleId>{96ECB150-A961-479E-BDB7-7344C5B481E7}</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3634" name="Google Shape;3634;p58"/>
          <p:cNvGrpSpPr/>
          <p:nvPr/>
        </p:nvGrpSpPr>
        <p:grpSpPr>
          <a:xfrm>
            <a:off x="5935948" y="3189058"/>
            <a:ext cx="2496964" cy="1001454"/>
            <a:chOff x="1919611" y="789980"/>
            <a:chExt cx="1474179" cy="606868"/>
          </a:xfrm>
        </p:grpSpPr>
        <p:cxnSp>
          <p:nvCxnSpPr>
            <p:cNvPr id="3635" name="Google Shape;3635;p58"/>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636" name="Google Shape;3636;p58"/>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637" name="Google Shape;3637;p58"/>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3638" name="Google Shape;3638;p58"/>
            <p:cNvSpPr txBox="1"/>
            <p:nvPr/>
          </p:nvSpPr>
          <p:spPr>
            <a:xfrm flipH="1">
              <a:off x="210971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JANUARY</a:t>
              </a:r>
              <a:endParaRPr sz="400">
                <a:solidFill>
                  <a:srgbClr val="E3E9ED"/>
                </a:solidFill>
              </a:endParaRPr>
            </a:p>
          </p:txBody>
        </p:sp>
        <p:sp>
          <p:nvSpPr>
            <p:cNvPr id="3639" name="Google Shape;3639;p58"/>
            <p:cNvSpPr txBox="1"/>
            <p:nvPr/>
          </p:nvSpPr>
          <p:spPr>
            <a:xfrm flipH="1">
              <a:off x="2434275" y="789980"/>
              <a:ext cx="2892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FEBRUARY</a:t>
              </a:r>
              <a:endParaRPr sz="400">
                <a:solidFill>
                  <a:srgbClr val="E3E9ED"/>
                </a:solidFill>
              </a:endParaRPr>
            </a:p>
          </p:txBody>
        </p:sp>
        <p:sp>
          <p:nvSpPr>
            <p:cNvPr id="3640" name="Google Shape;3640;p58"/>
            <p:cNvSpPr txBox="1"/>
            <p:nvPr/>
          </p:nvSpPr>
          <p:spPr>
            <a:xfrm flipH="1">
              <a:off x="2781049"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MARCH</a:t>
              </a:r>
              <a:endParaRPr sz="400">
                <a:solidFill>
                  <a:srgbClr val="E3E9ED"/>
                </a:solidFill>
              </a:endParaRPr>
            </a:p>
          </p:txBody>
        </p:sp>
        <p:sp>
          <p:nvSpPr>
            <p:cNvPr id="3641" name="Google Shape;3641;p58"/>
            <p:cNvSpPr txBox="1"/>
            <p:nvPr/>
          </p:nvSpPr>
          <p:spPr>
            <a:xfrm flipH="1">
              <a:off x="311269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APRIL</a:t>
              </a:r>
              <a:endParaRPr sz="400">
                <a:solidFill>
                  <a:srgbClr val="E3E9ED"/>
                </a:solidFill>
              </a:endParaRPr>
            </a:p>
          </p:txBody>
        </p:sp>
        <p:sp>
          <p:nvSpPr>
            <p:cNvPr id="3642" name="Google Shape;3642;p58"/>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58"/>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58"/>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58"/>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58"/>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58"/>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58"/>
            <p:cNvSpPr txBox="1"/>
            <p:nvPr/>
          </p:nvSpPr>
          <p:spPr>
            <a:xfrm flipH="1">
              <a:off x="1921107" y="918157"/>
              <a:ext cx="188400" cy="1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1600"/>
                </a:spcAft>
                <a:buNone/>
              </a:pPr>
              <a:r>
                <a:rPr lang="en" sz="400">
                  <a:solidFill>
                    <a:srgbClr val="E3E9ED"/>
                  </a:solidFill>
                </a:rPr>
                <a:t>PHASE 1</a:t>
              </a:r>
              <a:endParaRPr sz="400">
                <a:solidFill>
                  <a:srgbClr val="E3E9ED"/>
                </a:solidFill>
              </a:endParaRPr>
            </a:p>
          </p:txBody>
        </p:sp>
        <p:sp>
          <p:nvSpPr>
            <p:cNvPr id="3649" name="Google Shape;3649;p58"/>
            <p:cNvSpPr txBox="1"/>
            <p:nvPr/>
          </p:nvSpPr>
          <p:spPr>
            <a:xfrm flipH="1">
              <a:off x="1919611" y="1113383"/>
              <a:ext cx="1899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1</a:t>
              </a:r>
              <a:endParaRPr sz="400">
                <a:solidFill>
                  <a:srgbClr val="E3E9ED"/>
                </a:solidFill>
              </a:endParaRPr>
            </a:p>
          </p:txBody>
        </p:sp>
        <p:sp>
          <p:nvSpPr>
            <p:cNvPr id="3650" name="Google Shape;3650;p58"/>
            <p:cNvSpPr txBox="1"/>
            <p:nvPr/>
          </p:nvSpPr>
          <p:spPr>
            <a:xfrm flipH="1">
              <a:off x="1921111" y="1304520"/>
              <a:ext cx="1884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2</a:t>
              </a:r>
              <a:endParaRPr sz="400">
                <a:solidFill>
                  <a:srgbClr val="E3E9ED"/>
                </a:solidFill>
              </a:endParaRPr>
            </a:p>
          </p:txBody>
        </p:sp>
        <p:sp>
          <p:nvSpPr>
            <p:cNvPr id="3651" name="Google Shape;3651;p58"/>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2" name="Google Shape;3652;p58"/>
          <p:cNvGrpSpPr/>
          <p:nvPr/>
        </p:nvGrpSpPr>
        <p:grpSpPr>
          <a:xfrm>
            <a:off x="712562" y="998017"/>
            <a:ext cx="2394370" cy="976502"/>
            <a:chOff x="749309" y="1112739"/>
            <a:chExt cx="2371603" cy="976502"/>
          </a:xfrm>
        </p:grpSpPr>
        <p:sp>
          <p:nvSpPr>
            <p:cNvPr id="3653" name="Google Shape;3653;p58"/>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58"/>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58"/>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58"/>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58"/>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58"/>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58"/>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58"/>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58"/>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58"/>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58"/>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58"/>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58"/>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58"/>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58"/>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58"/>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58"/>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58"/>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58"/>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58"/>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58"/>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58"/>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58"/>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58"/>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58"/>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58"/>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58"/>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58"/>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58"/>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58"/>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58"/>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58"/>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3685" name="Google Shape;3685;p58"/>
          <p:cNvGraphicFramePr/>
          <p:nvPr/>
        </p:nvGraphicFramePr>
        <p:xfrm>
          <a:off x="5935863" y="996311"/>
          <a:ext cx="3000000" cy="3000000"/>
        </p:xfrm>
        <a:graphic>
          <a:graphicData uri="http://schemas.openxmlformats.org/drawingml/2006/table">
            <a:tbl>
              <a:tblPr>
                <a:noFill/>
                <a:tableStyleId>{96ECB150-A961-479E-BDB7-7344C5B481E7}</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3686" name="Google Shape;3686;p58"/>
          <p:cNvGraphicFramePr/>
          <p:nvPr/>
        </p:nvGraphicFramePr>
        <p:xfrm>
          <a:off x="3342575" y="2130461"/>
          <a:ext cx="3000000" cy="3000000"/>
        </p:xfrm>
        <a:graphic>
          <a:graphicData uri="http://schemas.openxmlformats.org/drawingml/2006/table">
            <a:tbl>
              <a:tblPr>
                <a:noFill/>
                <a:tableStyleId>{96ECB150-A961-479E-BDB7-7344C5B481E7}</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687" name="Google Shape;3687;p58"/>
          <p:cNvGrpSpPr/>
          <p:nvPr/>
        </p:nvGrpSpPr>
        <p:grpSpPr>
          <a:xfrm>
            <a:off x="4086505" y="2517104"/>
            <a:ext cx="1517436" cy="74460"/>
            <a:chOff x="3980086" y="2804397"/>
            <a:chExt cx="1227600" cy="66900"/>
          </a:xfrm>
        </p:grpSpPr>
        <p:sp>
          <p:nvSpPr>
            <p:cNvPr id="3688" name="Google Shape;3688;p58"/>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58"/>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0" name="Google Shape;3690;p58"/>
          <p:cNvGrpSpPr/>
          <p:nvPr/>
        </p:nvGrpSpPr>
        <p:grpSpPr>
          <a:xfrm>
            <a:off x="4711569" y="2809692"/>
            <a:ext cx="892956" cy="74460"/>
            <a:chOff x="3980086" y="2804397"/>
            <a:chExt cx="1227600" cy="66900"/>
          </a:xfrm>
        </p:grpSpPr>
        <p:sp>
          <p:nvSpPr>
            <p:cNvPr id="3691" name="Google Shape;3691;p58"/>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58"/>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3" name="Google Shape;3693;p58"/>
          <p:cNvGrpSpPr/>
          <p:nvPr/>
        </p:nvGrpSpPr>
        <p:grpSpPr>
          <a:xfrm>
            <a:off x="3344661" y="3168575"/>
            <a:ext cx="2363244" cy="1005943"/>
            <a:chOff x="3358415" y="3361302"/>
            <a:chExt cx="2363244" cy="1024695"/>
          </a:xfrm>
        </p:grpSpPr>
        <p:grpSp>
          <p:nvGrpSpPr>
            <p:cNvPr id="3694" name="Google Shape;3694;p58"/>
            <p:cNvGrpSpPr/>
            <p:nvPr/>
          </p:nvGrpSpPr>
          <p:grpSpPr>
            <a:xfrm>
              <a:off x="3358415" y="3361302"/>
              <a:ext cx="441300" cy="1024695"/>
              <a:chOff x="3358415" y="3361302"/>
              <a:chExt cx="441300" cy="1024695"/>
            </a:xfrm>
          </p:grpSpPr>
          <p:sp>
            <p:nvSpPr>
              <p:cNvPr id="3695" name="Google Shape;3695;p58"/>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58"/>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58"/>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58"/>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58"/>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58"/>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1" name="Google Shape;3701;p58"/>
            <p:cNvGrpSpPr/>
            <p:nvPr/>
          </p:nvGrpSpPr>
          <p:grpSpPr>
            <a:xfrm>
              <a:off x="3838901" y="3361302"/>
              <a:ext cx="441300" cy="1024695"/>
              <a:chOff x="3838901" y="3361302"/>
              <a:chExt cx="441300" cy="1024695"/>
            </a:xfrm>
          </p:grpSpPr>
          <p:sp>
            <p:nvSpPr>
              <p:cNvPr id="3702" name="Google Shape;3702;p58"/>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58"/>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58"/>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58"/>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58"/>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58"/>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8" name="Google Shape;3708;p58"/>
            <p:cNvGrpSpPr/>
            <p:nvPr/>
          </p:nvGrpSpPr>
          <p:grpSpPr>
            <a:xfrm>
              <a:off x="4319387" y="3361302"/>
              <a:ext cx="441300" cy="1024695"/>
              <a:chOff x="4319387" y="3361302"/>
              <a:chExt cx="441300" cy="1024695"/>
            </a:xfrm>
          </p:grpSpPr>
          <p:sp>
            <p:nvSpPr>
              <p:cNvPr id="3709" name="Google Shape;3709;p58"/>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58"/>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58"/>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58"/>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58"/>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58"/>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5" name="Google Shape;3715;p58"/>
            <p:cNvGrpSpPr/>
            <p:nvPr/>
          </p:nvGrpSpPr>
          <p:grpSpPr>
            <a:xfrm>
              <a:off x="4799873" y="3361302"/>
              <a:ext cx="441300" cy="1024695"/>
              <a:chOff x="4799873" y="3361302"/>
              <a:chExt cx="441300" cy="1024695"/>
            </a:xfrm>
          </p:grpSpPr>
          <p:sp>
            <p:nvSpPr>
              <p:cNvPr id="3716" name="Google Shape;3716;p58"/>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58"/>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58"/>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58"/>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58"/>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58"/>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2" name="Google Shape;3722;p58"/>
            <p:cNvGrpSpPr/>
            <p:nvPr/>
          </p:nvGrpSpPr>
          <p:grpSpPr>
            <a:xfrm>
              <a:off x="5280360" y="3361302"/>
              <a:ext cx="441300" cy="1024695"/>
              <a:chOff x="5280360" y="3361302"/>
              <a:chExt cx="441300" cy="1024695"/>
            </a:xfrm>
          </p:grpSpPr>
          <p:sp>
            <p:nvSpPr>
              <p:cNvPr id="3723" name="Google Shape;3723;p58"/>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58"/>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58"/>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58"/>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58"/>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58"/>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3729" name="Google Shape;3729;p58"/>
          <p:cNvGraphicFramePr/>
          <p:nvPr/>
        </p:nvGraphicFramePr>
        <p:xfrm>
          <a:off x="711088" y="2130461"/>
          <a:ext cx="3000000" cy="3000000"/>
        </p:xfrm>
        <a:graphic>
          <a:graphicData uri="http://schemas.openxmlformats.org/drawingml/2006/table">
            <a:tbl>
              <a:tblPr>
                <a:noFill/>
                <a:tableStyleId>{96ECB150-A961-479E-BDB7-7344C5B481E7}</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730" name="Google Shape;3730;p58"/>
          <p:cNvGrpSpPr/>
          <p:nvPr/>
        </p:nvGrpSpPr>
        <p:grpSpPr>
          <a:xfrm>
            <a:off x="712613" y="3180186"/>
            <a:ext cx="2403614" cy="1005900"/>
            <a:chOff x="726450" y="3372825"/>
            <a:chExt cx="2403614" cy="1005900"/>
          </a:xfrm>
        </p:grpSpPr>
        <p:grpSp>
          <p:nvGrpSpPr>
            <p:cNvPr id="3731" name="Google Shape;3731;p58"/>
            <p:cNvGrpSpPr/>
            <p:nvPr/>
          </p:nvGrpSpPr>
          <p:grpSpPr>
            <a:xfrm>
              <a:off x="726450" y="3696000"/>
              <a:ext cx="2403614" cy="500898"/>
              <a:chOff x="726450" y="3696000"/>
              <a:chExt cx="2403614" cy="500898"/>
            </a:xfrm>
          </p:grpSpPr>
          <p:sp>
            <p:nvSpPr>
              <p:cNvPr id="3732" name="Google Shape;3732;p58"/>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733" name="Google Shape;3733;p58"/>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734" name="Google Shape;3734;p58"/>
            <p:cNvGrpSpPr/>
            <p:nvPr/>
          </p:nvGrpSpPr>
          <p:grpSpPr>
            <a:xfrm>
              <a:off x="1348050" y="3372825"/>
              <a:ext cx="1720425" cy="1005900"/>
              <a:chOff x="1348050" y="3372825"/>
              <a:chExt cx="1720425" cy="1005900"/>
            </a:xfrm>
          </p:grpSpPr>
          <p:sp>
            <p:nvSpPr>
              <p:cNvPr id="3735" name="Google Shape;3735;p58"/>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736" name="Google Shape;3736;p58"/>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737" name="Google Shape;3737;p58"/>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738" name="Google Shape;3738;p58"/>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739" name="Google Shape;3739;p58"/>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740" name="Google Shape;3740;p58"/>
            <p:cNvGrpSpPr/>
            <p:nvPr/>
          </p:nvGrpSpPr>
          <p:grpSpPr>
            <a:xfrm>
              <a:off x="1455707" y="3731058"/>
              <a:ext cx="1491150" cy="417657"/>
              <a:chOff x="1455707" y="3731058"/>
              <a:chExt cx="1491150" cy="417657"/>
            </a:xfrm>
          </p:grpSpPr>
          <p:grpSp>
            <p:nvGrpSpPr>
              <p:cNvPr id="3741" name="Google Shape;3741;p58"/>
              <p:cNvGrpSpPr/>
              <p:nvPr/>
            </p:nvGrpSpPr>
            <p:grpSpPr>
              <a:xfrm>
                <a:off x="1472938" y="3745828"/>
                <a:ext cx="72126" cy="53788"/>
                <a:chOff x="1472938" y="3745828"/>
                <a:chExt cx="72126" cy="53788"/>
              </a:xfrm>
            </p:grpSpPr>
            <p:sp>
              <p:nvSpPr>
                <p:cNvPr id="3742" name="Google Shape;3742;p58"/>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58"/>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4" name="Google Shape;3744;p58"/>
              <p:cNvGrpSpPr/>
              <p:nvPr/>
            </p:nvGrpSpPr>
            <p:grpSpPr>
              <a:xfrm>
                <a:off x="1819181" y="4089633"/>
                <a:ext cx="72126" cy="53788"/>
                <a:chOff x="1819181" y="4089633"/>
                <a:chExt cx="72126" cy="53788"/>
              </a:xfrm>
            </p:grpSpPr>
            <p:sp>
              <p:nvSpPr>
                <p:cNvPr id="3745" name="Google Shape;3745;p58"/>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58"/>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7" name="Google Shape;3747;p58"/>
              <p:cNvGrpSpPr/>
              <p:nvPr/>
            </p:nvGrpSpPr>
            <p:grpSpPr>
              <a:xfrm>
                <a:off x="1455707" y="4084171"/>
                <a:ext cx="64321" cy="64544"/>
                <a:chOff x="1455707" y="4084171"/>
                <a:chExt cx="64321" cy="64544"/>
              </a:xfrm>
            </p:grpSpPr>
            <p:sp>
              <p:nvSpPr>
                <p:cNvPr id="3748" name="Google Shape;3748;p58"/>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58"/>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58"/>
              <p:cNvGrpSpPr/>
              <p:nvPr/>
            </p:nvGrpSpPr>
            <p:grpSpPr>
              <a:xfrm>
                <a:off x="1818610" y="3731058"/>
                <a:ext cx="64321" cy="64544"/>
                <a:chOff x="1818610" y="3731058"/>
                <a:chExt cx="64321" cy="64544"/>
              </a:xfrm>
            </p:grpSpPr>
            <p:sp>
              <p:nvSpPr>
                <p:cNvPr id="3751" name="Google Shape;3751;p58"/>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58"/>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3" name="Google Shape;3753;p58"/>
              <p:cNvGrpSpPr/>
              <p:nvPr/>
            </p:nvGrpSpPr>
            <p:grpSpPr>
              <a:xfrm>
                <a:off x="2172491" y="4089633"/>
                <a:ext cx="72126" cy="53788"/>
                <a:chOff x="2172491" y="4089633"/>
                <a:chExt cx="72126" cy="53788"/>
              </a:xfrm>
            </p:grpSpPr>
            <p:sp>
              <p:nvSpPr>
                <p:cNvPr id="3754" name="Google Shape;3754;p58"/>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58"/>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6" name="Google Shape;3756;p58"/>
              <p:cNvGrpSpPr/>
              <p:nvPr/>
            </p:nvGrpSpPr>
            <p:grpSpPr>
              <a:xfrm>
                <a:off x="2171920" y="3731058"/>
                <a:ext cx="64321" cy="64544"/>
                <a:chOff x="2171920" y="3731058"/>
                <a:chExt cx="64321" cy="64544"/>
              </a:xfrm>
            </p:grpSpPr>
            <p:sp>
              <p:nvSpPr>
                <p:cNvPr id="3757" name="Google Shape;3757;p58"/>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58"/>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9" name="Google Shape;3759;p58"/>
              <p:cNvGrpSpPr/>
              <p:nvPr/>
            </p:nvGrpSpPr>
            <p:grpSpPr>
              <a:xfrm>
                <a:off x="2874730" y="3745828"/>
                <a:ext cx="72126" cy="53788"/>
                <a:chOff x="2874730" y="3745828"/>
                <a:chExt cx="72126" cy="53788"/>
              </a:xfrm>
            </p:grpSpPr>
            <p:sp>
              <p:nvSpPr>
                <p:cNvPr id="3760" name="Google Shape;3760;p58"/>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58"/>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58"/>
              <p:cNvGrpSpPr/>
              <p:nvPr/>
            </p:nvGrpSpPr>
            <p:grpSpPr>
              <a:xfrm>
                <a:off x="2878589" y="4081481"/>
                <a:ext cx="64321" cy="64544"/>
                <a:chOff x="2878589" y="4081481"/>
                <a:chExt cx="64321" cy="64544"/>
              </a:xfrm>
            </p:grpSpPr>
            <p:sp>
              <p:nvSpPr>
                <p:cNvPr id="3763" name="Google Shape;3763;p58"/>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58"/>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58"/>
              <p:cNvGrpSpPr/>
              <p:nvPr/>
            </p:nvGrpSpPr>
            <p:grpSpPr>
              <a:xfrm>
                <a:off x="2525796" y="4089633"/>
                <a:ext cx="72126" cy="53788"/>
                <a:chOff x="2525796" y="4089633"/>
                <a:chExt cx="72126" cy="53788"/>
              </a:xfrm>
            </p:grpSpPr>
            <p:sp>
              <p:nvSpPr>
                <p:cNvPr id="3766" name="Google Shape;3766;p58"/>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58"/>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8" name="Google Shape;3768;p58"/>
              <p:cNvGrpSpPr/>
              <p:nvPr/>
            </p:nvGrpSpPr>
            <p:grpSpPr>
              <a:xfrm>
                <a:off x="2525225" y="3731058"/>
                <a:ext cx="64321" cy="64544"/>
                <a:chOff x="2525225" y="3731058"/>
                <a:chExt cx="64321" cy="64544"/>
              </a:xfrm>
            </p:grpSpPr>
            <p:sp>
              <p:nvSpPr>
                <p:cNvPr id="3769" name="Google Shape;3769;p58"/>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58"/>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4" name="Shape 3774"/>
        <p:cNvGrpSpPr/>
        <p:nvPr/>
      </p:nvGrpSpPr>
      <p:grpSpPr>
        <a:xfrm>
          <a:off x="0" y="0"/>
          <a:ext cx="0" cy="0"/>
          <a:chOff x="0" y="0"/>
          <a:chExt cx="0" cy="0"/>
        </a:xfrm>
      </p:grpSpPr>
      <p:grpSp>
        <p:nvGrpSpPr>
          <p:cNvPr id="3775" name="Google Shape;3775;p59"/>
          <p:cNvGrpSpPr/>
          <p:nvPr/>
        </p:nvGrpSpPr>
        <p:grpSpPr>
          <a:xfrm>
            <a:off x="5780153" y="1859606"/>
            <a:ext cx="671400" cy="674856"/>
            <a:chOff x="5780148" y="1859605"/>
            <a:chExt cx="671400" cy="674856"/>
          </a:xfrm>
        </p:grpSpPr>
        <p:sp>
          <p:nvSpPr>
            <p:cNvPr id="3776" name="Google Shape;3776;p59"/>
            <p:cNvSpPr/>
            <p:nvPr/>
          </p:nvSpPr>
          <p:spPr>
            <a:xfrm>
              <a:off x="5780148" y="1859605"/>
              <a:ext cx="671400" cy="6714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59"/>
            <p:cNvSpPr/>
            <p:nvPr/>
          </p:nvSpPr>
          <p:spPr>
            <a:xfrm>
              <a:off x="5851927" y="2006476"/>
              <a:ext cx="527700" cy="5277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59"/>
            <p:cNvSpPr/>
            <p:nvPr/>
          </p:nvSpPr>
          <p:spPr>
            <a:xfrm>
              <a:off x="5899320" y="2101262"/>
              <a:ext cx="433200" cy="4332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59"/>
            <p:cNvSpPr/>
            <p:nvPr/>
          </p:nvSpPr>
          <p:spPr>
            <a:xfrm>
              <a:off x="5944113" y="2190849"/>
              <a:ext cx="343500" cy="3435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59"/>
          <p:cNvGrpSpPr/>
          <p:nvPr/>
        </p:nvGrpSpPr>
        <p:grpSpPr>
          <a:xfrm>
            <a:off x="716996" y="971307"/>
            <a:ext cx="845921" cy="690752"/>
            <a:chOff x="732428" y="1198513"/>
            <a:chExt cx="845921" cy="690752"/>
          </a:xfrm>
        </p:grpSpPr>
        <p:grpSp>
          <p:nvGrpSpPr>
            <p:cNvPr id="3781" name="Google Shape;3781;p59"/>
            <p:cNvGrpSpPr/>
            <p:nvPr/>
          </p:nvGrpSpPr>
          <p:grpSpPr>
            <a:xfrm>
              <a:off x="823030" y="1198513"/>
              <a:ext cx="755319" cy="690752"/>
              <a:chOff x="823030" y="1198513"/>
              <a:chExt cx="755319" cy="690752"/>
            </a:xfrm>
          </p:grpSpPr>
          <p:sp>
            <p:nvSpPr>
              <p:cNvPr id="3782" name="Google Shape;3782;p59"/>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59"/>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4" name="Google Shape;3784;p59"/>
            <p:cNvGrpSpPr/>
            <p:nvPr/>
          </p:nvGrpSpPr>
          <p:grpSpPr>
            <a:xfrm>
              <a:off x="732428" y="1239937"/>
              <a:ext cx="739912" cy="607886"/>
              <a:chOff x="732428" y="1239937"/>
              <a:chExt cx="739912" cy="607886"/>
            </a:xfrm>
          </p:grpSpPr>
          <p:sp>
            <p:nvSpPr>
              <p:cNvPr id="3785" name="Google Shape;3785;p59"/>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59"/>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59"/>
            <p:cNvGrpSpPr/>
            <p:nvPr/>
          </p:nvGrpSpPr>
          <p:grpSpPr>
            <a:xfrm>
              <a:off x="732428" y="1277018"/>
              <a:ext cx="702832" cy="533758"/>
              <a:chOff x="732428" y="1277018"/>
              <a:chExt cx="702832" cy="533758"/>
            </a:xfrm>
          </p:grpSpPr>
          <p:sp>
            <p:nvSpPr>
              <p:cNvPr id="3788" name="Google Shape;3788;p59"/>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59"/>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0" name="Google Shape;3790;p59"/>
            <p:cNvGrpSpPr/>
            <p:nvPr/>
          </p:nvGrpSpPr>
          <p:grpSpPr>
            <a:xfrm>
              <a:off x="931170" y="1306653"/>
              <a:ext cx="647179" cy="474455"/>
              <a:chOff x="931170" y="1306653"/>
              <a:chExt cx="647179" cy="474455"/>
            </a:xfrm>
          </p:grpSpPr>
          <p:sp>
            <p:nvSpPr>
              <p:cNvPr id="3791" name="Google Shape;3791;p59"/>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59"/>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3" name="Google Shape;3793;p59"/>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59"/>
          <p:cNvGrpSpPr/>
          <p:nvPr/>
        </p:nvGrpSpPr>
        <p:grpSpPr>
          <a:xfrm>
            <a:off x="3948605" y="971313"/>
            <a:ext cx="634656" cy="699982"/>
            <a:chOff x="5985650" y="2860025"/>
            <a:chExt cx="1396075" cy="1539775"/>
          </a:xfrm>
        </p:grpSpPr>
        <p:sp>
          <p:nvSpPr>
            <p:cNvPr id="3795" name="Google Shape;3795;p59"/>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59"/>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59"/>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59"/>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59"/>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59"/>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59"/>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59"/>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59"/>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59"/>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59"/>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59"/>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59"/>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59"/>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59"/>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59"/>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59"/>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59"/>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59"/>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59"/>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59"/>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59"/>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59"/>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59"/>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59"/>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59"/>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59"/>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59"/>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59"/>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59"/>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59"/>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59"/>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7" name="Google Shape;3827;p59"/>
          <p:cNvGrpSpPr/>
          <p:nvPr/>
        </p:nvGrpSpPr>
        <p:grpSpPr>
          <a:xfrm>
            <a:off x="4704254" y="971307"/>
            <a:ext cx="725845" cy="699975"/>
            <a:chOff x="4249973" y="1201875"/>
            <a:chExt cx="1958568" cy="1888762"/>
          </a:xfrm>
        </p:grpSpPr>
        <p:sp>
          <p:nvSpPr>
            <p:cNvPr id="3828" name="Google Shape;3828;p59"/>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9" name="Google Shape;3829;p59"/>
            <p:cNvGrpSpPr/>
            <p:nvPr/>
          </p:nvGrpSpPr>
          <p:grpSpPr>
            <a:xfrm>
              <a:off x="5853086" y="1789142"/>
              <a:ext cx="355454" cy="1048099"/>
              <a:chOff x="5576108" y="2016725"/>
              <a:chExt cx="565200" cy="1666560"/>
            </a:xfrm>
          </p:grpSpPr>
          <p:sp>
            <p:nvSpPr>
              <p:cNvPr id="3830" name="Google Shape;3830;p59"/>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831" name="Google Shape;3831;p59"/>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2" name="Google Shape;3832;p59"/>
            <p:cNvGrpSpPr/>
            <p:nvPr/>
          </p:nvGrpSpPr>
          <p:grpSpPr>
            <a:xfrm>
              <a:off x="4869455" y="2691676"/>
              <a:ext cx="1013897" cy="398961"/>
              <a:chOff x="4012057" y="3451825"/>
              <a:chExt cx="1612175" cy="634379"/>
            </a:xfrm>
          </p:grpSpPr>
          <p:sp>
            <p:nvSpPr>
              <p:cNvPr id="3833" name="Google Shape;3833;p59"/>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834" name="Google Shape;3834;p59"/>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5" name="Google Shape;3835;p59"/>
            <p:cNvGrpSpPr/>
            <p:nvPr/>
          </p:nvGrpSpPr>
          <p:grpSpPr>
            <a:xfrm>
              <a:off x="4276937" y="2155961"/>
              <a:ext cx="651965" cy="891358"/>
              <a:chOff x="3069908" y="2599997"/>
              <a:chExt cx="1036675" cy="1417328"/>
            </a:xfrm>
          </p:grpSpPr>
          <p:sp>
            <p:nvSpPr>
              <p:cNvPr id="3836" name="Google Shape;3836;p59"/>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837" name="Google Shape;3837;p59"/>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8" name="Google Shape;3838;p59"/>
            <p:cNvGrpSpPr/>
            <p:nvPr/>
          </p:nvGrpSpPr>
          <p:grpSpPr>
            <a:xfrm>
              <a:off x="5054918" y="1201875"/>
              <a:ext cx="999548" cy="602711"/>
              <a:chOff x="4306958" y="1082925"/>
              <a:chExt cx="1589359" cy="958358"/>
            </a:xfrm>
          </p:grpSpPr>
          <p:sp>
            <p:nvSpPr>
              <p:cNvPr id="3839" name="Google Shape;3839;p59"/>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840" name="Google Shape;3840;p59"/>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1" name="Google Shape;3841;p59"/>
            <p:cNvGrpSpPr/>
            <p:nvPr/>
          </p:nvGrpSpPr>
          <p:grpSpPr>
            <a:xfrm>
              <a:off x="4249973" y="1303451"/>
              <a:ext cx="799317" cy="841334"/>
              <a:chOff x="3027033" y="1244439"/>
              <a:chExt cx="1270977" cy="1337786"/>
            </a:xfrm>
          </p:grpSpPr>
          <p:sp>
            <p:nvSpPr>
              <p:cNvPr id="3842" name="Google Shape;3842;p59"/>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843" name="Google Shape;3843;p59"/>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44" name="Google Shape;3844;p59"/>
          <p:cNvGrpSpPr/>
          <p:nvPr/>
        </p:nvGrpSpPr>
        <p:grpSpPr>
          <a:xfrm>
            <a:off x="4057119" y="1858087"/>
            <a:ext cx="750769" cy="683784"/>
            <a:chOff x="4204684" y="2104422"/>
            <a:chExt cx="699822" cy="637382"/>
          </a:xfrm>
        </p:grpSpPr>
        <p:grpSp>
          <p:nvGrpSpPr>
            <p:cNvPr id="3845" name="Google Shape;3845;p59"/>
            <p:cNvGrpSpPr/>
            <p:nvPr/>
          </p:nvGrpSpPr>
          <p:grpSpPr>
            <a:xfrm>
              <a:off x="4204684" y="2430067"/>
              <a:ext cx="342957" cy="311738"/>
              <a:chOff x="4204684" y="2430067"/>
              <a:chExt cx="342957" cy="311738"/>
            </a:xfrm>
          </p:grpSpPr>
          <p:sp>
            <p:nvSpPr>
              <p:cNvPr id="3846" name="Google Shape;3846;p59"/>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59"/>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8" name="Google Shape;3848;p59"/>
            <p:cNvGrpSpPr/>
            <p:nvPr/>
          </p:nvGrpSpPr>
          <p:grpSpPr>
            <a:xfrm>
              <a:off x="4561586" y="2430067"/>
              <a:ext cx="342920" cy="311738"/>
              <a:chOff x="4561586" y="2430067"/>
              <a:chExt cx="342920" cy="311738"/>
            </a:xfrm>
          </p:grpSpPr>
          <p:sp>
            <p:nvSpPr>
              <p:cNvPr id="3849" name="Google Shape;3849;p59"/>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59"/>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1" name="Google Shape;3851;p59"/>
            <p:cNvGrpSpPr/>
            <p:nvPr/>
          </p:nvGrpSpPr>
          <p:grpSpPr>
            <a:xfrm>
              <a:off x="4561586" y="2104422"/>
              <a:ext cx="342920" cy="311738"/>
              <a:chOff x="4561586" y="2104422"/>
              <a:chExt cx="342920" cy="311738"/>
            </a:xfrm>
          </p:grpSpPr>
          <p:sp>
            <p:nvSpPr>
              <p:cNvPr id="3852" name="Google Shape;3852;p59"/>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59"/>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4" name="Google Shape;3854;p59"/>
            <p:cNvGrpSpPr/>
            <p:nvPr/>
          </p:nvGrpSpPr>
          <p:grpSpPr>
            <a:xfrm>
              <a:off x="4204684" y="2104422"/>
              <a:ext cx="342957" cy="311664"/>
              <a:chOff x="4204684" y="2104422"/>
              <a:chExt cx="342957" cy="311664"/>
            </a:xfrm>
          </p:grpSpPr>
          <p:sp>
            <p:nvSpPr>
              <p:cNvPr id="3855" name="Google Shape;3855;p59"/>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59"/>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7" name="Google Shape;3857;p59"/>
          <p:cNvGrpSpPr/>
          <p:nvPr/>
        </p:nvGrpSpPr>
        <p:grpSpPr>
          <a:xfrm>
            <a:off x="5521552" y="971301"/>
            <a:ext cx="660591" cy="688867"/>
            <a:chOff x="5830645" y="1267368"/>
            <a:chExt cx="530340" cy="553040"/>
          </a:xfrm>
        </p:grpSpPr>
        <p:sp>
          <p:nvSpPr>
            <p:cNvPr id="3858" name="Google Shape;3858;p59"/>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9" name="Google Shape;3859;p59"/>
            <p:cNvGrpSpPr/>
            <p:nvPr/>
          </p:nvGrpSpPr>
          <p:grpSpPr>
            <a:xfrm>
              <a:off x="5830645" y="1267368"/>
              <a:ext cx="259743" cy="269909"/>
              <a:chOff x="5830645" y="1267368"/>
              <a:chExt cx="259743" cy="269909"/>
            </a:xfrm>
          </p:grpSpPr>
          <p:sp>
            <p:nvSpPr>
              <p:cNvPr id="3860" name="Google Shape;3860;p59"/>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59"/>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2" name="Google Shape;3862;p59"/>
            <p:cNvGrpSpPr/>
            <p:nvPr/>
          </p:nvGrpSpPr>
          <p:grpSpPr>
            <a:xfrm>
              <a:off x="6101293" y="1267368"/>
              <a:ext cx="259692" cy="269909"/>
              <a:chOff x="6101293" y="1267368"/>
              <a:chExt cx="259692" cy="269909"/>
            </a:xfrm>
          </p:grpSpPr>
          <p:sp>
            <p:nvSpPr>
              <p:cNvPr id="3863" name="Google Shape;3863;p59"/>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59"/>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5" name="Google Shape;3865;p59"/>
            <p:cNvGrpSpPr/>
            <p:nvPr/>
          </p:nvGrpSpPr>
          <p:grpSpPr>
            <a:xfrm>
              <a:off x="5830645" y="1550500"/>
              <a:ext cx="259692" cy="269909"/>
              <a:chOff x="5830645" y="1550500"/>
              <a:chExt cx="259692" cy="269909"/>
            </a:xfrm>
          </p:grpSpPr>
          <p:sp>
            <p:nvSpPr>
              <p:cNvPr id="3866" name="Google Shape;3866;p59"/>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59"/>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8" name="Google Shape;3868;p59"/>
            <p:cNvGrpSpPr/>
            <p:nvPr/>
          </p:nvGrpSpPr>
          <p:grpSpPr>
            <a:xfrm>
              <a:off x="6101293" y="1550500"/>
              <a:ext cx="259692" cy="269909"/>
              <a:chOff x="6101293" y="1550500"/>
              <a:chExt cx="259692" cy="269909"/>
            </a:xfrm>
          </p:grpSpPr>
          <p:sp>
            <p:nvSpPr>
              <p:cNvPr id="3869" name="Google Shape;3869;p59"/>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59"/>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71" name="Google Shape;3871;p59"/>
          <p:cNvGrpSpPr/>
          <p:nvPr/>
        </p:nvGrpSpPr>
        <p:grpSpPr>
          <a:xfrm>
            <a:off x="723705" y="1861761"/>
            <a:ext cx="697154" cy="679574"/>
            <a:chOff x="2679875" y="2361475"/>
            <a:chExt cx="780425" cy="760575"/>
          </a:xfrm>
        </p:grpSpPr>
        <p:sp>
          <p:nvSpPr>
            <p:cNvPr id="3872" name="Google Shape;3872;p59"/>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59"/>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59"/>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59"/>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59"/>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59"/>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8" name="Google Shape;3878;p59"/>
          <p:cNvGrpSpPr/>
          <p:nvPr/>
        </p:nvGrpSpPr>
        <p:grpSpPr>
          <a:xfrm>
            <a:off x="3122864" y="971353"/>
            <a:ext cx="735829" cy="684547"/>
            <a:chOff x="3351965" y="1148808"/>
            <a:chExt cx="750770" cy="698375"/>
          </a:xfrm>
        </p:grpSpPr>
        <p:grpSp>
          <p:nvGrpSpPr>
            <p:cNvPr id="3879" name="Google Shape;3879;p59"/>
            <p:cNvGrpSpPr/>
            <p:nvPr/>
          </p:nvGrpSpPr>
          <p:grpSpPr>
            <a:xfrm>
              <a:off x="3586796" y="1148808"/>
              <a:ext cx="294857" cy="286830"/>
              <a:chOff x="3750225" y="1774000"/>
              <a:chExt cx="149575" cy="145525"/>
            </a:xfrm>
          </p:grpSpPr>
          <p:sp>
            <p:nvSpPr>
              <p:cNvPr id="3880" name="Google Shape;3880;p59"/>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59"/>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2" name="Google Shape;3882;p59"/>
            <p:cNvGrpSpPr/>
            <p:nvPr/>
          </p:nvGrpSpPr>
          <p:grpSpPr>
            <a:xfrm>
              <a:off x="3779245" y="1375768"/>
              <a:ext cx="323490" cy="286978"/>
              <a:chOff x="3847850" y="1889150"/>
              <a:chExt cx="164100" cy="145600"/>
            </a:xfrm>
          </p:grpSpPr>
          <p:sp>
            <p:nvSpPr>
              <p:cNvPr id="3883" name="Google Shape;3883;p59"/>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59"/>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5" name="Google Shape;3885;p59"/>
            <p:cNvGrpSpPr/>
            <p:nvPr/>
          </p:nvGrpSpPr>
          <p:grpSpPr>
            <a:xfrm>
              <a:off x="3351965" y="1330435"/>
              <a:ext cx="295449" cy="285401"/>
              <a:chOff x="3631100" y="1866150"/>
              <a:chExt cx="149875" cy="144800"/>
            </a:xfrm>
          </p:grpSpPr>
          <p:sp>
            <p:nvSpPr>
              <p:cNvPr id="3886" name="Google Shape;3886;p59"/>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59"/>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8" name="Google Shape;3888;p59"/>
            <p:cNvGrpSpPr/>
            <p:nvPr/>
          </p:nvGrpSpPr>
          <p:grpSpPr>
            <a:xfrm>
              <a:off x="3548208" y="1560352"/>
              <a:ext cx="294808" cy="286830"/>
              <a:chOff x="3730650" y="1982800"/>
              <a:chExt cx="149550" cy="145525"/>
            </a:xfrm>
          </p:grpSpPr>
          <p:sp>
            <p:nvSpPr>
              <p:cNvPr id="3889" name="Google Shape;3889;p59"/>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59"/>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91" name="Google Shape;3891;p59"/>
          <p:cNvGrpSpPr/>
          <p:nvPr/>
        </p:nvGrpSpPr>
        <p:grpSpPr>
          <a:xfrm>
            <a:off x="7624517" y="971307"/>
            <a:ext cx="804565" cy="677795"/>
            <a:chOff x="7636443" y="1204988"/>
            <a:chExt cx="804565" cy="677795"/>
          </a:xfrm>
        </p:grpSpPr>
        <p:grpSp>
          <p:nvGrpSpPr>
            <p:cNvPr id="3892" name="Google Shape;3892;p59"/>
            <p:cNvGrpSpPr/>
            <p:nvPr/>
          </p:nvGrpSpPr>
          <p:grpSpPr>
            <a:xfrm>
              <a:off x="7636443" y="1509705"/>
              <a:ext cx="804565" cy="373078"/>
              <a:chOff x="7636443" y="1509705"/>
              <a:chExt cx="804565" cy="373078"/>
            </a:xfrm>
          </p:grpSpPr>
          <p:sp>
            <p:nvSpPr>
              <p:cNvPr id="3893" name="Google Shape;3893;p59"/>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59"/>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5" name="Google Shape;3895;p59"/>
            <p:cNvGrpSpPr/>
            <p:nvPr/>
          </p:nvGrpSpPr>
          <p:grpSpPr>
            <a:xfrm>
              <a:off x="7636443" y="1408133"/>
              <a:ext cx="804565" cy="373078"/>
              <a:chOff x="7636443" y="1408133"/>
              <a:chExt cx="804565" cy="373078"/>
            </a:xfrm>
          </p:grpSpPr>
          <p:sp>
            <p:nvSpPr>
              <p:cNvPr id="3896" name="Google Shape;3896;p59"/>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59"/>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8" name="Google Shape;3898;p59"/>
            <p:cNvGrpSpPr/>
            <p:nvPr/>
          </p:nvGrpSpPr>
          <p:grpSpPr>
            <a:xfrm>
              <a:off x="7636443" y="1306560"/>
              <a:ext cx="804565" cy="373078"/>
              <a:chOff x="7636443" y="1306560"/>
              <a:chExt cx="804565" cy="373078"/>
            </a:xfrm>
          </p:grpSpPr>
          <p:sp>
            <p:nvSpPr>
              <p:cNvPr id="3899" name="Google Shape;3899;p59"/>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59"/>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1" name="Google Shape;3901;p59"/>
            <p:cNvGrpSpPr/>
            <p:nvPr/>
          </p:nvGrpSpPr>
          <p:grpSpPr>
            <a:xfrm>
              <a:off x="7636443" y="1204988"/>
              <a:ext cx="804565" cy="373078"/>
              <a:chOff x="7636443" y="1204988"/>
              <a:chExt cx="804565" cy="373078"/>
            </a:xfrm>
          </p:grpSpPr>
          <p:sp>
            <p:nvSpPr>
              <p:cNvPr id="3902" name="Google Shape;3902;p59"/>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59"/>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04" name="Google Shape;3904;p59"/>
          <p:cNvGrpSpPr/>
          <p:nvPr/>
        </p:nvGrpSpPr>
        <p:grpSpPr>
          <a:xfrm>
            <a:off x="4963363" y="1878721"/>
            <a:ext cx="661339" cy="661188"/>
            <a:chOff x="3990000" y="975400"/>
            <a:chExt cx="3934200" cy="3933300"/>
          </a:xfrm>
        </p:grpSpPr>
        <p:sp>
          <p:nvSpPr>
            <p:cNvPr id="3905" name="Google Shape;3905;p59"/>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59"/>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59"/>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59"/>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9" name="Google Shape;3909;p59"/>
          <p:cNvGrpSpPr/>
          <p:nvPr/>
        </p:nvGrpSpPr>
        <p:grpSpPr>
          <a:xfrm>
            <a:off x="6607011" y="1857359"/>
            <a:ext cx="868881" cy="684241"/>
            <a:chOff x="6598259" y="2078634"/>
            <a:chExt cx="868881" cy="684241"/>
          </a:xfrm>
        </p:grpSpPr>
        <p:sp>
          <p:nvSpPr>
            <p:cNvPr id="3910" name="Google Shape;3910;p59"/>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59"/>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59"/>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59"/>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59"/>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59"/>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6" name="Google Shape;3916;p59"/>
            <p:cNvGrpSpPr/>
            <p:nvPr/>
          </p:nvGrpSpPr>
          <p:grpSpPr>
            <a:xfrm>
              <a:off x="6808175" y="2078634"/>
              <a:ext cx="452229" cy="684241"/>
              <a:chOff x="6808175" y="2078634"/>
              <a:chExt cx="452229" cy="684241"/>
            </a:xfrm>
          </p:grpSpPr>
          <p:sp>
            <p:nvSpPr>
              <p:cNvPr id="3917" name="Google Shape;3917;p59"/>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59"/>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59"/>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59"/>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59"/>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59"/>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3" name="Google Shape;3923;p59"/>
              <p:cNvGrpSpPr/>
              <p:nvPr/>
            </p:nvGrpSpPr>
            <p:grpSpPr>
              <a:xfrm>
                <a:off x="6821586" y="2078634"/>
                <a:ext cx="426871" cy="684241"/>
                <a:chOff x="6821586" y="2078634"/>
                <a:chExt cx="426871" cy="684241"/>
              </a:xfrm>
            </p:grpSpPr>
            <p:grpSp>
              <p:nvGrpSpPr>
                <p:cNvPr id="3924" name="Google Shape;3924;p59"/>
                <p:cNvGrpSpPr/>
                <p:nvPr/>
              </p:nvGrpSpPr>
              <p:grpSpPr>
                <a:xfrm>
                  <a:off x="6821586" y="2078634"/>
                  <a:ext cx="426871" cy="684241"/>
                  <a:chOff x="6821586" y="2078634"/>
                  <a:chExt cx="426871" cy="684241"/>
                </a:xfrm>
              </p:grpSpPr>
              <p:sp>
                <p:nvSpPr>
                  <p:cNvPr id="3925" name="Google Shape;3925;p59"/>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59"/>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59"/>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59"/>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59"/>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59"/>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59"/>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59"/>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59"/>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59"/>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59"/>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59"/>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59"/>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59"/>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59"/>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59"/>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59"/>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59"/>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59"/>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4" name="Google Shape;3944;p59"/>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59"/>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59"/>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59"/>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59"/>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59"/>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950" name="Google Shape;3950;p59"/>
          <p:cNvGrpSpPr/>
          <p:nvPr/>
        </p:nvGrpSpPr>
        <p:grpSpPr>
          <a:xfrm>
            <a:off x="716994" y="3531369"/>
            <a:ext cx="1340789" cy="640830"/>
            <a:chOff x="238125" y="1151100"/>
            <a:chExt cx="7139450" cy="3412300"/>
          </a:xfrm>
        </p:grpSpPr>
        <p:sp>
          <p:nvSpPr>
            <p:cNvPr id="3951" name="Google Shape;3951;p59"/>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59"/>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59"/>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59"/>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59"/>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59"/>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59"/>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59"/>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59"/>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59"/>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59"/>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59"/>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3" name="Google Shape;3963;p59"/>
          <p:cNvGrpSpPr/>
          <p:nvPr/>
        </p:nvGrpSpPr>
        <p:grpSpPr>
          <a:xfrm>
            <a:off x="5584217" y="2734650"/>
            <a:ext cx="985357" cy="585764"/>
            <a:chOff x="5145061" y="2881789"/>
            <a:chExt cx="1107641" cy="658458"/>
          </a:xfrm>
        </p:grpSpPr>
        <p:grpSp>
          <p:nvGrpSpPr>
            <p:cNvPr id="3964" name="Google Shape;3964;p59"/>
            <p:cNvGrpSpPr/>
            <p:nvPr/>
          </p:nvGrpSpPr>
          <p:grpSpPr>
            <a:xfrm>
              <a:off x="5722989" y="3244587"/>
              <a:ext cx="529713" cy="295659"/>
              <a:chOff x="5722989" y="3244587"/>
              <a:chExt cx="529713" cy="295659"/>
            </a:xfrm>
          </p:grpSpPr>
          <p:sp>
            <p:nvSpPr>
              <p:cNvPr id="3965" name="Google Shape;3965;p59"/>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3966" name="Google Shape;3966;p59"/>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3967" name="Google Shape;3967;p59"/>
            <p:cNvGrpSpPr/>
            <p:nvPr/>
          </p:nvGrpSpPr>
          <p:grpSpPr>
            <a:xfrm>
              <a:off x="5145061" y="3244587"/>
              <a:ext cx="536807" cy="295659"/>
              <a:chOff x="5145061" y="3244587"/>
              <a:chExt cx="536807" cy="295659"/>
            </a:xfrm>
          </p:grpSpPr>
          <p:sp>
            <p:nvSpPr>
              <p:cNvPr id="3968" name="Google Shape;3968;p59"/>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3969" name="Google Shape;3969;p59"/>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3970" name="Google Shape;3970;p59"/>
            <p:cNvGrpSpPr/>
            <p:nvPr/>
          </p:nvGrpSpPr>
          <p:grpSpPr>
            <a:xfrm>
              <a:off x="5341327" y="2898245"/>
              <a:ext cx="532309" cy="614891"/>
              <a:chOff x="5341327" y="2898245"/>
              <a:chExt cx="532309" cy="614891"/>
            </a:xfrm>
          </p:grpSpPr>
          <p:sp>
            <p:nvSpPr>
              <p:cNvPr id="3971" name="Google Shape;3971;p59"/>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3972" name="Google Shape;3972;p59"/>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3973" name="Google Shape;3973;p59"/>
            <p:cNvGrpSpPr/>
            <p:nvPr/>
          </p:nvGrpSpPr>
          <p:grpSpPr>
            <a:xfrm>
              <a:off x="5532290" y="2881789"/>
              <a:ext cx="620516" cy="305456"/>
              <a:chOff x="5532290" y="2881789"/>
              <a:chExt cx="620516" cy="305456"/>
            </a:xfrm>
          </p:grpSpPr>
          <p:sp>
            <p:nvSpPr>
              <p:cNvPr id="3974" name="Google Shape;3974;p59"/>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3975" name="Google Shape;3975;p59"/>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3976" name="Google Shape;3976;p59"/>
          <p:cNvGrpSpPr/>
          <p:nvPr/>
        </p:nvGrpSpPr>
        <p:grpSpPr>
          <a:xfrm>
            <a:off x="8163140" y="3526708"/>
            <a:ext cx="269068" cy="645491"/>
            <a:chOff x="7026852" y="3311869"/>
            <a:chExt cx="434331" cy="1041954"/>
          </a:xfrm>
        </p:grpSpPr>
        <p:sp>
          <p:nvSpPr>
            <p:cNvPr id="3977" name="Google Shape;3977;p59"/>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59"/>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59"/>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0" name="Google Shape;3980;p59"/>
          <p:cNvGrpSpPr/>
          <p:nvPr/>
        </p:nvGrpSpPr>
        <p:grpSpPr>
          <a:xfrm>
            <a:off x="6179721" y="3565945"/>
            <a:ext cx="293882" cy="293836"/>
            <a:chOff x="4873519" y="3311869"/>
            <a:chExt cx="499374" cy="499296"/>
          </a:xfrm>
        </p:grpSpPr>
        <p:sp>
          <p:nvSpPr>
            <p:cNvPr id="3981" name="Google Shape;3981;p59"/>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59"/>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3" name="Google Shape;3983;p59"/>
          <p:cNvGrpSpPr/>
          <p:nvPr/>
        </p:nvGrpSpPr>
        <p:grpSpPr>
          <a:xfrm>
            <a:off x="6179721" y="3878317"/>
            <a:ext cx="293882" cy="293882"/>
            <a:chOff x="4873519" y="3875839"/>
            <a:chExt cx="499374" cy="499374"/>
          </a:xfrm>
        </p:grpSpPr>
        <p:sp>
          <p:nvSpPr>
            <p:cNvPr id="3984" name="Google Shape;3984;p59"/>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59"/>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6" name="Google Shape;3986;p59"/>
          <p:cNvGrpSpPr/>
          <p:nvPr/>
        </p:nvGrpSpPr>
        <p:grpSpPr>
          <a:xfrm>
            <a:off x="2410248" y="1850269"/>
            <a:ext cx="698104" cy="698208"/>
            <a:chOff x="2565073" y="2075876"/>
            <a:chExt cx="672482" cy="672518"/>
          </a:xfrm>
        </p:grpSpPr>
        <p:sp>
          <p:nvSpPr>
            <p:cNvPr id="3987" name="Google Shape;3987;p59"/>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59"/>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59"/>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59"/>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59"/>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59"/>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3" name="Google Shape;3993;p59"/>
          <p:cNvGrpSpPr/>
          <p:nvPr/>
        </p:nvGrpSpPr>
        <p:grpSpPr>
          <a:xfrm>
            <a:off x="5633660" y="3534870"/>
            <a:ext cx="438354" cy="637329"/>
            <a:chOff x="1697726" y="3244179"/>
            <a:chExt cx="788124" cy="1146069"/>
          </a:xfrm>
        </p:grpSpPr>
        <p:sp>
          <p:nvSpPr>
            <p:cNvPr id="3994" name="Google Shape;3994;p59"/>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59"/>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6" name="Google Shape;3996;p59"/>
          <p:cNvSpPr/>
          <p:nvPr/>
        </p:nvSpPr>
        <p:spPr>
          <a:xfrm>
            <a:off x="8130919"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7" name="Google Shape;3997;p59"/>
          <p:cNvGrpSpPr/>
          <p:nvPr/>
        </p:nvGrpSpPr>
        <p:grpSpPr>
          <a:xfrm>
            <a:off x="7634874" y="1863232"/>
            <a:ext cx="799565" cy="670282"/>
            <a:chOff x="7617850" y="2063282"/>
            <a:chExt cx="799565" cy="670282"/>
          </a:xfrm>
        </p:grpSpPr>
        <p:cxnSp>
          <p:nvCxnSpPr>
            <p:cNvPr id="3998" name="Google Shape;3998;p59"/>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3999" name="Google Shape;3999;p59"/>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00" name="Google Shape;4000;p59"/>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01" name="Google Shape;4001;p59"/>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02" name="Google Shape;4002;p59"/>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4003" name="Google Shape;4003;p59"/>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4004" name="Google Shape;4004;p59"/>
            <p:cNvGrpSpPr/>
            <p:nvPr/>
          </p:nvGrpSpPr>
          <p:grpSpPr>
            <a:xfrm>
              <a:off x="7734309" y="2063282"/>
              <a:ext cx="570957" cy="620095"/>
              <a:chOff x="7734309" y="2063282"/>
              <a:chExt cx="570957" cy="620095"/>
            </a:xfrm>
          </p:grpSpPr>
          <p:grpSp>
            <p:nvGrpSpPr>
              <p:cNvPr id="4005" name="Google Shape;4005;p59"/>
              <p:cNvGrpSpPr/>
              <p:nvPr/>
            </p:nvGrpSpPr>
            <p:grpSpPr>
              <a:xfrm>
                <a:off x="8031573" y="2063282"/>
                <a:ext cx="273693" cy="620095"/>
                <a:chOff x="8031573" y="2063282"/>
                <a:chExt cx="273693" cy="620095"/>
              </a:xfrm>
            </p:grpSpPr>
            <p:sp>
              <p:nvSpPr>
                <p:cNvPr id="4006" name="Google Shape;4006;p59"/>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59"/>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59"/>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59"/>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0" name="Google Shape;4010;p59"/>
              <p:cNvGrpSpPr/>
              <p:nvPr/>
            </p:nvGrpSpPr>
            <p:grpSpPr>
              <a:xfrm flipH="1">
                <a:off x="7734309" y="2063282"/>
                <a:ext cx="273693" cy="620095"/>
                <a:chOff x="8031573" y="2063282"/>
                <a:chExt cx="273693" cy="620095"/>
              </a:xfrm>
            </p:grpSpPr>
            <p:sp>
              <p:nvSpPr>
                <p:cNvPr id="4011" name="Google Shape;4011;p59"/>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59"/>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59"/>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59"/>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015" name="Google Shape;4015;p59"/>
          <p:cNvSpPr/>
          <p:nvPr/>
        </p:nvSpPr>
        <p:spPr>
          <a:xfrm>
            <a:off x="7095128"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59"/>
          <p:cNvSpPr/>
          <p:nvPr/>
        </p:nvSpPr>
        <p:spPr>
          <a:xfrm rot="10800000">
            <a:off x="6581310"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7" name="Google Shape;4017;p59"/>
          <p:cNvGrpSpPr/>
          <p:nvPr/>
        </p:nvGrpSpPr>
        <p:grpSpPr>
          <a:xfrm>
            <a:off x="7821480" y="2716716"/>
            <a:ext cx="602567" cy="601884"/>
            <a:chOff x="1186975" y="238125"/>
            <a:chExt cx="5244275" cy="5238325"/>
          </a:xfrm>
        </p:grpSpPr>
        <p:sp>
          <p:nvSpPr>
            <p:cNvPr id="4018" name="Google Shape;4018;p59"/>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59"/>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59"/>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59"/>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2" name="Google Shape;4022;p59"/>
          <p:cNvGrpSpPr/>
          <p:nvPr/>
        </p:nvGrpSpPr>
        <p:grpSpPr>
          <a:xfrm>
            <a:off x="3264218" y="1856199"/>
            <a:ext cx="651848" cy="687338"/>
            <a:chOff x="3400515" y="2056248"/>
            <a:chExt cx="698134" cy="735987"/>
          </a:xfrm>
        </p:grpSpPr>
        <p:grpSp>
          <p:nvGrpSpPr>
            <p:cNvPr id="4023" name="Google Shape;4023;p59"/>
            <p:cNvGrpSpPr/>
            <p:nvPr/>
          </p:nvGrpSpPr>
          <p:grpSpPr>
            <a:xfrm>
              <a:off x="3400515" y="2283913"/>
              <a:ext cx="312919" cy="219900"/>
              <a:chOff x="3400515" y="2283913"/>
              <a:chExt cx="312919" cy="219900"/>
            </a:xfrm>
          </p:grpSpPr>
          <p:sp>
            <p:nvSpPr>
              <p:cNvPr id="4024" name="Google Shape;4024;p59"/>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25" name="Google Shape;4025;p59"/>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4026" name="Google Shape;4026;p59"/>
            <p:cNvGrpSpPr/>
            <p:nvPr/>
          </p:nvGrpSpPr>
          <p:grpSpPr>
            <a:xfrm>
              <a:off x="3547823" y="2461089"/>
              <a:ext cx="219900" cy="331146"/>
              <a:chOff x="3547823" y="2461089"/>
              <a:chExt cx="219900" cy="331146"/>
            </a:xfrm>
          </p:grpSpPr>
          <p:sp>
            <p:nvSpPr>
              <p:cNvPr id="4027" name="Google Shape;4027;p59"/>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28" name="Google Shape;4028;p59"/>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4029" name="Google Shape;4029;p59"/>
            <p:cNvGrpSpPr/>
            <p:nvPr/>
          </p:nvGrpSpPr>
          <p:grpSpPr>
            <a:xfrm>
              <a:off x="3734138" y="2461089"/>
              <a:ext cx="219900" cy="331146"/>
              <a:chOff x="3734138" y="2461089"/>
              <a:chExt cx="219900" cy="331146"/>
            </a:xfrm>
          </p:grpSpPr>
          <p:sp>
            <p:nvSpPr>
              <p:cNvPr id="4030" name="Google Shape;4030;p59"/>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31" name="Google Shape;4031;p59"/>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4032" name="Google Shape;4032;p59"/>
            <p:cNvGrpSpPr/>
            <p:nvPr/>
          </p:nvGrpSpPr>
          <p:grpSpPr>
            <a:xfrm>
              <a:off x="3787560" y="2281742"/>
              <a:ext cx="311089" cy="219900"/>
              <a:chOff x="3787560" y="2281742"/>
              <a:chExt cx="311089" cy="219900"/>
            </a:xfrm>
          </p:grpSpPr>
          <p:sp>
            <p:nvSpPr>
              <p:cNvPr id="4033" name="Google Shape;4033;p59"/>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34" name="Google Shape;4034;p59"/>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4035" name="Google Shape;4035;p59"/>
            <p:cNvGrpSpPr/>
            <p:nvPr/>
          </p:nvGrpSpPr>
          <p:grpSpPr>
            <a:xfrm>
              <a:off x="3637290" y="2056248"/>
              <a:ext cx="219900" cy="330736"/>
              <a:chOff x="3637290" y="2056248"/>
              <a:chExt cx="219900" cy="330736"/>
            </a:xfrm>
          </p:grpSpPr>
          <p:sp>
            <p:nvSpPr>
              <p:cNvPr id="4036" name="Google Shape;4036;p59"/>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4037" name="Google Shape;4037;p59"/>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4038" name="Google Shape;4038;p59"/>
          <p:cNvGrpSpPr/>
          <p:nvPr/>
        </p:nvGrpSpPr>
        <p:grpSpPr>
          <a:xfrm>
            <a:off x="2555923" y="2726206"/>
            <a:ext cx="1268144" cy="592394"/>
            <a:chOff x="238125" y="1188750"/>
            <a:chExt cx="7140450" cy="3335550"/>
          </a:xfrm>
        </p:grpSpPr>
        <p:sp>
          <p:nvSpPr>
            <p:cNvPr id="4039" name="Google Shape;4039;p59"/>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59"/>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59"/>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59"/>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59"/>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4" name="Google Shape;4044;p59"/>
          <p:cNvGrpSpPr/>
          <p:nvPr/>
        </p:nvGrpSpPr>
        <p:grpSpPr>
          <a:xfrm>
            <a:off x="6663824" y="2728360"/>
            <a:ext cx="1053944" cy="590147"/>
            <a:chOff x="238125" y="1335475"/>
            <a:chExt cx="5418735" cy="3034175"/>
          </a:xfrm>
        </p:grpSpPr>
        <p:sp>
          <p:nvSpPr>
            <p:cNvPr id="4045" name="Google Shape;4045;p59"/>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59"/>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59"/>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8" name="Google Shape;4048;p59"/>
          <p:cNvGrpSpPr/>
          <p:nvPr/>
        </p:nvGrpSpPr>
        <p:grpSpPr>
          <a:xfrm>
            <a:off x="4094633" y="3533260"/>
            <a:ext cx="1268207" cy="638939"/>
            <a:chOff x="3967651" y="3645904"/>
            <a:chExt cx="1479304" cy="745292"/>
          </a:xfrm>
        </p:grpSpPr>
        <p:grpSp>
          <p:nvGrpSpPr>
            <p:cNvPr id="4049" name="Google Shape;4049;p59"/>
            <p:cNvGrpSpPr/>
            <p:nvPr/>
          </p:nvGrpSpPr>
          <p:grpSpPr>
            <a:xfrm>
              <a:off x="3967651" y="4009026"/>
              <a:ext cx="1479304" cy="382170"/>
              <a:chOff x="3967651" y="4009026"/>
              <a:chExt cx="1479304" cy="382170"/>
            </a:xfrm>
          </p:grpSpPr>
          <p:grpSp>
            <p:nvGrpSpPr>
              <p:cNvPr id="4050" name="Google Shape;4050;p59"/>
              <p:cNvGrpSpPr/>
              <p:nvPr/>
            </p:nvGrpSpPr>
            <p:grpSpPr>
              <a:xfrm>
                <a:off x="4892216" y="4195630"/>
                <a:ext cx="554739" cy="195566"/>
                <a:chOff x="3604375" y="4892160"/>
                <a:chExt cx="1651500" cy="582215"/>
              </a:xfrm>
            </p:grpSpPr>
            <p:sp>
              <p:nvSpPr>
                <p:cNvPr id="4051" name="Google Shape;4051;p59"/>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59"/>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3" name="Google Shape;4053;p59"/>
              <p:cNvGrpSpPr/>
              <p:nvPr/>
            </p:nvGrpSpPr>
            <p:grpSpPr>
              <a:xfrm>
                <a:off x="3967651" y="4146303"/>
                <a:ext cx="579402" cy="244893"/>
                <a:chOff x="851875" y="4745310"/>
                <a:chExt cx="1724925" cy="729065"/>
              </a:xfrm>
            </p:grpSpPr>
            <p:sp>
              <p:nvSpPr>
                <p:cNvPr id="4054" name="Google Shape;4054;p59"/>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59"/>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6" name="Google Shape;4056;p59"/>
              <p:cNvGrpSpPr/>
              <p:nvPr/>
            </p:nvGrpSpPr>
            <p:grpSpPr>
              <a:xfrm>
                <a:off x="4460753" y="4009026"/>
                <a:ext cx="493110" cy="382170"/>
                <a:chOff x="2319875" y="4336625"/>
                <a:chExt cx="1468025" cy="1137750"/>
              </a:xfrm>
            </p:grpSpPr>
            <p:sp>
              <p:nvSpPr>
                <p:cNvPr id="4057" name="Google Shape;4057;p59"/>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59"/>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59" name="Google Shape;4059;p59"/>
            <p:cNvGrpSpPr/>
            <p:nvPr/>
          </p:nvGrpSpPr>
          <p:grpSpPr>
            <a:xfrm>
              <a:off x="4479443" y="3645904"/>
              <a:ext cx="455965" cy="388789"/>
              <a:chOff x="2957425" y="238100"/>
              <a:chExt cx="1910200" cy="1628775"/>
            </a:xfrm>
          </p:grpSpPr>
          <p:sp>
            <p:nvSpPr>
              <p:cNvPr id="4060" name="Google Shape;4060;p59"/>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59"/>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59"/>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59"/>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59"/>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59"/>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59"/>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59"/>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59"/>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59"/>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0" name="Google Shape;4070;p59"/>
          <p:cNvGrpSpPr/>
          <p:nvPr/>
        </p:nvGrpSpPr>
        <p:grpSpPr>
          <a:xfrm>
            <a:off x="2480746" y="3534460"/>
            <a:ext cx="1243128" cy="637739"/>
            <a:chOff x="2496310" y="3693351"/>
            <a:chExt cx="1342906" cy="688926"/>
          </a:xfrm>
        </p:grpSpPr>
        <p:grpSp>
          <p:nvGrpSpPr>
            <p:cNvPr id="4071" name="Google Shape;4071;p59"/>
            <p:cNvGrpSpPr/>
            <p:nvPr/>
          </p:nvGrpSpPr>
          <p:grpSpPr>
            <a:xfrm>
              <a:off x="2496310" y="3693351"/>
              <a:ext cx="1342906" cy="688875"/>
              <a:chOff x="2496310" y="3693351"/>
              <a:chExt cx="1342906" cy="688875"/>
            </a:xfrm>
          </p:grpSpPr>
          <p:sp>
            <p:nvSpPr>
              <p:cNvPr id="4072" name="Google Shape;4072;p59"/>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59"/>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59"/>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59"/>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59"/>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59"/>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78" name="Google Shape;4078;p59"/>
              <p:cNvCxnSpPr>
                <a:stCxn id="4076"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4079" name="Google Shape;4079;p59"/>
              <p:cNvCxnSpPr>
                <a:stCxn id="4073"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4080" name="Google Shape;4080;p59"/>
              <p:cNvCxnSpPr>
                <a:stCxn id="4074"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081" name="Google Shape;4081;p59"/>
              <p:cNvCxnSpPr>
                <a:stCxn id="4077"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082" name="Google Shape;4082;p59"/>
              <p:cNvCxnSpPr>
                <a:stCxn id="4075"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4083" name="Google Shape;4083;p59"/>
            <p:cNvGrpSpPr/>
            <p:nvPr/>
          </p:nvGrpSpPr>
          <p:grpSpPr>
            <a:xfrm>
              <a:off x="2675275" y="3930557"/>
              <a:ext cx="1003306" cy="451719"/>
              <a:chOff x="2675275" y="4174282"/>
              <a:chExt cx="1003306" cy="451719"/>
            </a:xfrm>
          </p:grpSpPr>
          <p:sp>
            <p:nvSpPr>
              <p:cNvPr id="4084" name="Google Shape;4084;p59"/>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59"/>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59"/>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87" name="Google Shape;4087;p59"/>
          <p:cNvGrpSpPr/>
          <p:nvPr/>
        </p:nvGrpSpPr>
        <p:grpSpPr>
          <a:xfrm>
            <a:off x="1654417" y="971307"/>
            <a:ext cx="574511" cy="874709"/>
            <a:chOff x="1715404" y="1112080"/>
            <a:chExt cx="642270" cy="977984"/>
          </a:xfrm>
        </p:grpSpPr>
        <p:grpSp>
          <p:nvGrpSpPr>
            <p:cNvPr id="4088" name="Google Shape;4088;p59"/>
            <p:cNvGrpSpPr/>
            <p:nvPr/>
          </p:nvGrpSpPr>
          <p:grpSpPr>
            <a:xfrm>
              <a:off x="1715404" y="1112080"/>
              <a:ext cx="642270" cy="977984"/>
              <a:chOff x="1715404" y="1112080"/>
              <a:chExt cx="642270" cy="977984"/>
            </a:xfrm>
          </p:grpSpPr>
          <p:sp>
            <p:nvSpPr>
              <p:cNvPr id="4089" name="Google Shape;4089;p59"/>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59"/>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1" name="Google Shape;4091;p59"/>
            <p:cNvGrpSpPr/>
            <p:nvPr/>
          </p:nvGrpSpPr>
          <p:grpSpPr>
            <a:xfrm>
              <a:off x="1768927" y="1165603"/>
              <a:ext cx="535225" cy="851367"/>
              <a:chOff x="1768927" y="1165603"/>
              <a:chExt cx="535225" cy="851367"/>
            </a:xfrm>
          </p:grpSpPr>
          <p:sp>
            <p:nvSpPr>
              <p:cNvPr id="4092" name="Google Shape;4092;p59"/>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59"/>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4" name="Google Shape;4094;p59"/>
            <p:cNvGrpSpPr/>
            <p:nvPr/>
          </p:nvGrpSpPr>
          <p:grpSpPr>
            <a:xfrm>
              <a:off x="1822449" y="1219125"/>
              <a:ext cx="428180" cy="718859"/>
              <a:chOff x="1822449" y="1219125"/>
              <a:chExt cx="428180" cy="718859"/>
            </a:xfrm>
          </p:grpSpPr>
          <p:sp>
            <p:nvSpPr>
              <p:cNvPr id="4095" name="Google Shape;4095;p59"/>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59"/>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7" name="Google Shape;4097;p59"/>
            <p:cNvGrpSpPr/>
            <p:nvPr/>
          </p:nvGrpSpPr>
          <p:grpSpPr>
            <a:xfrm>
              <a:off x="1875972" y="1272648"/>
              <a:ext cx="321135" cy="586939"/>
              <a:chOff x="1875972" y="1272648"/>
              <a:chExt cx="321135" cy="586939"/>
            </a:xfrm>
          </p:grpSpPr>
          <p:sp>
            <p:nvSpPr>
              <p:cNvPr id="4098" name="Google Shape;4098;p59"/>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59"/>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00" name="Google Shape;4100;p59"/>
          <p:cNvGrpSpPr/>
          <p:nvPr/>
        </p:nvGrpSpPr>
        <p:grpSpPr>
          <a:xfrm>
            <a:off x="7761578" y="3528028"/>
            <a:ext cx="293855" cy="644170"/>
            <a:chOff x="241025" y="3151575"/>
            <a:chExt cx="293855" cy="644170"/>
          </a:xfrm>
        </p:grpSpPr>
        <p:sp>
          <p:nvSpPr>
            <p:cNvPr id="4101" name="Google Shape;4101;p59"/>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59"/>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3" name="Google Shape;4103;p59"/>
          <p:cNvGrpSpPr/>
          <p:nvPr/>
        </p:nvGrpSpPr>
        <p:grpSpPr>
          <a:xfrm>
            <a:off x="709562" y="2728028"/>
            <a:ext cx="1779649" cy="591620"/>
            <a:chOff x="246070" y="1983375"/>
            <a:chExt cx="1855347" cy="616849"/>
          </a:xfrm>
        </p:grpSpPr>
        <p:sp>
          <p:nvSpPr>
            <p:cNvPr id="4104" name="Google Shape;4104;p59"/>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59"/>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59"/>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59"/>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59"/>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59"/>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59"/>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59"/>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59"/>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3" name="Google Shape;4113;p59"/>
          <p:cNvGrpSpPr/>
          <p:nvPr/>
        </p:nvGrpSpPr>
        <p:grpSpPr>
          <a:xfrm>
            <a:off x="2320428" y="971307"/>
            <a:ext cx="711055" cy="745993"/>
            <a:chOff x="2496269" y="1171698"/>
            <a:chExt cx="761953" cy="799392"/>
          </a:xfrm>
        </p:grpSpPr>
        <p:grpSp>
          <p:nvGrpSpPr>
            <p:cNvPr id="4114" name="Google Shape;4114;p59"/>
            <p:cNvGrpSpPr/>
            <p:nvPr/>
          </p:nvGrpSpPr>
          <p:grpSpPr>
            <a:xfrm>
              <a:off x="2496269" y="1171698"/>
              <a:ext cx="761953" cy="723022"/>
              <a:chOff x="2496269" y="1171698"/>
              <a:chExt cx="761953" cy="723022"/>
            </a:xfrm>
          </p:grpSpPr>
          <p:sp>
            <p:nvSpPr>
              <p:cNvPr id="4115" name="Google Shape;4115;p59"/>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59"/>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7" name="Google Shape;4117;p59"/>
              <p:cNvGrpSpPr/>
              <p:nvPr/>
            </p:nvGrpSpPr>
            <p:grpSpPr>
              <a:xfrm>
                <a:off x="2496269" y="1171698"/>
                <a:ext cx="761953" cy="723022"/>
                <a:chOff x="2496269" y="1120652"/>
                <a:chExt cx="761953" cy="723022"/>
              </a:xfrm>
            </p:grpSpPr>
            <p:grpSp>
              <p:nvGrpSpPr>
                <p:cNvPr id="4118" name="Google Shape;4118;p59"/>
                <p:cNvGrpSpPr/>
                <p:nvPr/>
              </p:nvGrpSpPr>
              <p:grpSpPr>
                <a:xfrm>
                  <a:off x="2496269" y="1120652"/>
                  <a:ext cx="761953" cy="723022"/>
                  <a:chOff x="2496269" y="1120652"/>
                  <a:chExt cx="761953" cy="723022"/>
                </a:xfrm>
              </p:grpSpPr>
              <p:grpSp>
                <p:nvGrpSpPr>
                  <p:cNvPr id="4119" name="Google Shape;4119;p59"/>
                  <p:cNvGrpSpPr/>
                  <p:nvPr/>
                </p:nvGrpSpPr>
                <p:grpSpPr>
                  <a:xfrm>
                    <a:off x="2496269" y="1304589"/>
                    <a:ext cx="407089" cy="305057"/>
                    <a:chOff x="2496269" y="1304589"/>
                    <a:chExt cx="407089" cy="305057"/>
                  </a:xfrm>
                </p:grpSpPr>
                <p:sp>
                  <p:nvSpPr>
                    <p:cNvPr id="4120" name="Google Shape;4120;p59"/>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59"/>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2" name="Google Shape;4122;p59"/>
                  <p:cNvGrpSpPr/>
                  <p:nvPr/>
                </p:nvGrpSpPr>
                <p:grpSpPr>
                  <a:xfrm>
                    <a:off x="2586468" y="1493376"/>
                    <a:ext cx="358850" cy="349656"/>
                    <a:chOff x="2586468" y="1493376"/>
                    <a:chExt cx="358850" cy="349656"/>
                  </a:xfrm>
                </p:grpSpPr>
                <p:sp>
                  <p:nvSpPr>
                    <p:cNvPr id="4123" name="Google Shape;4123;p59"/>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59"/>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5" name="Google Shape;4125;p59"/>
                  <p:cNvGrpSpPr/>
                  <p:nvPr/>
                </p:nvGrpSpPr>
                <p:grpSpPr>
                  <a:xfrm>
                    <a:off x="2807939" y="1494024"/>
                    <a:ext cx="358857" cy="349650"/>
                    <a:chOff x="2807939" y="1494024"/>
                    <a:chExt cx="358857" cy="349650"/>
                  </a:xfrm>
                </p:grpSpPr>
                <p:sp>
                  <p:nvSpPr>
                    <p:cNvPr id="4126" name="Google Shape;4126;p59"/>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59"/>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59"/>
                  <p:cNvGrpSpPr/>
                  <p:nvPr/>
                </p:nvGrpSpPr>
                <p:grpSpPr>
                  <a:xfrm>
                    <a:off x="2851133" y="1305635"/>
                    <a:ext cx="407089" cy="305057"/>
                    <a:chOff x="2851133" y="1305635"/>
                    <a:chExt cx="407089" cy="305057"/>
                  </a:xfrm>
                </p:grpSpPr>
                <p:sp>
                  <p:nvSpPr>
                    <p:cNvPr id="4129" name="Google Shape;4129;p59"/>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59"/>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1" name="Google Shape;4131;p59"/>
                  <p:cNvGrpSpPr/>
                  <p:nvPr/>
                </p:nvGrpSpPr>
                <p:grpSpPr>
                  <a:xfrm>
                    <a:off x="2727495" y="1120652"/>
                    <a:ext cx="300271" cy="396358"/>
                    <a:chOff x="2727495" y="1120652"/>
                    <a:chExt cx="300271" cy="396358"/>
                  </a:xfrm>
                </p:grpSpPr>
                <p:sp>
                  <p:nvSpPr>
                    <p:cNvPr id="4132" name="Google Shape;4132;p59"/>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59"/>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4" name="Google Shape;4134;p59"/>
                <p:cNvGrpSpPr/>
                <p:nvPr/>
              </p:nvGrpSpPr>
              <p:grpSpPr>
                <a:xfrm>
                  <a:off x="2722305" y="1350460"/>
                  <a:ext cx="308357" cy="308344"/>
                  <a:chOff x="2722305" y="1350460"/>
                  <a:chExt cx="308357" cy="308344"/>
                </a:xfrm>
              </p:grpSpPr>
              <p:sp>
                <p:nvSpPr>
                  <p:cNvPr id="4135" name="Google Shape;4135;p59"/>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6" name="Google Shape;4136;p59"/>
                  <p:cNvGrpSpPr/>
                  <p:nvPr/>
                </p:nvGrpSpPr>
                <p:grpSpPr>
                  <a:xfrm>
                    <a:off x="2725064" y="1364529"/>
                    <a:ext cx="297954" cy="280182"/>
                    <a:chOff x="2725064" y="1364529"/>
                    <a:chExt cx="297954" cy="280182"/>
                  </a:xfrm>
                </p:grpSpPr>
                <p:sp>
                  <p:nvSpPr>
                    <p:cNvPr id="4137" name="Google Shape;4137;p59"/>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59"/>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59"/>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59"/>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59"/>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142" name="Google Shape;4142;p59"/>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59"/>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59"/>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59"/>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59"/>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7" name="Google Shape;4147;p59"/>
          <p:cNvGrpSpPr/>
          <p:nvPr/>
        </p:nvGrpSpPr>
        <p:grpSpPr>
          <a:xfrm>
            <a:off x="3909129" y="2727412"/>
            <a:ext cx="1569144" cy="591015"/>
            <a:chOff x="3820100" y="3023049"/>
            <a:chExt cx="1303926" cy="491162"/>
          </a:xfrm>
        </p:grpSpPr>
        <p:grpSp>
          <p:nvGrpSpPr>
            <p:cNvPr id="4148" name="Google Shape;4148;p59"/>
            <p:cNvGrpSpPr/>
            <p:nvPr/>
          </p:nvGrpSpPr>
          <p:grpSpPr>
            <a:xfrm>
              <a:off x="3820100" y="3023072"/>
              <a:ext cx="1303926" cy="491139"/>
              <a:chOff x="3820100" y="3023072"/>
              <a:chExt cx="1303926" cy="491139"/>
            </a:xfrm>
          </p:grpSpPr>
          <p:sp>
            <p:nvSpPr>
              <p:cNvPr id="4149" name="Google Shape;4149;p59"/>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59"/>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1" name="Google Shape;4151;p59"/>
            <p:cNvGrpSpPr/>
            <p:nvPr/>
          </p:nvGrpSpPr>
          <p:grpSpPr>
            <a:xfrm>
              <a:off x="4132439" y="3023645"/>
              <a:ext cx="393633" cy="177096"/>
              <a:chOff x="4132439" y="3023645"/>
              <a:chExt cx="393633" cy="177096"/>
            </a:xfrm>
          </p:grpSpPr>
          <p:sp>
            <p:nvSpPr>
              <p:cNvPr id="4152" name="Google Shape;4152;p59"/>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59"/>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4" name="Google Shape;4154;p59"/>
            <p:cNvGrpSpPr/>
            <p:nvPr/>
          </p:nvGrpSpPr>
          <p:grpSpPr>
            <a:xfrm>
              <a:off x="3921811" y="3023049"/>
              <a:ext cx="1002397" cy="388943"/>
              <a:chOff x="3921811" y="3023049"/>
              <a:chExt cx="1002397" cy="388943"/>
            </a:xfrm>
          </p:grpSpPr>
          <p:sp>
            <p:nvSpPr>
              <p:cNvPr id="4155" name="Google Shape;4155;p59"/>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59"/>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7" name="Google Shape;4157;p59"/>
            <p:cNvGrpSpPr/>
            <p:nvPr/>
          </p:nvGrpSpPr>
          <p:grpSpPr>
            <a:xfrm>
              <a:off x="4023645" y="3023049"/>
              <a:ext cx="683032" cy="286722"/>
              <a:chOff x="4023645" y="3023049"/>
              <a:chExt cx="683032" cy="286722"/>
            </a:xfrm>
          </p:grpSpPr>
          <p:sp>
            <p:nvSpPr>
              <p:cNvPr id="4158" name="Google Shape;4158;p59"/>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59"/>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60" name="Google Shape;4160;p59"/>
          <p:cNvGrpSpPr/>
          <p:nvPr/>
        </p:nvGrpSpPr>
        <p:grpSpPr>
          <a:xfrm>
            <a:off x="1541251" y="1854258"/>
            <a:ext cx="713522" cy="688025"/>
            <a:chOff x="1706078" y="2092648"/>
            <a:chExt cx="660913" cy="637296"/>
          </a:xfrm>
        </p:grpSpPr>
        <p:sp>
          <p:nvSpPr>
            <p:cNvPr id="4161" name="Google Shape;4161;p59"/>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2" name="Google Shape;4162;p59"/>
            <p:cNvGrpSpPr/>
            <p:nvPr/>
          </p:nvGrpSpPr>
          <p:grpSpPr>
            <a:xfrm>
              <a:off x="1706078" y="2092648"/>
              <a:ext cx="660913" cy="575241"/>
              <a:chOff x="1706078" y="2092648"/>
              <a:chExt cx="660913" cy="575241"/>
            </a:xfrm>
          </p:grpSpPr>
          <p:sp>
            <p:nvSpPr>
              <p:cNvPr id="4163" name="Google Shape;4163;p59"/>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59"/>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59"/>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66" name="Google Shape;4166;p59"/>
          <p:cNvGrpSpPr/>
          <p:nvPr/>
        </p:nvGrpSpPr>
        <p:grpSpPr>
          <a:xfrm>
            <a:off x="6303109" y="971806"/>
            <a:ext cx="1317459" cy="684168"/>
            <a:chOff x="238125" y="999450"/>
            <a:chExt cx="7140700" cy="3708225"/>
          </a:xfrm>
        </p:grpSpPr>
        <p:sp>
          <p:nvSpPr>
            <p:cNvPr id="4167" name="Google Shape;4167;p59"/>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59"/>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59"/>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59"/>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59"/>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59"/>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59"/>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59"/>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59"/>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9" name="Shape 4179"/>
        <p:cNvGrpSpPr/>
        <p:nvPr/>
      </p:nvGrpSpPr>
      <p:grpSpPr>
        <a:xfrm>
          <a:off x="0" y="0"/>
          <a:ext cx="0" cy="0"/>
          <a:chOff x="0" y="0"/>
          <a:chExt cx="0" cy="0"/>
        </a:xfrm>
      </p:grpSpPr>
      <p:grpSp>
        <p:nvGrpSpPr>
          <p:cNvPr id="4180" name="Google Shape;4180;p60"/>
          <p:cNvGrpSpPr/>
          <p:nvPr/>
        </p:nvGrpSpPr>
        <p:grpSpPr>
          <a:xfrm>
            <a:off x="717027" y="967622"/>
            <a:ext cx="1636117" cy="1526144"/>
            <a:chOff x="729238" y="1179665"/>
            <a:chExt cx="1636117" cy="1526144"/>
          </a:xfrm>
        </p:grpSpPr>
        <p:grpSp>
          <p:nvGrpSpPr>
            <p:cNvPr id="4181" name="Google Shape;4181;p60"/>
            <p:cNvGrpSpPr/>
            <p:nvPr/>
          </p:nvGrpSpPr>
          <p:grpSpPr>
            <a:xfrm>
              <a:off x="729238" y="1179665"/>
              <a:ext cx="80700" cy="1526144"/>
              <a:chOff x="729238" y="1179665"/>
              <a:chExt cx="80700" cy="1526144"/>
            </a:xfrm>
          </p:grpSpPr>
          <p:sp>
            <p:nvSpPr>
              <p:cNvPr id="4182" name="Google Shape;4182;p60"/>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60"/>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60"/>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60"/>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60"/>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60"/>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60"/>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60"/>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60"/>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60"/>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2" name="Google Shape;4192;p60"/>
            <p:cNvGrpSpPr/>
            <p:nvPr/>
          </p:nvGrpSpPr>
          <p:grpSpPr>
            <a:xfrm>
              <a:off x="903098" y="1179665"/>
              <a:ext cx="80700" cy="1526144"/>
              <a:chOff x="903098" y="1179665"/>
              <a:chExt cx="80700" cy="1526144"/>
            </a:xfrm>
          </p:grpSpPr>
          <p:sp>
            <p:nvSpPr>
              <p:cNvPr id="4193" name="Google Shape;4193;p60"/>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60"/>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60"/>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60"/>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60"/>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60"/>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60"/>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60"/>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60"/>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60"/>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3" name="Google Shape;4203;p60"/>
            <p:cNvGrpSpPr/>
            <p:nvPr/>
          </p:nvGrpSpPr>
          <p:grpSpPr>
            <a:xfrm>
              <a:off x="1076958" y="1179665"/>
              <a:ext cx="80700" cy="1526144"/>
              <a:chOff x="1076958" y="1179665"/>
              <a:chExt cx="80700" cy="1526144"/>
            </a:xfrm>
          </p:grpSpPr>
          <p:sp>
            <p:nvSpPr>
              <p:cNvPr id="4204" name="Google Shape;4204;p60"/>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60"/>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60"/>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60"/>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60"/>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60"/>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60"/>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60"/>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60"/>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60"/>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4" name="Google Shape;4214;p60"/>
            <p:cNvGrpSpPr/>
            <p:nvPr/>
          </p:nvGrpSpPr>
          <p:grpSpPr>
            <a:xfrm>
              <a:off x="1247707" y="1179665"/>
              <a:ext cx="80700" cy="1526144"/>
              <a:chOff x="1247707" y="1179665"/>
              <a:chExt cx="80700" cy="1526144"/>
            </a:xfrm>
          </p:grpSpPr>
          <p:sp>
            <p:nvSpPr>
              <p:cNvPr id="4215" name="Google Shape;4215;p60"/>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60"/>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60"/>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60"/>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60"/>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60"/>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60"/>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60"/>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60"/>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60"/>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5" name="Google Shape;4225;p60"/>
            <p:cNvGrpSpPr/>
            <p:nvPr/>
          </p:nvGrpSpPr>
          <p:grpSpPr>
            <a:xfrm>
              <a:off x="1421567" y="1179665"/>
              <a:ext cx="80700" cy="1526144"/>
              <a:chOff x="1421567" y="1179665"/>
              <a:chExt cx="80700" cy="1526144"/>
            </a:xfrm>
          </p:grpSpPr>
          <p:sp>
            <p:nvSpPr>
              <p:cNvPr id="4226" name="Google Shape;4226;p60"/>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60"/>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60"/>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60"/>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60"/>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60"/>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60"/>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60"/>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60"/>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60"/>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6" name="Google Shape;4236;p60"/>
            <p:cNvGrpSpPr/>
            <p:nvPr/>
          </p:nvGrpSpPr>
          <p:grpSpPr>
            <a:xfrm>
              <a:off x="1592327" y="1179665"/>
              <a:ext cx="80700" cy="1526144"/>
              <a:chOff x="1592327" y="1179665"/>
              <a:chExt cx="80700" cy="1526144"/>
            </a:xfrm>
          </p:grpSpPr>
          <p:sp>
            <p:nvSpPr>
              <p:cNvPr id="4237" name="Google Shape;4237;p60"/>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60"/>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60"/>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60"/>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60"/>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60"/>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60"/>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60"/>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60"/>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60"/>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7" name="Google Shape;4247;p60"/>
            <p:cNvGrpSpPr/>
            <p:nvPr/>
          </p:nvGrpSpPr>
          <p:grpSpPr>
            <a:xfrm>
              <a:off x="1766187" y="1179665"/>
              <a:ext cx="80700" cy="1526144"/>
              <a:chOff x="1766187" y="1179665"/>
              <a:chExt cx="80700" cy="1526144"/>
            </a:xfrm>
          </p:grpSpPr>
          <p:sp>
            <p:nvSpPr>
              <p:cNvPr id="4248" name="Google Shape;4248;p60"/>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60"/>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60"/>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60"/>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60"/>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60"/>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60"/>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60"/>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60"/>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60"/>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8" name="Google Shape;4258;p60"/>
            <p:cNvGrpSpPr/>
            <p:nvPr/>
          </p:nvGrpSpPr>
          <p:grpSpPr>
            <a:xfrm>
              <a:off x="1936935" y="1179665"/>
              <a:ext cx="80700" cy="1526144"/>
              <a:chOff x="1936935" y="1179665"/>
              <a:chExt cx="80700" cy="1526144"/>
            </a:xfrm>
          </p:grpSpPr>
          <p:sp>
            <p:nvSpPr>
              <p:cNvPr id="4259" name="Google Shape;4259;p60"/>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60"/>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60"/>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60"/>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60"/>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60"/>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60"/>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60"/>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60"/>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60"/>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9" name="Google Shape;4269;p60"/>
            <p:cNvGrpSpPr/>
            <p:nvPr/>
          </p:nvGrpSpPr>
          <p:grpSpPr>
            <a:xfrm>
              <a:off x="2110795" y="1179665"/>
              <a:ext cx="80700" cy="1526144"/>
              <a:chOff x="2110795" y="1179665"/>
              <a:chExt cx="80700" cy="1526144"/>
            </a:xfrm>
          </p:grpSpPr>
          <p:sp>
            <p:nvSpPr>
              <p:cNvPr id="4270" name="Google Shape;4270;p60"/>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60"/>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60"/>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60"/>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60"/>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60"/>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60"/>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60"/>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60"/>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60"/>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0" name="Google Shape;4280;p60"/>
            <p:cNvGrpSpPr/>
            <p:nvPr/>
          </p:nvGrpSpPr>
          <p:grpSpPr>
            <a:xfrm>
              <a:off x="2284655" y="1179665"/>
              <a:ext cx="80700" cy="1526144"/>
              <a:chOff x="2284655" y="1179665"/>
              <a:chExt cx="80700" cy="1526144"/>
            </a:xfrm>
          </p:grpSpPr>
          <p:sp>
            <p:nvSpPr>
              <p:cNvPr id="4281" name="Google Shape;4281;p60"/>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60"/>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60"/>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60"/>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60"/>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60"/>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60"/>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60"/>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60"/>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60"/>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91" name="Google Shape;4291;p60"/>
          <p:cNvGrpSpPr/>
          <p:nvPr/>
        </p:nvGrpSpPr>
        <p:grpSpPr>
          <a:xfrm>
            <a:off x="2611693" y="986760"/>
            <a:ext cx="1364248" cy="1102133"/>
            <a:chOff x="2623904" y="1198803"/>
            <a:chExt cx="1364248" cy="1102133"/>
          </a:xfrm>
        </p:grpSpPr>
        <p:grpSp>
          <p:nvGrpSpPr>
            <p:cNvPr id="4292" name="Google Shape;4292;p60"/>
            <p:cNvGrpSpPr/>
            <p:nvPr/>
          </p:nvGrpSpPr>
          <p:grpSpPr>
            <a:xfrm>
              <a:off x="2623907" y="1198803"/>
              <a:ext cx="1364245" cy="273000"/>
              <a:chOff x="2623907" y="1198803"/>
              <a:chExt cx="1364245" cy="273000"/>
            </a:xfrm>
          </p:grpSpPr>
          <p:sp>
            <p:nvSpPr>
              <p:cNvPr id="4293" name="Google Shape;4293;p60"/>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60"/>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60"/>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60"/>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60"/>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8" name="Google Shape;4298;p60"/>
            <p:cNvGrpSpPr/>
            <p:nvPr/>
          </p:nvGrpSpPr>
          <p:grpSpPr>
            <a:xfrm>
              <a:off x="2623904" y="1476964"/>
              <a:ext cx="1364245" cy="273000"/>
              <a:chOff x="2623904" y="1476964"/>
              <a:chExt cx="1364245" cy="273000"/>
            </a:xfrm>
          </p:grpSpPr>
          <p:sp>
            <p:nvSpPr>
              <p:cNvPr id="4299" name="Google Shape;4299;p60"/>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60"/>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60"/>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60"/>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60"/>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4" name="Google Shape;4304;p60"/>
            <p:cNvGrpSpPr/>
            <p:nvPr/>
          </p:nvGrpSpPr>
          <p:grpSpPr>
            <a:xfrm>
              <a:off x="2623907" y="1749775"/>
              <a:ext cx="1364245" cy="273000"/>
              <a:chOff x="2623907" y="1749775"/>
              <a:chExt cx="1364245" cy="273000"/>
            </a:xfrm>
          </p:grpSpPr>
          <p:sp>
            <p:nvSpPr>
              <p:cNvPr id="4305" name="Google Shape;4305;p60"/>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60"/>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60"/>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60"/>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60"/>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0" name="Google Shape;4310;p60"/>
            <p:cNvGrpSpPr/>
            <p:nvPr/>
          </p:nvGrpSpPr>
          <p:grpSpPr>
            <a:xfrm>
              <a:off x="2623904" y="2027936"/>
              <a:ext cx="1364245" cy="273000"/>
              <a:chOff x="2623904" y="2027936"/>
              <a:chExt cx="1364245" cy="273000"/>
            </a:xfrm>
          </p:grpSpPr>
          <p:sp>
            <p:nvSpPr>
              <p:cNvPr id="4311" name="Google Shape;4311;p60"/>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60"/>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60"/>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60"/>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60"/>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16" name="Google Shape;4316;p60"/>
          <p:cNvGrpSpPr/>
          <p:nvPr/>
        </p:nvGrpSpPr>
        <p:grpSpPr>
          <a:xfrm>
            <a:off x="2601154" y="2445833"/>
            <a:ext cx="1387541" cy="159124"/>
            <a:chOff x="3200660" y="2180272"/>
            <a:chExt cx="2563824" cy="378237"/>
          </a:xfrm>
        </p:grpSpPr>
        <p:sp>
          <p:nvSpPr>
            <p:cNvPr id="4317" name="Google Shape;4317;p60"/>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60"/>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60"/>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60"/>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60"/>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60"/>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60"/>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60"/>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60"/>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60"/>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60"/>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60"/>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60"/>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60"/>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60"/>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60"/>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60"/>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60"/>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5" name="Google Shape;4335;p60"/>
          <p:cNvGrpSpPr/>
          <p:nvPr/>
        </p:nvGrpSpPr>
        <p:grpSpPr>
          <a:xfrm>
            <a:off x="2597679" y="2723597"/>
            <a:ext cx="1390502" cy="159625"/>
            <a:chOff x="3530150" y="2790075"/>
            <a:chExt cx="1962600" cy="225300"/>
          </a:xfrm>
        </p:grpSpPr>
        <p:sp>
          <p:nvSpPr>
            <p:cNvPr id="4336" name="Google Shape;4336;p60"/>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60"/>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8" name="Google Shape;4338;p60"/>
          <p:cNvGrpSpPr/>
          <p:nvPr/>
        </p:nvGrpSpPr>
        <p:grpSpPr>
          <a:xfrm>
            <a:off x="2597736" y="3001862"/>
            <a:ext cx="1411629" cy="154175"/>
            <a:chOff x="3558802" y="4011244"/>
            <a:chExt cx="1866000" cy="111600"/>
          </a:xfrm>
        </p:grpSpPr>
        <p:sp>
          <p:nvSpPr>
            <p:cNvPr id="4339" name="Google Shape;4339;p60"/>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60"/>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1" name="Google Shape;4341;p60"/>
          <p:cNvGrpSpPr/>
          <p:nvPr/>
        </p:nvGrpSpPr>
        <p:grpSpPr>
          <a:xfrm>
            <a:off x="2598024" y="2207432"/>
            <a:ext cx="1383503" cy="119761"/>
            <a:chOff x="3465975" y="2270258"/>
            <a:chExt cx="1986364" cy="171947"/>
          </a:xfrm>
        </p:grpSpPr>
        <p:sp>
          <p:nvSpPr>
            <p:cNvPr id="4342" name="Google Shape;4342;p60"/>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60"/>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60"/>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60"/>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60"/>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60"/>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60"/>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60"/>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0" name="Google Shape;4350;p60"/>
          <p:cNvGrpSpPr/>
          <p:nvPr/>
        </p:nvGrpSpPr>
        <p:grpSpPr>
          <a:xfrm>
            <a:off x="2609031" y="3571205"/>
            <a:ext cx="1369531" cy="195460"/>
            <a:chOff x="723300" y="4253549"/>
            <a:chExt cx="2276482" cy="324900"/>
          </a:xfrm>
        </p:grpSpPr>
        <p:sp>
          <p:nvSpPr>
            <p:cNvPr id="4351" name="Google Shape;4351;p60"/>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60"/>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60"/>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60"/>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60"/>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6" name="Google Shape;4356;p60"/>
          <p:cNvGrpSpPr/>
          <p:nvPr/>
        </p:nvGrpSpPr>
        <p:grpSpPr>
          <a:xfrm>
            <a:off x="2598592" y="3272446"/>
            <a:ext cx="1389066" cy="180119"/>
            <a:chOff x="705948" y="3788465"/>
            <a:chExt cx="2308953" cy="299400"/>
          </a:xfrm>
        </p:grpSpPr>
        <p:sp>
          <p:nvSpPr>
            <p:cNvPr id="4357" name="Google Shape;4357;p60"/>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60"/>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60"/>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60"/>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60"/>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2" name="Google Shape;4362;p60"/>
          <p:cNvGrpSpPr/>
          <p:nvPr/>
        </p:nvGrpSpPr>
        <p:grpSpPr>
          <a:xfrm>
            <a:off x="4195583" y="1876400"/>
            <a:ext cx="1433821" cy="191501"/>
            <a:chOff x="4273350" y="2088443"/>
            <a:chExt cx="1433821" cy="191501"/>
          </a:xfrm>
        </p:grpSpPr>
        <p:grpSp>
          <p:nvGrpSpPr>
            <p:cNvPr id="4363" name="Google Shape;4363;p60"/>
            <p:cNvGrpSpPr/>
            <p:nvPr/>
          </p:nvGrpSpPr>
          <p:grpSpPr>
            <a:xfrm>
              <a:off x="4273350" y="2088443"/>
              <a:ext cx="1433821" cy="0"/>
              <a:chOff x="5224975" y="2962250"/>
              <a:chExt cx="1544400" cy="0"/>
            </a:xfrm>
          </p:grpSpPr>
          <p:cxnSp>
            <p:nvCxnSpPr>
              <p:cNvPr id="4364" name="Google Shape;4364;p60"/>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365" name="Google Shape;4365;p60"/>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4366" name="Google Shape;4366;p60"/>
            <p:cNvGrpSpPr/>
            <p:nvPr/>
          </p:nvGrpSpPr>
          <p:grpSpPr>
            <a:xfrm>
              <a:off x="4273350" y="2279944"/>
              <a:ext cx="1433821" cy="0"/>
              <a:chOff x="5224975" y="2962250"/>
              <a:chExt cx="1544400" cy="0"/>
            </a:xfrm>
          </p:grpSpPr>
          <p:cxnSp>
            <p:nvCxnSpPr>
              <p:cNvPr id="4367" name="Google Shape;4367;p60"/>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368" name="Google Shape;4368;p60"/>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4369" name="Google Shape;4369;p60"/>
          <p:cNvGrpSpPr/>
          <p:nvPr/>
        </p:nvGrpSpPr>
        <p:grpSpPr>
          <a:xfrm>
            <a:off x="2646529" y="3885304"/>
            <a:ext cx="1304609" cy="294074"/>
            <a:chOff x="2658741" y="4097347"/>
            <a:chExt cx="1304609" cy="294074"/>
          </a:xfrm>
        </p:grpSpPr>
        <p:grpSp>
          <p:nvGrpSpPr>
            <p:cNvPr id="4370" name="Google Shape;4370;p60"/>
            <p:cNvGrpSpPr/>
            <p:nvPr/>
          </p:nvGrpSpPr>
          <p:grpSpPr>
            <a:xfrm>
              <a:off x="2658741" y="4097347"/>
              <a:ext cx="118572" cy="294074"/>
              <a:chOff x="3343310" y="4475555"/>
              <a:chExt cx="127717" cy="316753"/>
            </a:xfrm>
          </p:grpSpPr>
          <p:sp>
            <p:nvSpPr>
              <p:cNvPr id="4371" name="Google Shape;4371;p60"/>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60"/>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3" name="Google Shape;4373;p60"/>
            <p:cNvGrpSpPr/>
            <p:nvPr/>
          </p:nvGrpSpPr>
          <p:grpSpPr>
            <a:xfrm>
              <a:off x="3815519" y="4098388"/>
              <a:ext cx="147831" cy="291991"/>
              <a:chOff x="3527539" y="4476677"/>
              <a:chExt cx="159232" cy="314510"/>
            </a:xfrm>
          </p:grpSpPr>
          <p:sp>
            <p:nvSpPr>
              <p:cNvPr id="4374" name="Google Shape;4374;p60"/>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60"/>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6" name="Google Shape;4376;p60"/>
            <p:cNvGrpSpPr/>
            <p:nvPr/>
          </p:nvGrpSpPr>
          <p:grpSpPr>
            <a:xfrm>
              <a:off x="3511696" y="4098388"/>
              <a:ext cx="147831" cy="291991"/>
              <a:chOff x="3527539" y="4476677"/>
              <a:chExt cx="159232" cy="314510"/>
            </a:xfrm>
          </p:grpSpPr>
          <p:sp>
            <p:nvSpPr>
              <p:cNvPr id="4377" name="Google Shape;4377;p60"/>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60"/>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9" name="Google Shape;4379;p60"/>
            <p:cNvGrpSpPr/>
            <p:nvPr/>
          </p:nvGrpSpPr>
          <p:grpSpPr>
            <a:xfrm>
              <a:off x="3207874" y="4098388"/>
              <a:ext cx="147831" cy="291991"/>
              <a:chOff x="3527539" y="4476677"/>
              <a:chExt cx="159232" cy="314510"/>
            </a:xfrm>
          </p:grpSpPr>
          <p:sp>
            <p:nvSpPr>
              <p:cNvPr id="4380" name="Google Shape;4380;p60"/>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60"/>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2" name="Google Shape;4382;p60"/>
            <p:cNvGrpSpPr/>
            <p:nvPr/>
          </p:nvGrpSpPr>
          <p:grpSpPr>
            <a:xfrm>
              <a:off x="2933305" y="4097347"/>
              <a:ext cx="118572" cy="294074"/>
              <a:chOff x="3343310" y="4475555"/>
              <a:chExt cx="127717" cy="316753"/>
            </a:xfrm>
          </p:grpSpPr>
          <p:sp>
            <p:nvSpPr>
              <p:cNvPr id="4383" name="Google Shape;4383;p60"/>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60"/>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85" name="Google Shape;4385;p60"/>
          <p:cNvGrpSpPr/>
          <p:nvPr/>
        </p:nvGrpSpPr>
        <p:grpSpPr>
          <a:xfrm>
            <a:off x="4197138" y="963998"/>
            <a:ext cx="1430711" cy="751237"/>
            <a:chOff x="5159450" y="1919950"/>
            <a:chExt cx="1541050" cy="862500"/>
          </a:xfrm>
        </p:grpSpPr>
        <p:sp>
          <p:nvSpPr>
            <p:cNvPr id="4386" name="Google Shape;4386;p60"/>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4387" name="Google Shape;4387;p60"/>
            <p:cNvGrpSpPr/>
            <p:nvPr/>
          </p:nvGrpSpPr>
          <p:grpSpPr>
            <a:xfrm>
              <a:off x="5159450" y="1919950"/>
              <a:ext cx="1541050" cy="862500"/>
              <a:chOff x="5159450" y="1919950"/>
              <a:chExt cx="1541050" cy="862500"/>
            </a:xfrm>
          </p:grpSpPr>
          <p:cxnSp>
            <p:nvCxnSpPr>
              <p:cNvPr id="4388" name="Google Shape;4388;p60"/>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4389" name="Google Shape;4389;p60"/>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4390" name="Google Shape;4390;p60"/>
          <p:cNvGrpSpPr/>
          <p:nvPr/>
        </p:nvGrpSpPr>
        <p:grpSpPr>
          <a:xfrm>
            <a:off x="4245275" y="2227768"/>
            <a:ext cx="1334436" cy="967914"/>
            <a:chOff x="4294923" y="2439811"/>
            <a:chExt cx="1334436" cy="967914"/>
          </a:xfrm>
        </p:grpSpPr>
        <p:grpSp>
          <p:nvGrpSpPr>
            <p:cNvPr id="4391" name="Google Shape;4391;p60"/>
            <p:cNvGrpSpPr/>
            <p:nvPr/>
          </p:nvGrpSpPr>
          <p:grpSpPr>
            <a:xfrm>
              <a:off x="4960455" y="2469658"/>
              <a:ext cx="668904" cy="885524"/>
              <a:chOff x="4960455" y="2469658"/>
              <a:chExt cx="668904" cy="885524"/>
            </a:xfrm>
          </p:grpSpPr>
          <p:sp>
            <p:nvSpPr>
              <p:cNvPr id="4392" name="Google Shape;4392;p60"/>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60"/>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60"/>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60"/>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60"/>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60"/>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8" name="Google Shape;4398;p60"/>
            <p:cNvGrpSpPr/>
            <p:nvPr/>
          </p:nvGrpSpPr>
          <p:grpSpPr>
            <a:xfrm>
              <a:off x="4294923" y="2469658"/>
              <a:ext cx="668951" cy="885524"/>
              <a:chOff x="4294923" y="2469658"/>
              <a:chExt cx="668951" cy="885524"/>
            </a:xfrm>
          </p:grpSpPr>
          <p:sp>
            <p:nvSpPr>
              <p:cNvPr id="4399" name="Google Shape;4399;p60"/>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60"/>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60"/>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60"/>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60"/>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60"/>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05" name="Google Shape;4405;p60"/>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6" name="Google Shape;4406;p60"/>
          <p:cNvGrpSpPr/>
          <p:nvPr/>
        </p:nvGrpSpPr>
        <p:grpSpPr>
          <a:xfrm>
            <a:off x="4231478" y="3282213"/>
            <a:ext cx="1430949" cy="897289"/>
            <a:chOff x="4351371" y="3547942"/>
            <a:chExt cx="1345130" cy="843475"/>
          </a:xfrm>
        </p:grpSpPr>
        <p:grpSp>
          <p:nvGrpSpPr>
            <p:cNvPr id="4407" name="Google Shape;4407;p60"/>
            <p:cNvGrpSpPr/>
            <p:nvPr/>
          </p:nvGrpSpPr>
          <p:grpSpPr>
            <a:xfrm>
              <a:off x="4351371" y="4209917"/>
              <a:ext cx="1345130" cy="181500"/>
              <a:chOff x="4351371" y="4209917"/>
              <a:chExt cx="1345130" cy="181500"/>
            </a:xfrm>
          </p:grpSpPr>
          <p:sp>
            <p:nvSpPr>
              <p:cNvPr id="4408" name="Google Shape;4408;p60"/>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09" name="Google Shape;4409;p60"/>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4410" name="Google Shape;4410;p60"/>
            <p:cNvGrpSpPr/>
            <p:nvPr/>
          </p:nvGrpSpPr>
          <p:grpSpPr>
            <a:xfrm>
              <a:off x="4403010" y="3985221"/>
              <a:ext cx="1109518" cy="181500"/>
              <a:chOff x="4403010" y="3985221"/>
              <a:chExt cx="1109518" cy="181500"/>
            </a:xfrm>
          </p:grpSpPr>
          <p:sp>
            <p:nvSpPr>
              <p:cNvPr id="4411" name="Google Shape;4411;p60"/>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2" name="Google Shape;4412;p60"/>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4413" name="Google Shape;4413;p60"/>
            <p:cNvGrpSpPr/>
            <p:nvPr/>
          </p:nvGrpSpPr>
          <p:grpSpPr>
            <a:xfrm>
              <a:off x="4618704" y="3766582"/>
              <a:ext cx="807858" cy="181500"/>
              <a:chOff x="4618704" y="3766582"/>
              <a:chExt cx="807858" cy="181500"/>
            </a:xfrm>
          </p:grpSpPr>
          <p:sp>
            <p:nvSpPr>
              <p:cNvPr id="4414" name="Google Shape;4414;p60"/>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5" name="Google Shape;4415;p60"/>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4416" name="Google Shape;4416;p60"/>
            <p:cNvGrpSpPr/>
            <p:nvPr/>
          </p:nvGrpSpPr>
          <p:grpSpPr>
            <a:xfrm>
              <a:off x="4735238" y="3547942"/>
              <a:ext cx="462839" cy="181500"/>
              <a:chOff x="4735238" y="3547942"/>
              <a:chExt cx="462839" cy="181500"/>
            </a:xfrm>
          </p:grpSpPr>
          <p:sp>
            <p:nvSpPr>
              <p:cNvPr id="4417" name="Google Shape;4417;p60"/>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8" name="Google Shape;4418;p60"/>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4419" name="Google Shape;4419;p60"/>
          <p:cNvGrpSpPr/>
          <p:nvPr/>
        </p:nvGrpSpPr>
        <p:grpSpPr>
          <a:xfrm>
            <a:off x="7407836" y="2217537"/>
            <a:ext cx="1020955" cy="928853"/>
            <a:chOff x="926675" y="238125"/>
            <a:chExt cx="5755100" cy="5232975"/>
          </a:xfrm>
        </p:grpSpPr>
        <p:sp>
          <p:nvSpPr>
            <p:cNvPr id="4420" name="Google Shape;4420;p60"/>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60"/>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60"/>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60"/>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4" name="Google Shape;4424;p60"/>
          <p:cNvGrpSpPr/>
          <p:nvPr/>
        </p:nvGrpSpPr>
        <p:grpSpPr>
          <a:xfrm>
            <a:off x="715210" y="2616272"/>
            <a:ext cx="1695374" cy="1560837"/>
            <a:chOff x="727421" y="2828315"/>
            <a:chExt cx="1695374" cy="1560837"/>
          </a:xfrm>
        </p:grpSpPr>
        <p:grpSp>
          <p:nvGrpSpPr>
            <p:cNvPr id="4425" name="Google Shape;4425;p60"/>
            <p:cNvGrpSpPr/>
            <p:nvPr/>
          </p:nvGrpSpPr>
          <p:grpSpPr>
            <a:xfrm>
              <a:off x="727421" y="2828315"/>
              <a:ext cx="1695374" cy="1560837"/>
              <a:chOff x="734799" y="2782450"/>
              <a:chExt cx="1571100" cy="1577400"/>
            </a:xfrm>
          </p:grpSpPr>
          <p:cxnSp>
            <p:nvCxnSpPr>
              <p:cNvPr id="4426" name="Google Shape;4426;p60"/>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4427" name="Google Shape;4427;p60"/>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4428" name="Google Shape;4428;p60"/>
            <p:cNvGrpSpPr/>
            <p:nvPr/>
          </p:nvGrpSpPr>
          <p:grpSpPr>
            <a:xfrm>
              <a:off x="819108" y="2882501"/>
              <a:ext cx="1556791" cy="1426186"/>
              <a:chOff x="819108" y="2882501"/>
              <a:chExt cx="1556791" cy="1426186"/>
            </a:xfrm>
          </p:grpSpPr>
          <p:grpSp>
            <p:nvGrpSpPr>
              <p:cNvPr id="4429" name="Google Shape;4429;p60"/>
              <p:cNvGrpSpPr/>
              <p:nvPr/>
            </p:nvGrpSpPr>
            <p:grpSpPr>
              <a:xfrm>
                <a:off x="819108" y="2882501"/>
                <a:ext cx="103104" cy="1426186"/>
                <a:chOff x="4674013" y="3100904"/>
                <a:chExt cx="122758" cy="1698043"/>
              </a:xfrm>
            </p:grpSpPr>
            <p:sp>
              <p:nvSpPr>
                <p:cNvPr id="4430" name="Google Shape;4430;p60"/>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60"/>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60"/>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60"/>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60"/>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60"/>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60"/>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7" name="Google Shape;4437;p60"/>
              <p:cNvGrpSpPr/>
              <p:nvPr/>
            </p:nvGrpSpPr>
            <p:grpSpPr>
              <a:xfrm>
                <a:off x="1062475" y="2882501"/>
                <a:ext cx="103104" cy="1426186"/>
                <a:chOff x="4940438" y="3100904"/>
                <a:chExt cx="122758" cy="1698043"/>
              </a:xfrm>
            </p:grpSpPr>
            <p:sp>
              <p:nvSpPr>
                <p:cNvPr id="4438" name="Google Shape;4438;p60"/>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60"/>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60"/>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60"/>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60"/>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60"/>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60"/>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5" name="Google Shape;4445;p60"/>
              <p:cNvGrpSpPr/>
              <p:nvPr/>
            </p:nvGrpSpPr>
            <p:grpSpPr>
              <a:xfrm>
                <a:off x="1299324" y="2882501"/>
                <a:ext cx="103104" cy="1426186"/>
                <a:chOff x="5206863" y="3100904"/>
                <a:chExt cx="122758" cy="1698043"/>
              </a:xfrm>
            </p:grpSpPr>
            <p:sp>
              <p:nvSpPr>
                <p:cNvPr id="4446" name="Google Shape;4446;p60"/>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60"/>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60"/>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60"/>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60"/>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60"/>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60"/>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3" name="Google Shape;4453;p60"/>
              <p:cNvGrpSpPr/>
              <p:nvPr/>
            </p:nvGrpSpPr>
            <p:grpSpPr>
              <a:xfrm>
                <a:off x="1786057" y="2882501"/>
                <a:ext cx="103104" cy="1426186"/>
                <a:chOff x="6006138" y="3143629"/>
                <a:chExt cx="122758" cy="1698043"/>
              </a:xfrm>
            </p:grpSpPr>
            <p:sp>
              <p:nvSpPr>
                <p:cNvPr id="4454" name="Google Shape;4454;p60"/>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60"/>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60"/>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60"/>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60"/>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60"/>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60"/>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1" name="Google Shape;4461;p60"/>
              <p:cNvGrpSpPr/>
              <p:nvPr/>
            </p:nvGrpSpPr>
            <p:grpSpPr>
              <a:xfrm>
                <a:off x="2029422" y="2882501"/>
                <a:ext cx="103104" cy="1426186"/>
                <a:chOff x="6805413" y="3100904"/>
                <a:chExt cx="122758" cy="1698043"/>
              </a:xfrm>
            </p:grpSpPr>
            <p:sp>
              <p:nvSpPr>
                <p:cNvPr id="4462" name="Google Shape;4462;p60"/>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60"/>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60"/>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60"/>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60"/>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60"/>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60"/>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9" name="Google Shape;4469;p60"/>
              <p:cNvGrpSpPr/>
              <p:nvPr/>
            </p:nvGrpSpPr>
            <p:grpSpPr>
              <a:xfrm>
                <a:off x="2272795" y="2882501"/>
                <a:ext cx="103104" cy="1426186"/>
                <a:chOff x="5206863" y="3100904"/>
                <a:chExt cx="122758" cy="1698043"/>
              </a:xfrm>
            </p:grpSpPr>
            <p:sp>
              <p:nvSpPr>
                <p:cNvPr id="4470" name="Google Shape;4470;p60"/>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60"/>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60"/>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60"/>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60"/>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60"/>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60"/>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7" name="Google Shape;4477;p60"/>
              <p:cNvGrpSpPr/>
              <p:nvPr/>
            </p:nvGrpSpPr>
            <p:grpSpPr>
              <a:xfrm>
                <a:off x="1542694" y="2882501"/>
                <a:ext cx="103104" cy="1426186"/>
                <a:chOff x="6006138" y="3143629"/>
                <a:chExt cx="122758" cy="1698043"/>
              </a:xfrm>
            </p:grpSpPr>
            <p:sp>
              <p:nvSpPr>
                <p:cNvPr id="4478" name="Google Shape;4478;p60"/>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60"/>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60"/>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60"/>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60"/>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60"/>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60"/>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485" name="Google Shape;4485;p60"/>
          <p:cNvGrpSpPr/>
          <p:nvPr/>
        </p:nvGrpSpPr>
        <p:grpSpPr>
          <a:xfrm>
            <a:off x="5671260" y="3305994"/>
            <a:ext cx="2749952" cy="870677"/>
            <a:chOff x="238125" y="1725700"/>
            <a:chExt cx="7139025" cy="2260325"/>
          </a:xfrm>
        </p:grpSpPr>
        <p:sp>
          <p:nvSpPr>
            <p:cNvPr id="4486" name="Google Shape;4486;p60"/>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60"/>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60"/>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60"/>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60"/>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60"/>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60"/>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60"/>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60"/>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60"/>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6" name="Google Shape;4496;p60"/>
          <p:cNvGrpSpPr/>
          <p:nvPr/>
        </p:nvGrpSpPr>
        <p:grpSpPr>
          <a:xfrm>
            <a:off x="5941424" y="2247740"/>
            <a:ext cx="1105452" cy="916747"/>
            <a:chOff x="5249100" y="1210600"/>
            <a:chExt cx="3502700" cy="2904775"/>
          </a:xfrm>
        </p:grpSpPr>
        <p:sp>
          <p:nvSpPr>
            <p:cNvPr id="4497" name="Google Shape;4497;p60"/>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60"/>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60"/>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60"/>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01" name="Google Shape;4501;p60"/>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4502" name="Google Shape;4502;p60"/>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4503" name="Google Shape;4503;p60"/>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4504" name="Google Shape;4504;p60"/>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4505" name="Google Shape;4505;p60"/>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6" name="Google Shape;4506;p60"/>
          <p:cNvGrpSpPr/>
          <p:nvPr/>
        </p:nvGrpSpPr>
        <p:grpSpPr>
          <a:xfrm>
            <a:off x="7123972" y="967158"/>
            <a:ext cx="1304650" cy="1124856"/>
            <a:chOff x="7287122" y="1165658"/>
            <a:chExt cx="1219413" cy="1051365"/>
          </a:xfrm>
        </p:grpSpPr>
        <p:grpSp>
          <p:nvGrpSpPr>
            <p:cNvPr id="4507" name="Google Shape;4507;p60"/>
            <p:cNvGrpSpPr/>
            <p:nvPr/>
          </p:nvGrpSpPr>
          <p:grpSpPr>
            <a:xfrm>
              <a:off x="7287122" y="1969723"/>
              <a:ext cx="1219413" cy="247300"/>
              <a:chOff x="7287122" y="1969723"/>
              <a:chExt cx="1219413" cy="247300"/>
            </a:xfrm>
          </p:grpSpPr>
          <p:sp>
            <p:nvSpPr>
              <p:cNvPr id="4508" name="Google Shape;4508;p60"/>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9" name="Google Shape;4509;p60"/>
              <p:cNvGrpSpPr/>
              <p:nvPr/>
            </p:nvGrpSpPr>
            <p:grpSpPr>
              <a:xfrm>
                <a:off x="7287122" y="2063892"/>
                <a:ext cx="1151753" cy="73428"/>
                <a:chOff x="7287122" y="2063892"/>
                <a:chExt cx="1151753" cy="73428"/>
              </a:xfrm>
            </p:grpSpPr>
            <p:sp>
              <p:nvSpPr>
                <p:cNvPr id="4510" name="Google Shape;4510;p60"/>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1" name="Google Shape;4511;p60"/>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4512" name="Google Shape;4512;p60"/>
            <p:cNvGrpSpPr/>
            <p:nvPr/>
          </p:nvGrpSpPr>
          <p:grpSpPr>
            <a:xfrm>
              <a:off x="7287122" y="1712201"/>
              <a:ext cx="1219403" cy="246767"/>
              <a:chOff x="7287122" y="1712201"/>
              <a:chExt cx="1219403" cy="246767"/>
            </a:xfrm>
          </p:grpSpPr>
          <p:sp>
            <p:nvSpPr>
              <p:cNvPr id="4513" name="Google Shape;4513;p60"/>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4" name="Google Shape;4514;p60"/>
              <p:cNvGrpSpPr/>
              <p:nvPr/>
            </p:nvGrpSpPr>
            <p:grpSpPr>
              <a:xfrm>
                <a:off x="7287122" y="1842861"/>
                <a:ext cx="1005303" cy="73419"/>
                <a:chOff x="7287122" y="1842861"/>
                <a:chExt cx="1005303" cy="73419"/>
              </a:xfrm>
            </p:grpSpPr>
            <p:sp>
              <p:nvSpPr>
                <p:cNvPr id="4515" name="Google Shape;4515;p60"/>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6" name="Google Shape;4516;p60"/>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4517" name="Google Shape;4517;p60"/>
            <p:cNvGrpSpPr/>
            <p:nvPr/>
          </p:nvGrpSpPr>
          <p:grpSpPr>
            <a:xfrm>
              <a:off x="7287122" y="1447520"/>
              <a:ext cx="1219403" cy="286667"/>
              <a:chOff x="7287122" y="1447520"/>
              <a:chExt cx="1219403" cy="286667"/>
            </a:xfrm>
          </p:grpSpPr>
          <p:sp>
            <p:nvSpPr>
              <p:cNvPr id="4518" name="Google Shape;4518;p60"/>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9" name="Google Shape;4519;p60"/>
              <p:cNvGrpSpPr/>
              <p:nvPr/>
            </p:nvGrpSpPr>
            <p:grpSpPr>
              <a:xfrm>
                <a:off x="7287122" y="1581977"/>
                <a:ext cx="852803" cy="73428"/>
                <a:chOff x="7287122" y="1581977"/>
                <a:chExt cx="852803" cy="73428"/>
              </a:xfrm>
            </p:grpSpPr>
            <p:sp>
              <p:nvSpPr>
                <p:cNvPr id="4520" name="Google Shape;4520;p60"/>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21" name="Google Shape;4521;p60"/>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4522" name="Google Shape;4522;p60"/>
            <p:cNvGrpSpPr/>
            <p:nvPr/>
          </p:nvGrpSpPr>
          <p:grpSpPr>
            <a:xfrm>
              <a:off x="7287122" y="1165658"/>
              <a:ext cx="1219403" cy="344253"/>
              <a:chOff x="7287122" y="1165658"/>
              <a:chExt cx="1219403" cy="344253"/>
            </a:xfrm>
          </p:grpSpPr>
          <p:sp>
            <p:nvSpPr>
              <p:cNvPr id="4523" name="Google Shape;4523;p60"/>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4" name="Google Shape;4524;p60"/>
              <p:cNvGrpSpPr/>
              <p:nvPr/>
            </p:nvGrpSpPr>
            <p:grpSpPr>
              <a:xfrm>
                <a:off x="7287122" y="1341025"/>
                <a:ext cx="695703" cy="73419"/>
                <a:chOff x="7287122" y="1341025"/>
                <a:chExt cx="695703" cy="73419"/>
              </a:xfrm>
            </p:grpSpPr>
            <p:sp>
              <p:nvSpPr>
                <p:cNvPr id="4525" name="Google Shape;4525;p60"/>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26" name="Google Shape;4526;p60"/>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4527" name="Google Shape;4527;p60"/>
          <p:cNvGrpSpPr/>
          <p:nvPr/>
        </p:nvGrpSpPr>
        <p:grpSpPr>
          <a:xfrm>
            <a:off x="5790464" y="973181"/>
            <a:ext cx="1397729" cy="1098540"/>
            <a:chOff x="5900602" y="1193063"/>
            <a:chExt cx="1299851" cy="1021707"/>
          </a:xfrm>
        </p:grpSpPr>
        <p:grpSp>
          <p:nvGrpSpPr>
            <p:cNvPr id="4528" name="Google Shape;4528;p60"/>
            <p:cNvGrpSpPr/>
            <p:nvPr/>
          </p:nvGrpSpPr>
          <p:grpSpPr>
            <a:xfrm>
              <a:off x="6520337" y="1193063"/>
              <a:ext cx="341815" cy="799959"/>
              <a:chOff x="6520337" y="1193063"/>
              <a:chExt cx="341815" cy="799959"/>
            </a:xfrm>
          </p:grpSpPr>
          <p:grpSp>
            <p:nvGrpSpPr>
              <p:cNvPr id="4529" name="Google Shape;4529;p60"/>
              <p:cNvGrpSpPr/>
              <p:nvPr/>
            </p:nvGrpSpPr>
            <p:grpSpPr>
              <a:xfrm>
                <a:off x="6520337" y="1589527"/>
                <a:ext cx="213950" cy="403494"/>
                <a:chOff x="6520337" y="1589527"/>
                <a:chExt cx="213950" cy="403494"/>
              </a:xfrm>
            </p:grpSpPr>
            <p:sp>
              <p:nvSpPr>
                <p:cNvPr id="4530" name="Google Shape;4530;p60"/>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60"/>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2" name="Google Shape;4532;p60"/>
              <p:cNvGrpSpPr/>
              <p:nvPr/>
            </p:nvGrpSpPr>
            <p:grpSpPr>
              <a:xfrm>
                <a:off x="6577204" y="1193063"/>
                <a:ext cx="284947" cy="464512"/>
                <a:chOff x="6577204" y="1193063"/>
                <a:chExt cx="284947" cy="464512"/>
              </a:xfrm>
            </p:grpSpPr>
            <p:sp>
              <p:nvSpPr>
                <p:cNvPr id="4533" name="Google Shape;4533;p60"/>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4" name="Google Shape;4534;p60"/>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4535" name="Google Shape;4535;p60"/>
            <p:cNvGrpSpPr/>
            <p:nvPr/>
          </p:nvGrpSpPr>
          <p:grpSpPr>
            <a:xfrm>
              <a:off x="6238903" y="1193063"/>
              <a:ext cx="300475" cy="900152"/>
              <a:chOff x="6238903" y="1193063"/>
              <a:chExt cx="300475" cy="900152"/>
            </a:xfrm>
          </p:grpSpPr>
          <p:grpSp>
            <p:nvGrpSpPr>
              <p:cNvPr id="4536" name="Google Shape;4536;p60"/>
              <p:cNvGrpSpPr/>
              <p:nvPr/>
            </p:nvGrpSpPr>
            <p:grpSpPr>
              <a:xfrm>
                <a:off x="6290865" y="1489315"/>
                <a:ext cx="248514" cy="603900"/>
                <a:chOff x="6290865" y="1489315"/>
                <a:chExt cx="248514" cy="603900"/>
              </a:xfrm>
            </p:grpSpPr>
            <p:sp>
              <p:nvSpPr>
                <p:cNvPr id="4537" name="Google Shape;4537;p60"/>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60"/>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9" name="Google Shape;4539;p60"/>
              <p:cNvGrpSpPr/>
              <p:nvPr/>
            </p:nvGrpSpPr>
            <p:grpSpPr>
              <a:xfrm>
                <a:off x="6238903" y="1193063"/>
                <a:ext cx="284947" cy="333087"/>
                <a:chOff x="6238903" y="1193063"/>
                <a:chExt cx="284947" cy="333087"/>
              </a:xfrm>
            </p:grpSpPr>
            <p:sp>
              <p:nvSpPr>
                <p:cNvPr id="4540" name="Google Shape;4540;p60"/>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1" name="Google Shape;4541;p60"/>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4542" name="Google Shape;4542;p60"/>
            <p:cNvGrpSpPr/>
            <p:nvPr/>
          </p:nvGrpSpPr>
          <p:grpSpPr>
            <a:xfrm>
              <a:off x="5900602" y="1193063"/>
              <a:ext cx="444345" cy="1021707"/>
              <a:chOff x="5900602" y="1193063"/>
              <a:chExt cx="444345" cy="1021707"/>
            </a:xfrm>
          </p:grpSpPr>
          <p:grpSp>
            <p:nvGrpSpPr>
              <p:cNvPr id="4543" name="Google Shape;4543;p60"/>
              <p:cNvGrpSpPr/>
              <p:nvPr/>
            </p:nvGrpSpPr>
            <p:grpSpPr>
              <a:xfrm>
                <a:off x="6046501" y="1367785"/>
                <a:ext cx="298446" cy="846986"/>
                <a:chOff x="6046501" y="1367785"/>
                <a:chExt cx="298446" cy="846986"/>
              </a:xfrm>
            </p:grpSpPr>
            <p:sp>
              <p:nvSpPr>
                <p:cNvPr id="4544" name="Google Shape;4544;p60"/>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60"/>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6" name="Google Shape;4546;p60"/>
              <p:cNvGrpSpPr/>
              <p:nvPr/>
            </p:nvGrpSpPr>
            <p:grpSpPr>
              <a:xfrm>
                <a:off x="5900602" y="1193063"/>
                <a:ext cx="284947" cy="182312"/>
                <a:chOff x="5900602" y="1193063"/>
                <a:chExt cx="284947" cy="182312"/>
              </a:xfrm>
            </p:grpSpPr>
            <p:sp>
              <p:nvSpPr>
                <p:cNvPr id="4547" name="Google Shape;4547;p60"/>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8" name="Google Shape;4548;p60"/>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4549" name="Google Shape;4549;p60"/>
            <p:cNvGrpSpPr/>
            <p:nvPr/>
          </p:nvGrpSpPr>
          <p:grpSpPr>
            <a:xfrm>
              <a:off x="6738300" y="1193063"/>
              <a:ext cx="462153" cy="707634"/>
              <a:chOff x="6738300" y="1193063"/>
              <a:chExt cx="462153" cy="707634"/>
            </a:xfrm>
          </p:grpSpPr>
          <p:grpSp>
            <p:nvGrpSpPr>
              <p:cNvPr id="4550" name="Google Shape;4550;p60"/>
              <p:cNvGrpSpPr/>
              <p:nvPr/>
            </p:nvGrpSpPr>
            <p:grpSpPr>
              <a:xfrm>
                <a:off x="6915505" y="1193063"/>
                <a:ext cx="284947" cy="597387"/>
                <a:chOff x="6915505" y="1193063"/>
                <a:chExt cx="284947" cy="597387"/>
              </a:xfrm>
            </p:grpSpPr>
            <p:sp>
              <p:nvSpPr>
                <p:cNvPr id="4551" name="Google Shape;4551;p60"/>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52" name="Google Shape;4552;p60"/>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4553" name="Google Shape;4553;p60"/>
              <p:cNvGrpSpPr/>
              <p:nvPr/>
            </p:nvGrpSpPr>
            <p:grpSpPr>
              <a:xfrm>
                <a:off x="6738300" y="1684725"/>
                <a:ext cx="230066" cy="215971"/>
                <a:chOff x="6738300" y="1684725"/>
                <a:chExt cx="230066" cy="215971"/>
              </a:xfrm>
            </p:grpSpPr>
            <p:sp>
              <p:nvSpPr>
                <p:cNvPr id="4554" name="Google Shape;4554;p60"/>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60"/>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559" name="Shape 4559"/>
        <p:cNvGrpSpPr/>
        <p:nvPr/>
      </p:nvGrpSpPr>
      <p:grpSpPr>
        <a:xfrm>
          <a:off x="0" y="0"/>
          <a:ext cx="0" cy="0"/>
          <a:chOff x="0" y="0"/>
          <a:chExt cx="0" cy="0"/>
        </a:xfrm>
      </p:grpSpPr>
      <p:grpSp>
        <p:nvGrpSpPr>
          <p:cNvPr id="4560" name="Google Shape;4560;p61"/>
          <p:cNvGrpSpPr/>
          <p:nvPr/>
        </p:nvGrpSpPr>
        <p:grpSpPr>
          <a:xfrm>
            <a:off x="821785" y="2307635"/>
            <a:ext cx="339235" cy="298186"/>
            <a:chOff x="898875" y="244725"/>
            <a:chExt cx="481800" cy="423500"/>
          </a:xfrm>
        </p:grpSpPr>
        <p:sp>
          <p:nvSpPr>
            <p:cNvPr id="4561" name="Google Shape;4561;p61"/>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2" name="Google Shape;4562;p61"/>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3" name="Google Shape;4563;p61"/>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4" name="Google Shape;4564;p61"/>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5" name="Google Shape;4565;p61"/>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6" name="Google Shape;4566;p61"/>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67" name="Google Shape;4567;p61"/>
          <p:cNvGrpSpPr/>
          <p:nvPr/>
        </p:nvGrpSpPr>
        <p:grpSpPr>
          <a:xfrm>
            <a:off x="1260167" y="2287103"/>
            <a:ext cx="298169" cy="339253"/>
            <a:chOff x="1529350" y="258825"/>
            <a:chExt cx="423475" cy="481825"/>
          </a:xfrm>
        </p:grpSpPr>
        <p:sp>
          <p:nvSpPr>
            <p:cNvPr id="4568" name="Google Shape;4568;p61"/>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9" name="Google Shape;4569;p61"/>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70" name="Google Shape;4570;p61"/>
          <p:cNvGrpSpPr/>
          <p:nvPr/>
        </p:nvGrpSpPr>
        <p:grpSpPr>
          <a:xfrm>
            <a:off x="2102437" y="2287102"/>
            <a:ext cx="298169" cy="339253"/>
            <a:chOff x="2707500" y="249400"/>
            <a:chExt cx="423475" cy="481825"/>
          </a:xfrm>
        </p:grpSpPr>
        <p:sp>
          <p:nvSpPr>
            <p:cNvPr id="4571" name="Google Shape;4571;p61"/>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2" name="Google Shape;4572;p61"/>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73" name="Google Shape;4573;p61"/>
          <p:cNvGrpSpPr/>
          <p:nvPr/>
        </p:nvGrpSpPr>
        <p:grpSpPr>
          <a:xfrm>
            <a:off x="2516052" y="2287428"/>
            <a:ext cx="305386" cy="338602"/>
            <a:chOff x="3300325" y="249875"/>
            <a:chExt cx="433725" cy="480900"/>
          </a:xfrm>
        </p:grpSpPr>
        <p:sp>
          <p:nvSpPr>
            <p:cNvPr id="4574" name="Google Shape;4574;p61"/>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5" name="Google Shape;4575;p61"/>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6" name="Google Shape;4576;p61"/>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7" name="Google Shape;4577;p61"/>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8" name="Google Shape;4578;p61"/>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79" name="Google Shape;4579;p61"/>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80" name="Google Shape;4580;p61"/>
          <p:cNvGrpSpPr/>
          <p:nvPr/>
        </p:nvGrpSpPr>
        <p:grpSpPr>
          <a:xfrm>
            <a:off x="1653142" y="2367273"/>
            <a:ext cx="340890" cy="178912"/>
            <a:chOff x="2084325" y="363300"/>
            <a:chExt cx="484150" cy="254100"/>
          </a:xfrm>
        </p:grpSpPr>
        <p:sp>
          <p:nvSpPr>
            <p:cNvPr id="4581" name="Google Shape;4581;p61"/>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2" name="Google Shape;4582;p61"/>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83" name="Google Shape;4583;p61"/>
          <p:cNvGrpSpPr/>
          <p:nvPr/>
        </p:nvGrpSpPr>
        <p:grpSpPr>
          <a:xfrm>
            <a:off x="2905137" y="2287349"/>
            <a:ext cx="352349" cy="338760"/>
            <a:chOff x="3854700" y="249750"/>
            <a:chExt cx="500425" cy="481125"/>
          </a:xfrm>
        </p:grpSpPr>
        <p:sp>
          <p:nvSpPr>
            <p:cNvPr id="4584" name="Google Shape;4584;p61"/>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5" name="Google Shape;4585;p61"/>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6" name="Google Shape;4586;p61"/>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7" name="Google Shape;4587;p61"/>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8" name="Google Shape;4588;p61"/>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89" name="Google Shape;4589;p61"/>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90" name="Google Shape;4590;p61"/>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91" name="Google Shape;4591;p61"/>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92" name="Google Shape;4592;p61"/>
          <p:cNvGrpSpPr/>
          <p:nvPr/>
        </p:nvGrpSpPr>
        <p:grpSpPr>
          <a:xfrm>
            <a:off x="3323126" y="2287349"/>
            <a:ext cx="352349" cy="338760"/>
            <a:chOff x="4447550" y="249750"/>
            <a:chExt cx="500425" cy="481125"/>
          </a:xfrm>
        </p:grpSpPr>
        <p:sp>
          <p:nvSpPr>
            <p:cNvPr id="4593" name="Google Shape;4593;p61"/>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94" name="Google Shape;4594;p61"/>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95" name="Google Shape;4595;p61"/>
          <p:cNvGrpSpPr/>
          <p:nvPr/>
        </p:nvGrpSpPr>
        <p:grpSpPr>
          <a:xfrm>
            <a:off x="3752328" y="2287102"/>
            <a:ext cx="339253" cy="339253"/>
            <a:chOff x="5049725" y="249400"/>
            <a:chExt cx="481825" cy="481825"/>
          </a:xfrm>
        </p:grpSpPr>
        <p:sp>
          <p:nvSpPr>
            <p:cNvPr id="4596" name="Google Shape;4596;p61"/>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97" name="Google Shape;4597;p61"/>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598" name="Google Shape;4598;p61"/>
          <p:cNvGrpSpPr/>
          <p:nvPr/>
        </p:nvGrpSpPr>
        <p:grpSpPr>
          <a:xfrm>
            <a:off x="4166269" y="2287102"/>
            <a:ext cx="339253" cy="339253"/>
            <a:chOff x="5660400" y="238125"/>
            <a:chExt cx="481825" cy="481825"/>
          </a:xfrm>
        </p:grpSpPr>
        <p:sp>
          <p:nvSpPr>
            <p:cNvPr id="4599" name="Google Shape;4599;p61"/>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0" name="Google Shape;4600;p61"/>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01" name="Google Shape;4601;p61"/>
          <p:cNvGrpSpPr/>
          <p:nvPr/>
        </p:nvGrpSpPr>
        <p:grpSpPr>
          <a:xfrm>
            <a:off x="4582955" y="2287102"/>
            <a:ext cx="339253" cy="339253"/>
            <a:chOff x="6235400" y="249400"/>
            <a:chExt cx="481825" cy="481825"/>
          </a:xfrm>
        </p:grpSpPr>
        <p:sp>
          <p:nvSpPr>
            <p:cNvPr id="4602" name="Google Shape;4602;p61"/>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3" name="Google Shape;4603;p61"/>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4" name="Google Shape;4604;p61"/>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5" name="Google Shape;4605;p61"/>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6" name="Google Shape;4606;p61"/>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07" name="Google Shape;4607;p61"/>
          <p:cNvGrpSpPr/>
          <p:nvPr/>
        </p:nvGrpSpPr>
        <p:grpSpPr>
          <a:xfrm>
            <a:off x="821301" y="2731810"/>
            <a:ext cx="340204" cy="298116"/>
            <a:chOff x="899850" y="871450"/>
            <a:chExt cx="483175" cy="423400"/>
          </a:xfrm>
        </p:grpSpPr>
        <p:sp>
          <p:nvSpPr>
            <p:cNvPr id="4608" name="Google Shape;4608;p61"/>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09" name="Google Shape;4609;p61"/>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0" name="Google Shape;4610;p61"/>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1" name="Google Shape;4611;p61"/>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12" name="Google Shape;4612;p61"/>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13" name="Google Shape;4613;p61"/>
          <p:cNvGrpSpPr/>
          <p:nvPr/>
        </p:nvGrpSpPr>
        <p:grpSpPr>
          <a:xfrm>
            <a:off x="1653301" y="2711232"/>
            <a:ext cx="340573" cy="339271"/>
            <a:chOff x="2085450" y="842250"/>
            <a:chExt cx="483700" cy="481850"/>
          </a:xfrm>
        </p:grpSpPr>
        <p:sp>
          <p:nvSpPr>
            <p:cNvPr id="4614" name="Google Shape;4614;p61"/>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5" name="Google Shape;4615;p61"/>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6" name="Google Shape;4616;p61"/>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17" name="Google Shape;4617;p61"/>
          <p:cNvGrpSpPr/>
          <p:nvPr/>
        </p:nvGrpSpPr>
        <p:grpSpPr>
          <a:xfrm>
            <a:off x="2081868" y="2711241"/>
            <a:ext cx="339306" cy="339253"/>
            <a:chOff x="2685825" y="840375"/>
            <a:chExt cx="481900" cy="481825"/>
          </a:xfrm>
        </p:grpSpPr>
        <p:sp>
          <p:nvSpPr>
            <p:cNvPr id="4618" name="Google Shape;4618;p61"/>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9" name="Google Shape;4619;p61"/>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20" name="Google Shape;4620;p61"/>
          <p:cNvGrpSpPr/>
          <p:nvPr/>
        </p:nvGrpSpPr>
        <p:grpSpPr>
          <a:xfrm>
            <a:off x="2493529" y="2710924"/>
            <a:ext cx="350431" cy="339887"/>
            <a:chOff x="3270675" y="841800"/>
            <a:chExt cx="497700" cy="482725"/>
          </a:xfrm>
        </p:grpSpPr>
        <p:sp>
          <p:nvSpPr>
            <p:cNvPr id="4621" name="Google Shape;4621;p61"/>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2" name="Google Shape;4622;p61"/>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3" name="Google Shape;4623;p61"/>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24" name="Google Shape;4624;p61"/>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25" name="Google Shape;4625;p61"/>
          <p:cNvGrpSpPr/>
          <p:nvPr/>
        </p:nvGrpSpPr>
        <p:grpSpPr>
          <a:xfrm>
            <a:off x="3329675" y="2731783"/>
            <a:ext cx="339253" cy="298169"/>
            <a:chOff x="4467200" y="877100"/>
            <a:chExt cx="481825" cy="423475"/>
          </a:xfrm>
        </p:grpSpPr>
        <p:sp>
          <p:nvSpPr>
            <p:cNvPr id="4626" name="Google Shape;4626;p61"/>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7" name="Google Shape;4627;p61"/>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8" name="Google Shape;4628;p61"/>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9" name="Google Shape;4629;p61"/>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30" name="Google Shape;4630;p61"/>
          <p:cNvGrpSpPr/>
          <p:nvPr/>
        </p:nvGrpSpPr>
        <p:grpSpPr>
          <a:xfrm>
            <a:off x="3744565" y="2711232"/>
            <a:ext cx="354778" cy="339271"/>
            <a:chOff x="5045500" y="842250"/>
            <a:chExt cx="503875" cy="481850"/>
          </a:xfrm>
        </p:grpSpPr>
        <p:sp>
          <p:nvSpPr>
            <p:cNvPr id="4631" name="Google Shape;4631;p61"/>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2" name="Google Shape;4632;p61"/>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33" name="Google Shape;4633;p61"/>
          <p:cNvGrpSpPr/>
          <p:nvPr/>
        </p:nvGrpSpPr>
        <p:grpSpPr>
          <a:xfrm>
            <a:off x="4167413" y="2737451"/>
            <a:ext cx="336965" cy="286833"/>
            <a:chOff x="5645200" y="879425"/>
            <a:chExt cx="478575" cy="407375"/>
          </a:xfrm>
        </p:grpSpPr>
        <p:sp>
          <p:nvSpPr>
            <p:cNvPr id="4634" name="Google Shape;4634;p61"/>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5" name="Google Shape;4635;p61"/>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6" name="Google Shape;4636;p61"/>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7" name="Google Shape;4637;p61"/>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8" name="Google Shape;4638;p61"/>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9" name="Google Shape;4639;p61"/>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0" name="Google Shape;4640;p61"/>
          <p:cNvGrpSpPr/>
          <p:nvPr/>
        </p:nvGrpSpPr>
        <p:grpSpPr>
          <a:xfrm>
            <a:off x="4603488" y="2711241"/>
            <a:ext cx="298186" cy="339253"/>
            <a:chOff x="6264525" y="842250"/>
            <a:chExt cx="423500" cy="481825"/>
          </a:xfrm>
        </p:grpSpPr>
        <p:sp>
          <p:nvSpPr>
            <p:cNvPr id="4641" name="Google Shape;4641;p61"/>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2" name="Google Shape;4642;p61"/>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3" name="Google Shape;4643;p61"/>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4" name="Google Shape;4644;p61"/>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5" name="Google Shape;4645;p61"/>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6" name="Google Shape;4646;p61"/>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7" name="Google Shape;4647;p61"/>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8" name="Google Shape;4648;p61"/>
          <p:cNvGrpSpPr/>
          <p:nvPr/>
        </p:nvGrpSpPr>
        <p:grpSpPr>
          <a:xfrm>
            <a:off x="821776" y="3125895"/>
            <a:ext cx="339253" cy="339253"/>
            <a:chOff x="900750" y="1436075"/>
            <a:chExt cx="481825" cy="481825"/>
          </a:xfrm>
        </p:grpSpPr>
        <p:sp>
          <p:nvSpPr>
            <p:cNvPr id="4649" name="Google Shape;4649;p61"/>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0" name="Google Shape;4650;p61"/>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1" name="Google Shape;4651;p61"/>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2" name="Google Shape;4652;p61"/>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3" name="Google Shape;4653;p61"/>
          <p:cNvGrpSpPr/>
          <p:nvPr/>
        </p:nvGrpSpPr>
        <p:grpSpPr>
          <a:xfrm>
            <a:off x="1239624" y="3186183"/>
            <a:ext cx="339253" cy="218676"/>
            <a:chOff x="1492675" y="1520750"/>
            <a:chExt cx="481825" cy="310575"/>
          </a:xfrm>
        </p:grpSpPr>
        <p:sp>
          <p:nvSpPr>
            <p:cNvPr id="4654" name="Google Shape;4654;p61"/>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5" name="Google Shape;4655;p61"/>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6" name="Google Shape;4656;p61"/>
          <p:cNvGrpSpPr/>
          <p:nvPr/>
        </p:nvGrpSpPr>
        <p:grpSpPr>
          <a:xfrm>
            <a:off x="1647421" y="3125877"/>
            <a:ext cx="352332" cy="339288"/>
            <a:chOff x="2071000" y="1435025"/>
            <a:chExt cx="500400" cy="481875"/>
          </a:xfrm>
        </p:grpSpPr>
        <p:sp>
          <p:nvSpPr>
            <p:cNvPr id="4657" name="Google Shape;4657;p61"/>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8" name="Google Shape;4658;p61"/>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9" name="Google Shape;4659;p61"/>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0" name="Google Shape;4660;p61"/>
          <p:cNvGrpSpPr/>
          <p:nvPr/>
        </p:nvGrpSpPr>
        <p:grpSpPr>
          <a:xfrm>
            <a:off x="2075584" y="3146709"/>
            <a:ext cx="351874" cy="297623"/>
            <a:chOff x="2678350" y="1464650"/>
            <a:chExt cx="499750" cy="422700"/>
          </a:xfrm>
        </p:grpSpPr>
        <p:sp>
          <p:nvSpPr>
            <p:cNvPr id="4661" name="Google Shape;4661;p61"/>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2" name="Google Shape;4662;p61"/>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3" name="Google Shape;4663;p61"/>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4" name="Google Shape;4664;p61"/>
          <p:cNvGrpSpPr/>
          <p:nvPr/>
        </p:nvGrpSpPr>
        <p:grpSpPr>
          <a:xfrm>
            <a:off x="2499118" y="3125895"/>
            <a:ext cx="339253" cy="339253"/>
            <a:chOff x="3271200" y="1435075"/>
            <a:chExt cx="481825" cy="481825"/>
          </a:xfrm>
        </p:grpSpPr>
        <p:sp>
          <p:nvSpPr>
            <p:cNvPr id="4665" name="Google Shape;4665;p61"/>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6" name="Google Shape;4666;p61"/>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7" name="Google Shape;4667;p61"/>
          <p:cNvGrpSpPr/>
          <p:nvPr/>
        </p:nvGrpSpPr>
        <p:grpSpPr>
          <a:xfrm>
            <a:off x="2909591" y="3125877"/>
            <a:ext cx="343442" cy="339288"/>
            <a:chOff x="3858100" y="1435075"/>
            <a:chExt cx="487775" cy="481875"/>
          </a:xfrm>
        </p:grpSpPr>
        <p:sp>
          <p:nvSpPr>
            <p:cNvPr id="4668" name="Google Shape;4668;p61"/>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9" name="Google Shape;4669;p61"/>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0" name="Google Shape;4670;p61"/>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1" name="Google Shape;4671;p61"/>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2" name="Google Shape;4672;p61"/>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3" name="Google Shape;4673;p61"/>
          <p:cNvGrpSpPr/>
          <p:nvPr/>
        </p:nvGrpSpPr>
        <p:grpSpPr>
          <a:xfrm>
            <a:off x="3329674" y="3125895"/>
            <a:ext cx="339253" cy="339253"/>
            <a:chOff x="4456875" y="1435075"/>
            <a:chExt cx="481825" cy="481825"/>
          </a:xfrm>
        </p:grpSpPr>
        <p:sp>
          <p:nvSpPr>
            <p:cNvPr id="4674" name="Google Shape;4674;p61"/>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5" name="Google Shape;4675;p61"/>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6" name="Google Shape;4676;p61"/>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7" name="Google Shape;4677;p61"/>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8" name="Google Shape;4678;p61"/>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9" name="Google Shape;4679;p61"/>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0" name="Google Shape;4680;p61"/>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1" name="Google Shape;4681;p61"/>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2" name="Google Shape;4682;p61"/>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3" name="Google Shape;4683;p61"/>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4" name="Google Shape;4684;p61"/>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5" name="Google Shape;4685;p61"/>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6" name="Google Shape;4686;p61"/>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7" name="Google Shape;4687;p61"/>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8" name="Google Shape;4688;p61"/>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9" name="Google Shape;4689;p61"/>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0" name="Google Shape;4690;p61"/>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1" name="Google Shape;4691;p61"/>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2" name="Google Shape;4692;p61"/>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93" name="Google Shape;4693;p61"/>
          <p:cNvGrpSpPr/>
          <p:nvPr/>
        </p:nvGrpSpPr>
        <p:grpSpPr>
          <a:xfrm>
            <a:off x="3750665" y="3125886"/>
            <a:ext cx="342580" cy="339271"/>
            <a:chOff x="5049725" y="1435050"/>
            <a:chExt cx="486550" cy="481850"/>
          </a:xfrm>
        </p:grpSpPr>
        <p:sp>
          <p:nvSpPr>
            <p:cNvPr id="4694" name="Google Shape;4694;p61"/>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5" name="Google Shape;4695;p61"/>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6" name="Google Shape;4696;p61"/>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7" name="Google Shape;4697;p61"/>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98" name="Google Shape;4698;p61"/>
          <p:cNvGrpSpPr/>
          <p:nvPr/>
        </p:nvGrpSpPr>
        <p:grpSpPr>
          <a:xfrm>
            <a:off x="4166216" y="3125895"/>
            <a:ext cx="339359" cy="339253"/>
            <a:chOff x="5642475" y="1435075"/>
            <a:chExt cx="481975" cy="481825"/>
          </a:xfrm>
        </p:grpSpPr>
        <p:sp>
          <p:nvSpPr>
            <p:cNvPr id="4699" name="Google Shape;4699;p61"/>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0" name="Google Shape;4700;p61"/>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1" name="Google Shape;4701;p61"/>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2" name="Google Shape;4702;p61"/>
          <p:cNvGrpSpPr/>
          <p:nvPr/>
        </p:nvGrpSpPr>
        <p:grpSpPr>
          <a:xfrm>
            <a:off x="4580702" y="3125886"/>
            <a:ext cx="343759" cy="339271"/>
            <a:chOff x="6232000" y="1435050"/>
            <a:chExt cx="488225" cy="481850"/>
          </a:xfrm>
        </p:grpSpPr>
        <p:sp>
          <p:nvSpPr>
            <p:cNvPr id="4703" name="Google Shape;4703;p61"/>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4" name="Google Shape;4704;p61"/>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5" name="Google Shape;4705;p61"/>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6" name="Google Shape;4706;p61"/>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7" name="Google Shape;4707;p61"/>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8" name="Google Shape;4708;p61"/>
          <p:cNvGrpSpPr/>
          <p:nvPr/>
        </p:nvGrpSpPr>
        <p:grpSpPr>
          <a:xfrm>
            <a:off x="841438" y="3539545"/>
            <a:ext cx="299929" cy="337792"/>
            <a:chOff x="924450" y="2028975"/>
            <a:chExt cx="425975" cy="479750"/>
          </a:xfrm>
        </p:grpSpPr>
        <p:sp>
          <p:nvSpPr>
            <p:cNvPr id="4709" name="Google Shape;4709;p61"/>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0" name="Google Shape;4710;p61"/>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1" name="Google Shape;4711;p61"/>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12" name="Google Shape;4712;p61"/>
          <p:cNvGrpSpPr/>
          <p:nvPr/>
        </p:nvGrpSpPr>
        <p:grpSpPr>
          <a:xfrm>
            <a:off x="1653934" y="3559347"/>
            <a:ext cx="339306" cy="298186"/>
            <a:chOff x="2085450" y="2057100"/>
            <a:chExt cx="481900" cy="423500"/>
          </a:xfrm>
        </p:grpSpPr>
        <p:sp>
          <p:nvSpPr>
            <p:cNvPr id="4713" name="Google Shape;4713;p61"/>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4" name="Google Shape;4714;p61"/>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5" name="Google Shape;4715;p61"/>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16" name="Google Shape;4716;p61"/>
          <p:cNvGrpSpPr/>
          <p:nvPr/>
        </p:nvGrpSpPr>
        <p:grpSpPr>
          <a:xfrm>
            <a:off x="2081868" y="3582592"/>
            <a:ext cx="339306" cy="251698"/>
            <a:chOff x="2678275" y="2090100"/>
            <a:chExt cx="481900" cy="357475"/>
          </a:xfrm>
        </p:grpSpPr>
        <p:sp>
          <p:nvSpPr>
            <p:cNvPr id="4717" name="Google Shape;4717;p61"/>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8" name="Google Shape;4718;p61"/>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9" name="Google Shape;4719;p61"/>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0" name="Google Shape;4720;p61"/>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1" name="Google Shape;4721;p61"/>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2" name="Google Shape;4722;p61"/>
          <p:cNvGrpSpPr/>
          <p:nvPr/>
        </p:nvGrpSpPr>
        <p:grpSpPr>
          <a:xfrm>
            <a:off x="2559072" y="3594790"/>
            <a:ext cx="219345" cy="227301"/>
            <a:chOff x="3357325" y="2093500"/>
            <a:chExt cx="311525" cy="322825"/>
          </a:xfrm>
        </p:grpSpPr>
        <p:sp>
          <p:nvSpPr>
            <p:cNvPr id="4723" name="Google Shape;4723;p61"/>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4" name="Google Shape;4724;p61"/>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5" name="Google Shape;4725;p61"/>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26" name="Google Shape;4726;p61"/>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27" name="Google Shape;4727;p61"/>
          <p:cNvGrpSpPr/>
          <p:nvPr/>
        </p:nvGrpSpPr>
        <p:grpSpPr>
          <a:xfrm>
            <a:off x="3353262" y="3538814"/>
            <a:ext cx="292078" cy="339253"/>
            <a:chOff x="4492800" y="2027925"/>
            <a:chExt cx="414825" cy="481825"/>
          </a:xfrm>
        </p:grpSpPr>
        <p:sp>
          <p:nvSpPr>
            <p:cNvPr id="4728" name="Google Shape;4728;p61"/>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9" name="Google Shape;4729;p61"/>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0" name="Google Shape;4730;p61"/>
          <p:cNvGrpSpPr/>
          <p:nvPr/>
        </p:nvGrpSpPr>
        <p:grpSpPr>
          <a:xfrm>
            <a:off x="3752354" y="3538805"/>
            <a:ext cx="339200" cy="339271"/>
            <a:chOff x="5049725" y="2027900"/>
            <a:chExt cx="481750" cy="481850"/>
          </a:xfrm>
        </p:grpSpPr>
        <p:sp>
          <p:nvSpPr>
            <p:cNvPr id="4731" name="Google Shape;4731;p61"/>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2" name="Google Shape;4732;p61"/>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3" name="Google Shape;4733;p61"/>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4" name="Google Shape;4734;p61"/>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5" name="Google Shape;4735;p61"/>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6" name="Google Shape;4736;p61"/>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7" name="Google Shape;4737;p61"/>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8" name="Google Shape;4738;p61"/>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9" name="Google Shape;4739;p61"/>
          <p:cNvGrpSpPr/>
          <p:nvPr/>
        </p:nvGrpSpPr>
        <p:grpSpPr>
          <a:xfrm>
            <a:off x="4225950" y="3538893"/>
            <a:ext cx="219890" cy="339095"/>
            <a:chOff x="5726350" y="2028150"/>
            <a:chExt cx="312300" cy="481600"/>
          </a:xfrm>
        </p:grpSpPr>
        <p:sp>
          <p:nvSpPr>
            <p:cNvPr id="4740" name="Google Shape;4740;p61"/>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1" name="Google Shape;4741;p61"/>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2" name="Google Shape;4742;p61"/>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3" name="Google Shape;4743;p61"/>
          <p:cNvGrpSpPr/>
          <p:nvPr/>
        </p:nvGrpSpPr>
        <p:grpSpPr>
          <a:xfrm>
            <a:off x="4586141" y="3542000"/>
            <a:ext cx="332881" cy="332881"/>
            <a:chOff x="6239925" y="2032450"/>
            <a:chExt cx="472775" cy="472775"/>
          </a:xfrm>
        </p:grpSpPr>
        <p:sp>
          <p:nvSpPr>
            <p:cNvPr id="4744" name="Google Shape;4744;p61"/>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5" name="Google Shape;4745;p61"/>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6" name="Google Shape;4746;p61"/>
          <p:cNvGrpSpPr/>
          <p:nvPr/>
        </p:nvGrpSpPr>
        <p:grpSpPr>
          <a:xfrm>
            <a:off x="5035233" y="2364092"/>
            <a:ext cx="334641" cy="185425"/>
            <a:chOff x="903075" y="2730000"/>
            <a:chExt cx="475275" cy="263350"/>
          </a:xfrm>
        </p:grpSpPr>
        <p:sp>
          <p:nvSpPr>
            <p:cNvPr id="4747" name="Google Shape;4747;p61"/>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8" name="Google Shape;4748;p61"/>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9" name="Google Shape;4749;p61"/>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50" name="Google Shape;4750;p61"/>
          <p:cNvGrpSpPr/>
          <p:nvPr/>
        </p:nvGrpSpPr>
        <p:grpSpPr>
          <a:xfrm>
            <a:off x="1239624" y="3538814"/>
            <a:ext cx="339253" cy="339253"/>
            <a:chOff x="1492675" y="2027925"/>
            <a:chExt cx="481825" cy="481825"/>
          </a:xfrm>
        </p:grpSpPr>
        <p:sp>
          <p:nvSpPr>
            <p:cNvPr id="4751" name="Google Shape;4751;p61"/>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2" name="Google Shape;4752;p61"/>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3" name="Google Shape;4753;p61"/>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4" name="Google Shape;4754;p61"/>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5" name="Google Shape;4755;p61"/>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56" name="Google Shape;4756;p61"/>
          <p:cNvGrpSpPr/>
          <p:nvPr/>
        </p:nvGrpSpPr>
        <p:grpSpPr>
          <a:xfrm>
            <a:off x="5466000" y="2287178"/>
            <a:ext cx="339253" cy="339253"/>
            <a:chOff x="1492675" y="2620775"/>
            <a:chExt cx="481825" cy="481825"/>
          </a:xfrm>
        </p:grpSpPr>
        <p:sp>
          <p:nvSpPr>
            <p:cNvPr id="4757" name="Google Shape;4757;p61"/>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8" name="Google Shape;4758;p61"/>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59" name="Google Shape;4759;p61"/>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60" name="Google Shape;4760;p61"/>
          <p:cNvGrpSpPr/>
          <p:nvPr/>
        </p:nvGrpSpPr>
        <p:grpSpPr>
          <a:xfrm>
            <a:off x="6289754" y="2303161"/>
            <a:ext cx="333585" cy="307287"/>
            <a:chOff x="2682350" y="2643425"/>
            <a:chExt cx="473775" cy="436425"/>
          </a:xfrm>
        </p:grpSpPr>
        <p:sp>
          <p:nvSpPr>
            <p:cNvPr id="4761" name="Google Shape;4761;p61"/>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2" name="Google Shape;4762;p61"/>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3" name="Google Shape;4763;p61"/>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4" name="Google Shape;4764;p61"/>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5" name="Google Shape;4765;p61"/>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6" name="Google Shape;4766;p61"/>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7" name="Google Shape;4767;p61"/>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8" name="Google Shape;4768;p61"/>
          <p:cNvGrpSpPr/>
          <p:nvPr/>
        </p:nvGrpSpPr>
        <p:grpSpPr>
          <a:xfrm>
            <a:off x="6755243" y="2287178"/>
            <a:ext cx="238531" cy="339253"/>
            <a:chOff x="3342725" y="2620775"/>
            <a:chExt cx="338775" cy="481825"/>
          </a:xfrm>
        </p:grpSpPr>
        <p:sp>
          <p:nvSpPr>
            <p:cNvPr id="4769" name="Google Shape;4769;p61"/>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0" name="Google Shape;4770;p61"/>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1" name="Google Shape;4771;p61"/>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2" name="Google Shape;4772;p61"/>
          <p:cNvGrpSpPr/>
          <p:nvPr/>
        </p:nvGrpSpPr>
        <p:grpSpPr>
          <a:xfrm>
            <a:off x="7148994" y="2287178"/>
            <a:ext cx="278296" cy="339253"/>
            <a:chOff x="3907325" y="2620775"/>
            <a:chExt cx="395250" cy="481825"/>
          </a:xfrm>
        </p:grpSpPr>
        <p:sp>
          <p:nvSpPr>
            <p:cNvPr id="4773" name="Google Shape;4773;p61"/>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4" name="Google Shape;4774;p61"/>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5" name="Google Shape;4775;p61"/>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6" name="Google Shape;4776;p61"/>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7" name="Google Shape;4777;p61"/>
          <p:cNvGrpSpPr/>
          <p:nvPr/>
        </p:nvGrpSpPr>
        <p:grpSpPr>
          <a:xfrm>
            <a:off x="7542181" y="2297783"/>
            <a:ext cx="339253" cy="318042"/>
            <a:chOff x="4456875" y="2635825"/>
            <a:chExt cx="481825" cy="451700"/>
          </a:xfrm>
        </p:grpSpPr>
        <p:sp>
          <p:nvSpPr>
            <p:cNvPr id="4778" name="Google Shape;4778;p61"/>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9" name="Google Shape;4779;p61"/>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0" name="Google Shape;4780;p61"/>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1" name="Google Shape;4781;p61"/>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2" name="Google Shape;4782;p61"/>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3" name="Google Shape;4783;p61"/>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4" name="Google Shape;4784;p61"/>
          <p:cNvGrpSpPr/>
          <p:nvPr/>
        </p:nvGrpSpPr>
        <p:grpSpPr>
          <a:xfrm>
            <a:off x="7967105" y="2297783"/>
            <a:ext cx="339253" cy="318042"/>
            <a:chOff x="5049725" y="2635825"/>
            <a:chExt cx="481825" cy="451700"/>
          </a:xfrm>
        </p:grpSpPr>
        <p:sp>
          <p:nvSpPr>
            <p:cNvPr id="4785" name="Google Shape;4785;p61"/>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6" name="Google Shape;4786;p61"/>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7" name="Google Shape;4787;p61"/>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8" name="Google Shape;4788;p61"/>
          <p:cNvGrpSpPr/>
          <p:nvPr/>
        </p:nvGrpSpPr>
        <p:grpSpPr>
          <a:xfrm>
            <a:off x="2211475" y="3952243"/>
            <a:ext cx="338566" cy="338373"/>
            <a:chOff x="5643000" y="2621375"/>
            <a:chExt cx="480850" cy="480575"/>
          </a:xfrm>
        </p:grpSpPr>
        <p:sp>
          <p:nvSpPr>
            <p:cNvPr id="4789" name="Google Shape;4789;p61"/>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0" name="Google Shape;4790;p61"/>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1" name="Google Shape;4791;p61"/>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2" name="Google Shape;4792;p61"/>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3" name="Google Shape;4793;p61"/>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4" name="Google Shape;4794;p61"/>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5" name="Google Shape;4795;p61"/>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6" name="Google Shape;4796;p61"/>
          <p:cNvGrpSpPr/>
          <p:nvPr/>
        </p:nvGrpSpPr>
        <p:grpSpPr>
          <a:xfrm>
            <a:off x="4032695" y="3951803"/>
            <a:ext cx="339359" cy="339253"/>
            <a:chOff x="6235250" y="2620775"/>
            <a:chExt cx="481975" cy="481825"/>
          </a:xfrm>
        </p:grpSpPr>
        <p:sp>
          <p:nvSpPr>
            <p:cNvPr id="4797" name="Google Shape;4797;p61"/>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8" name="Google Shape;4798;p61"/>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9" name="Google Shape;4799;p61"/>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0" name="Google Shape;4800;p61"/>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1" name="Google Shape;4801;p61"/>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02" name="Google Shape;4802;p61"/>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03" name="Google Shape;4803;p61"/>
          <p:cNvGrpSpPr/>
          <p:nvPr/>
        </p:nvGrpSpPr>
        <p:grpSpPr>
          <a:xfrm>
            <a:off x="5465078" y="2711317"/>
            <a:ext cx="341101" cy="339253"/>
            <a:chOff x="1535000" y="3223325"/>
            <a:chExt cx="484450" cy="481825"/>
          </a:xfrm>
        </p:grpSpPr>
        <p:sp>
          <p:nvSpPr>
            <p:cNvPr id="4804" name="Google Shape;4804;p61"/>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5" name="Google Shape;4805;p61"/>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6" name="Google Shape;4806;p61"/>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7" name="Google Shape;4807;p61"/>
          <p:cNvGrpSpPr/>
          <p:nvPr/>
        </p:nvGrpSpPr>
        <p:grpSpPr>
          <a:xfrm>
            <a:off x="5872645" y="2746618"/>
            <a:ext cx="339253" cy="268649"/>
            <a:chOff x="2085525" y="3263750"/>
            <a:chExt cx="481825" cy="381550"/>
          </a:xfrm>
        </p:grpSpPr>
        <p:sp>
          <p:nvSpPr>
            <p:cNvPr id="4808" name="Google Shape;4808;p61"/>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9" name="Google Shape;4809;p61"/>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10" name="Google Shape;4810;p61"/>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11" name="Google Shape;4811;p61"/>
          <p:cNvGrpSpPr/>
          <p:nvPr/>
        </p:nvGrpSpPr>
        <p:grpSpPr>
          <a:xfrm>
            <a:off x="6704407" y="2711308"/>
            <a:ext cx="340204" cy="339271"/>
            <a:chOff x="3270450" y="3213625"/>
            <a:chExt cx="483175" cy="481850"/>
          </a:xfrm>
        </p:grpSpPr>
        <p:sp>
          <p:nvSpPr>
            <p:cNvPr id="4812" name="Google Shape;4812;p61"/>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3" name="Google Shape;4813;p61"/>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4" name="Google Shape;4814;p61"/>
          <p:cNvGrpSpPr/>
          <p:nvPr/>
        </p:nvGrpSpPr>
        <p:grpSpPr>
          <a:xfrm>
            <a:off x="7203676" y="2711317"/>
            <a:ext cx="168931" cy="339253"/>
            <a:chOff x="3984950" y="3213600"/>
            <a:chExt cx="239925" cy="481825"/>
          </a:xfrm>
        </p:grpSpPr>
        <p:sp>
          <p:nvSpPr>
            <p:cNvPr id="4815" name="Google Shape;4815;p61"/>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6" name="Google Shape;4816;p61"/>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17" name="Google Shape;4817;p61"/>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8" name="Google Shape;4818;p61"/>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19" name="Google Shape;4819;p61"/>
          <p:cNvGrpSpPr/>
          <p:nvPr/>
        </p:nvGrpSpPr>
        <p:grpSpPr>
          <a:xfrm>
            <a:off x="1736111" y="3981487"/>
            <a:ext cx="355218" cy="279880"/>
            <a:chOff x="5629975" y="3255775"/>
            <a:chExt cx="504500" cy="397500"/>
          </a:xfrm>
        </p:grpSpPr>
        <p:sp>
          <p:nvSpPr>
            <p:cNvPr id="4820" name="Google Shape;4820;p61"/>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1" name="Google Shape;4821;p61"/>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2" name="Google Shape;4822;p61"/>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3" name="Google Shape;4823;p61"/>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4" name="Google Shape;4824;p61"/>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5" name="Google Shape;4825;p61"/>
          <p:cNvGrpSpPr/>
          <p:nvPr/>
        </p:nvGrpSpPr>
        <p:grpSpPr>
          <a:xfrm>
            <a:off x="3572294" y="3981593"/>
            <a:ext cx="340256" cy="279669"/>
            <a:chOff x="6234950" y="3255925"/>
            <a:chExt cx="483250" cy="397200"/>
          </a:xfrm>
        </p:grpSpPr>
        <p:sp>
          <p:nvSpPr>
            <p:cNvPr id="4826" name="Google Shape;4826;p61"/>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7" name="Google Shape;4827;p61"/>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8" name="Google Shape;4828;p61"/>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9" name="Google Shape;4829;p61"/>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0" name="Google Shape;4830;p61"/>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1" name="Google Shape;4831;p61"/>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32" name="Google Shape;4832;p61"/>
          <p:cNvGrpSpPr/>
          <p:nvPr/>
        </p:nvGrpSpPr>
        <p:grpSpPr>
          <a:xfrm>
            <a:off x="5043532" y="3125970"/>
            <a:ext cx="318042" cy="339253"/>
            <a:chOff x="914900" y="3806450"/>
            <a:chExt cx="451700" cy="481825"/>
          </a:xfrm>
        </p:grpSpPr>
        <p:sp>
          <p:nvSpPr>
            <p:cNvPr id="4833" name="Google Shape;4833;p61"/>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4" name="Google Shape;4834;p61"/>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5" name="Google Shape;4835;p61"/>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6" name="Google Shape;4836;p61"/>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7" name="Google Shape;4837;p61"/>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38" name="Google Shape;4838;p61"/>
          <p:cNvGrpSpPr/>
          <p:nvPr/>
        </p:nvGrpSpPr>
        <p:grpSpPr>
          <a:xfrm>
            <a:off x="5462454" y="3125785"/>
            <a:ext cx="346347" cy="339623"/>
            <a:chOff x="1490050" y="3805975"/>
            <a:chExt cx="491900" cy="482350"/>
          </a:xfrm>
        </p:grpSpPr>
        <p:sp>
          <p:nvSpPr>
            <p:cNvPr id="4839" name="Google Shape;4839;p61"/>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0" name="Google Shape;4840;p61"/>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1" name="Google Shape;4841;p61"/>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2" name="Google Shape;4842;p61"/>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3" name="Google Shape;4843;p61"/>
          <p:cNvGrpSpPr/>
          <p:nvPr/>
        </p:nvGrpSpPr>
        <p:grpSpPr>
          <a:xfrm>
            <a:off x="5886322" y="3125970"/>
            <a:ext cx="311899" cy="339253"/>
            <a:chOff x="2104275" y="3806450"/>
            <a:chExt cx="442975" cy="481825"/>
          </a:xfrm>
        </p:grpSpPr>
        <p:sp>
          <p:nvSpPr>
            <p:cNvPr id="4844" name="Google Shape;4844;p61"/>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5" name="Google Shape;4845;p61"/>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6" name="Google Shape;4846;p61"/>
          <p:cNvGrpSpPr/>
          <p:nvPr/>
        </p:nvGrpSpPr>
        <p:grpSpPr>
          <a:xfrm>
            <a:off x="6309839" y="3125970"/>
            <a:ext cx="293416" cy="339253"/>
            <a:chOff x="2710875" y="3806450"/>
            <a:chExt cx="416725" cy="481825"/>
          </a:xfrm>
        </p:grpSpPr>
        <p:sp>
          <p:nvSpPr>
            <p:cNvPr id="4847" name="Google Shape;4847;p61"/>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8" name="Google Shape;4848;p61"/>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9" name="Google Shape;4849;p61"/>
          <p:cNvGrpSpPr/>
          <p:nvPr/>
        </p:nvGrpSpPr>
        <p:grpSpPr>
          <a:xfrm>
            <a:off x="6704883" y="3166412"/>
            <a:ext cx="339253" cy="258369"/>
            <a:chOff x="3271200" y="3863875"/>
            <a:chExt cx="481825" cy="366950"/>
          </a:xfrm>
        </p:grpSpPr>
        <p:sp>
          <p:nvSpPr>
            <p:cNvPr id="4850" name="Google Shape;4850;p61"/>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1" name="Google Shape;4851;p61"/>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2" name="Google Shape;4852;p61"/>
          <p:cNvGrpSpPr/>
          <p:nvPr/>
        </p:nvGrpSpPr>
        <p:grpSpPr>
          <a:xfrm>
            <a:off x="7140377" y="3126199"/>
            <a:ext cx="295528" cy="338795"/>
            <a:chOff x="3895050" y="3806775"/>
            <a:chExt cx="419725" cy="481175"/>
          </a:xfrm>
        </p:grpSpPr>
        <p:sp>
          <p:nvSpPr>
            <p:cNvPr id="4853" name="Google Shape;4853;p61"/>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4" name="Google Shape;4854;p61"/>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5" name="Google Shape;4855;p61"/>
          <p:cNvGrpSpPr/>
          <p:nvPr/>
        </p:nvGrpSpPr>
        <p:grpSpPr>
          <a:xfrm>
            <a:off x="7543659" y="3125979"/>
            <a:ext cx="336296" cy="339235"/>
            <a:chOff x="4464775" y="3806475"/>
            <a:chExt cx="477625" cy="481800"/>
          </a:xfrm>
        </p:grpSpPr>
        <p:sp>
          <p:nvSpPr>
            <p:cNvPr id="4856" name="Google Shape;4856;p61"/>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7" name="Google Shape;4857;p61"/>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8" name="Google Shape;4858;p61"/>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9" name="Google Shape;4859;p61"/>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0" name="Google Shape;4860;p61"/>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1" name="Google Shape;4861;p61"/>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2" name="Google Shape;4862;p61"/>
          <p:cNvGrpSpPr/>
          <p:nvPr/>
        </p:nvGrpSpPr>
        <p:grpSpPr>
          <a:xfrm>
            <a:off x="7967105" y="3125970"/>
            <a:ext cx="339253" cy="339253"/>
            <a:chOff x="5049725" y="3806450"/>
            <a:chExt cx="481825" cy="481825"/>
          </a:xfrm>
        </p:grpSpPr>
        <p:sp>
          <p:nvSpPr>
            <p:cNvPr id="4863" name="Google Shape;4863;p61"/>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4" name="Google Shape;4864;p61"/>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5" name="Google Shape;4865;p61"/>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6" name="Google Shape;4866;p61"/>
          <p:cNvGrpSpPr/>
          <p:nvPr/>
        </p:nvGrpSpPr>
        <p:grpSpPr>
          <a:xfrm>
            <a:off x="1276714" y="3951798"/>
            <a:ext cx="339253" cy="339253"/>
            <a:chOff x="5651375" y="3806450"/>
            <a:chExt cx="481825" cy="481825"/>
          </a:xfrm>
        </p:grpSpPr>
        <p:sp>
          <p:nvSpPr>
            <p:cNvPr id="4867" name="Google Shape;4867;p61"/>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8" name="Google Shape;4868;p61"/>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9" name="Google Shape;4869;p61"/>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0" name="Google Shape;4870;p61"/>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1" name="Google Shape;4871;p61"/>
          <p:cNvGrpSpPr/>
          <p:nvPr/>
        </p:nvGrpSpPr>
        <p:grpSpPr>
          <a:xfrm>
            <a:off x="3153646" y="3953787"/>
            <a:ext cx="298503" cy="335275"/>
            <a:chOff x="6264300" y="3809300"/>
            <a:chExt cx="423950" cy="476175"/>
          </a:xfrm>
        </p:grpSpPr>
        <p:sp>
          <p:nvSpPr>
            <p:cNvPr id="4872" name="Google Shape;4872;p61"/>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3" name="Google Shape;4873;p61"/>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4" name="Google Shape;4874;p61"/>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5" name="Google Shape;4875;p61"/>
          <p:cNvGrpSpPr/>
          <p:nvPr/>
        </p:nvGrpSpPr>
        <p:grpSpPr>
          <a:xfrm>
            <a:off x="5032267" y="3538881"/>
            <a:ext cx="340573" cy="339271"/>
            <a:chOff x="898875" y="4399275"/>
            <a:chExt cx="483700" cy="481850"/>
          </a:xfrm>
        </p:grpSpPr>
        <p:sp>
          <p:nvSpPr>
            <p:cNvPr id="4876" name="Google Shape;4876;p61"/>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7" name="Google Shape;4877;p61"/>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8" name="Google Shape;4878;p61"/>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9" name="Google Shape;4879;p61"/>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0" name="Google Shape;4880;p61"/>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1" name="Google Shape;4881;p61"/>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2" name="Google Shape;4882;p61"/>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3" name="Google Shape;4883;p61"/>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84" name="Google Shape;4884;p61"/>
          <p:cNvGrpSpPr/>
          <p:nvPr/>
        </p:nvGrpSpPr>
        <p:grpSpPr>
          <a:xfrm>
            <a:off x="5466000" y="3554133"/>
            <a:ext cx="339253" cy="308765"/>
            <a:chOff x="1492675" y="4420975"/>
            <a:chExt cx="481825" cy="438525"/>
          </a:xfrm>
        </p:grpSpPr>
        <p:sp>
          <p:nvSpPr>
            <p:cNvPr id="4885" name="Google Shape;4885;p61"/>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6" name="Google Shape;4886;p61"/>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7" name="Google Shape;4887;p61"/>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8" name="Google Shape;4888;p61"/>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9" name="Google Shape;4889;p61"/>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0" name="Google Shape;4890;p61"/>
          <p:cNvGrpSpPr/>
          <p:nvPr/>
        </p:nvGrpSpPr>
        <p:grpSpPr>
          <a:xfrm>
            <a:off x="5870982" y="3539558"/>
            <a:ext cx="342580" cy="337915"/>
            <a:chOff x="2084100" y="4400250"/>
            <a:chExt cx="486550" cy="479925"/>
          </a:xfrm>
        </p:grpSpPr>
        <p:sp>
          <p:nvSpPr>
            <p:cNvPr id="4891" name="Google Shape;4891;p61"/>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2" name="Google Shape;4892;p61"/>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3" name="Google Shape;4893;p61"/>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4" name="Google Shape;4894;p61"/>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5" name="Google Shape;4895;p61"/>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6" name="Google Shape;4896;p61"/>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7" name="Google Shape;4897;p61"/>
          <p:cNvGrpSpPr/>
          <p:nvPr/>
        </p:nvGrpSpPr>
        <p:grpSpPr>
          <a:xfrm>
            <a:off x="6307462" y="3538907"/>
            <a:ext cx="298169" cy="339218"/>
            <a:chOff x="2707950" y="4399325"/>
            <a:chExt cx="423475" cy="481775"/>
          </a:xfrm>
        </p:grpSpPr>
        <p:sp>
          <p:nvSpPr>
            <p:cNvPr id="4898" name="Google Shape;4898;p61"/>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9" name="Google Shape;4899;p61"/>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0" name="Google Shape;4900;p61"/>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1" name="Google Shape;4901;p61"/>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2" name="Google Shape;4902;p61"/>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3" name="Google Shape;4903;p61"/>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4" name="Google Shape;4904;p61"/>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5" name="Google Shape;4905;p61"/>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6" name="Google Shape;4906;p61"/>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7" name="Google Shape;4907;p61"/>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8" name="Google Shape;4908;p61"/>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9" name="Google Shape;4909;p61"/>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0" name="Google Shape;4910;p61"/>
          <p:cNvGrpSpPr/>
          <p:nvPr/>
        </p:nvGrpSpPr>
        <p:grpSpPr>
          <a:xfrm>
            <a:off x="6736981" y="3538881"/>
            <a:ext cx="275057" cy="339271"/>
            <a:chOff x="3330525" y="4399275"/>
            <a:chExt cx="390650" cy="481850"/>
          </a:xfrm>
        </p:grpSpPr>
        <p:sp>
          <p:nvSpPr>
            <p:cNvPr id="4911" name="Google Shape;4911;p61"/>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2" name="Google Shape;4912;p61"/>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3" name="Google Shape;4913;p61"/>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4" name="Google Shape;4914;p61"/>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5" name="Google Shape;4915;p61"/>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6" name="Google Shape;4916;p61"/>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7" name="Google Shape;4917;p61"/>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8" name="Google Shape;4918;p61"/>
          <p:cNvGrpSpPr/>
          <p:nvPr/>
        </p:nvGrpSpPr>
        <p:grpSpPr>
          <a:xfrm>
            <a:off x="7161510" y="3538890"/>
            <a:ext cx="253265" cy="339253"/>
            <a:chOff x="3938800" y="4399275"/>
            <a:chExt cx="359700" cy="481825"/>
          </a:xfrm>
        </p:grpSpPr>
        <p:sp>
          <p:nvSpPr>
            <p:cNvPr id="4919" name="Google Shape;4919;p61"/>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0" name="Google Shape;4920;p61"/>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1" name="Google Shape;4921;p61"/>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2" name="Google Shape;4922;p61"/>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3" name="Google Shape;4923;p61"/>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4" name="Google Shape;4924;p61"/>
          <p:cNvGrpSpPr/>
          <p:nvPr/>
        </p:nvGrpSpPr>
        <p:grpSpPr>
          <a:xfrm>
            <a:off x="7632288" y="3538890"/>
            <a:ext cx="159039" cy="339253"/>
            <a:chOff x="4584850" y="4399275"/>
            <a:chExt cx="225875" cy="481825"/>
          </a:xfrm>
        </p:grpSpPr>
        <p:sp>
          <p:nvSpPr>
            <p:cNvPr id="4925" name="Google Shape;4925;p61"/>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6" name="Google Shape;4926;p61"/>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27" name="Google Shape;4927;p61"/>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928" name="Google Shape;4928;p61"/>
          <p:cNvGrpSpPr/>
          <p:nvPr/>
        </p:nvGrpSpPr>
        <p:grpSpPr>
          <a:xfrm>
            <a:off x="817316" y="3951795"/>
            <a:ext cx="339253" cy="339253"/>
            <a:chOff x="5642550" y="4399275"/>
            <a:chExt cx="481825" cy="481825"/>
          </a:xfrm>
        </p:grpSpPr>
        <p:sp>
          <p:nvSpPr>
            <p:cNvPr id="4929" name="Google Shape;4929;p61"/>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0" name="Google Shape;4930;p61"/>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1" name="Google Shape;4931;p61"/>
          <p:cNvGrpSpPr/>
          <p:nvPr/>
        </p:nvGrpSpPr>
        <p:grpSpPr>
          <a:xfrm>
            <a:off x="2670186" y="3963703"/>
            <a:ext cx="363316" cy="315437"/>
            <a:chOff x="6218300" y="4416175"/>
            <a:chExt cx="516000" cy="448000"/>
          </a:xfrm>
        </p:grpSpPr>
        <p:sp>
          <p:nvSpPr>
            <p:cNvPr id="4932" name="Google Shape;4932;p61"/>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3" name="Google Shape;4933;p61"/>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4" name="Google Shape;4934;p61"/>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5" name="Google Shape;4935;p61"/>
          <p:cNvGrpSpPr/>
          <p:nvPr/>
        </p:nvGrpSpPr>
        <p:grpSpPr>
          <a:xfrm>
            <a:off x="5870391" y="3951792"/>
            <a:ext cx="339253" cy="339253"/>
            <a:chOff x="899850" y="4992125"/>
            <a:chExt cx="481825" cy="481825"/>
          </a:xfrm>
        </p:grpSpPr>
        <p:sp>
          <p:nvSpPr>
            <p:cNvPr id="4936" name="Google Shape;4936;p61"/>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7" name="Google Shape;4937;p61"/>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8" name="Google Shape;4938;p61"/>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9" name="Google Shape;4939;p61"/>
          <p:cNvGrpSpPr/>
          <p:nvPr/>
        </p:nvGrpSpPr>
        <p:grpSpPr>
          <a:xfrm>
            <a:off x="5410993" y="3951792"/>
            <a:ext cx="339253" cy="339253"/>
            <a:chOff x="1492675" y="4992125"/>
            <a:chExt cx="481825" cy="481825"/>
          </a:xfrm>
        </p:grpSpPr>
        <p:sp>
          <p:nvSpPr>
            <p:cNvPr id="4940" name="Google Shape;4940;p61"/>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1" name="Google Shape;4941;p61"/>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2" name="Google Shape;4942;p61"/>
          <p:cNvGrpSpPr/>
          <p:nvPr/>
        </p:nvGrpSpPr>
        <p:grpSpPr>
          <a:xfrm>
            <a:off x="4951595" y="3951792"/>
            <a:ext cx="339253" cy="339253"/>
            <a:chOff x="2085525" y="4992125"/>
            <a:chExt cx="481825" cy="481825"/>
          </a:xfrm>
        </p:grpSpPr>
        <p:sp>
          <p:nvSpPr>
            <p:cNvPr id="4943" name="Google Shape;4943;p61"/>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4" name="Google Shape;4944;p61"/>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5" name="Google Shape;4945;p61"/>
          <p:cNvGrpSpPr/>
          <p:nvPr/>
        </p:nvGrpSpPr>
        <p:grpSpPr>
          <a:xfrm>
            <a:off x="6789344" y="3951792"/>
            <a:ext cx="339253" cy="339253"/>
            <a:chOff x="2678350" y="4992125"/>
            <a:chExt cx="481825" cy="481825"/>
          </a:xfrm>
        </p:grpSpPr>
        <p:sp>
          <p:nvSpPr>
            <p:cNvPr id="4946" name="Google Shape;4946;p61"/>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7" name="Google Shape;4947;p61"/>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8" name="Google Shape;4948;p61"/>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9" name="Google Shape;4949;p61"/>
          <p:cNvGrpSpPr/>
          <p:nvPr/>
        </p:nvGrpSpPr>
        <p:grpSpPr>
          <a:xfrm>
            <a:off x="4492198" y="3951792"/>
            <a:ext cx="339253" cy="339253"/>
            <a:chOff x="3271200" y="4992125"/>
            <a:chExt cx="481825" cy="481825"/>
          </a:xfrm>
        </p:grpSpPr>
        <p:sp>
          <p:nvSpPr>
            <p:cNvPr id="4950" name="Google Shape;4950;p61"/>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1" name="Google Shape;4951;p61"/>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2" name="Google Shape;4952;p61"/>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53" name="Google Shape;4953;p61"/>
          <p:cNvGrpSpPr/>
          <p:nvPr/>
        </p:nvGrpSpPr>
        <p:grpSpPr>
          <a:xfrm>
            <a:off x="6329788" y="3952813"/>
            <a:ext cx="339411" cy="337211"/>
            <a:chOff x="5049575" y="4993600"/>
            <a:chExt cx="482050" cy="478925"/>
          </a:xfrm>
        </p:grpSpPr>
        <p:sp>
          <p:nvSpPr>
            <p:cNvPr id="4954" name="Google Shape;4954;p61"/>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5" name="Google Shape;4955;p61"/>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6" name="Google Shape;4956;p61"/>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7" name="Google Shape;4957;p61"/>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58" name="Google Shape;4958;p61"/>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4959" name="Google Shape;4959;p61"/>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4960" name="Google Shape;4960;p61"/>
          <p:cNvGrpSpPr/>
          <p:nvPr/>
        </p:nvGrpSpPr>
        <p:grpSpPr>
          <a:xfrm>
            <a:off x="7248742" y="3975375"/>
            <a:ext cx="195300" cy="343772"/>
            <a:chOff x="3999225" y="4364775"/>
            <a:chExt cx="195300" cy="343772"/>
          </a:xfrm>
        </p:grpSpPr>
        <p:grpSp>
          <p:nvGrpSpPr>
            <p:cNvPr id="4961" name="Google Shape;4961;p61"/>
            <p:cNvGrpSpPr/>
            <p:nvPr/>
          </p:nvGrpSpPr>
          <p:grpSpPr>
            <a:xfrm>
              <a:off x="4048568" y="4562577"/>
              <a:ext cx="97317" cy="145970"/>
              <a:chOff x="1529575" y="2222650"/>
              <a:chExt cx="203125" cy="304675"/>
            </a:xfrm>
          </p:grpSpPr>
          <p:sp>
            <p:nvSpPr>
              <p:cNvPr id="4962" name="Google Shape;4962;p61"/>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61"/>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64" name="Google Shape;4964;p61"/>
            <p:cNvGrpSpPr/>
            <p:nvPr/>
          </p:nvGrpSpPr>
          <p:grpSpPr>
            <a:xfrm>
              <a:off x="3999225" y="4364775"/>
              <a:ext cx="195300" cy="195300"/>
              <a:chOff x="3999225" y="4364775"/>
              <a:chExt cx="195300" cy="195300"/>
            </a:xfrm>
          </p:grpSpPr>
          <p:sp>
            <p:nvSpPr>
              <p:cNvPr id="4965" name="Google Shape;4965;p61"/>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61"/>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67" name="Google Shape;4967;p61"/>
          <p:cNvGrpSpPr/>
          <p:nvPr/>
        </p:nvGrpSpPr>
        <p:grpSpPr>
          <a:xfrm>
            <a:off x="7564186" y="3991627"/>
            <a:ext cx="277088" cy="259611"/>
            <a:chOff x="4335888" y="4398114"/>
            <a:chExt cx="277088" cy="259611"/>
          </a:xfrm>
        </p:grpSpPr>
        <p:grpSp>
          <p:nvGrpSpPr>
            <p:cNvPr id="4968" name="Google Shape;4968;p61"/>
            <p:cNvGrpSpPr/>
            <p:nvPr/>
          </p:nvGrpSpPr>
          <p:grpSpPr>
            <a:xfrm>
              <a:off x="4335888" y="4462425"/>
              <a:ext cx="195300" cy="195300"/>
              <a:chOff x="4335888" y="4462425"/>
              <a:chExt cx="195300" cy="195300"/>
            </a:xfrm>
          </p:grpSpPr>
          <p:sp>
            <p:nvSpPr>
              <p:cNvPr id="4969" name="Google Shape;4969;p61"/>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61"/>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1" name="Google Shape;4971;p61"/>
            <p:cNvGrpSpPr/>
            <p:nvPr/>
          </p:nvGrpSpPr>
          <p:grpSpPr>
            <a:xfrm>
              <a:off x="4509813" y="4398114"/>
              <a:ext cx="103162" cy="103198"/>
              <a:chOff x="2277975" y="2021700"/>
              <a:chExt cx="215325" cy="215400"/>
            </a:xfrm>
          </p:grpSpPr>
          <p:sp>
            <p:nvSpPr>
              <p:cNvPr id="4972" name="Google Shape;4972;p61"/>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61"/>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74" name="Google Shape;4974;p61"/>
          <p:cNvGrpSpPr/>
          <p:nvPr/>
        </p:nvGrpSpPr>
        <p:grpSpPr>
          <a:xfrm>
            <a:off x="7961419" y="4049613"/>
            <a:ext cx="392275" cy="195300"/>
            <a:chOff x="4752588" y="4440200"/>
            <a:chExt cx="392275" cy="195300"/>
          </a:xfrm>
        </p:grpSpPr>
        <p:grpSp>
          <p:nvGrpSpPr>
            <p:cNvPr id="4975" name="Google Shape;4975;p61"/>
            <p:cNvGrpSpPr/>
            <p:nvPr/>
          </p:nvGrpSpPr>
          <p:grpSpPr>
            <a:xfrm>
              <a:off x="4950384" y="4469728"/>
              <a:ext cx="194479" cy="136244"/>
              <a:chOff x="3163375" y="2175125"/>
              <a:chExt cx="405925" cy="284375"/>
            </a:xfrm>
          </p:grpSpPr>
          <p:sp>
            <p:nvSpPr>
              <p:cNvPr id="4976" name="Google Shape;4976;p61"/>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61"/>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61"/>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9" name="Google Shape;4979;p61"/>
            <p:cNvGrpSpPr/>
            <p:nvPr/>
          </p:nvGrpSpPr>
          <p:grpSpPr>
            <a:xfrm>
              <a:off x="4752588" y="4440200"/>
              <a:ext cx="195300" cy="195300"/>
              <a:chOff x="4335888" y="4462425"/>
              <a:chExt cx="195300" cy="195300"/>
            </a:xfrm>
          </p:grpSpPr>
          <p:sp>
            <p:nvSpPr>
              <p:cNvPr id="4980" name="Google Shape;4980;p61"/>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61"/>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985" name="Shape 4985"/>
        <p:cNvGrpSpPr/>
        <p:nvPr/>
      </p:nvGrpSpPr>
      <p:grpSpPr>
        <a:xfrm>
          <a:off x="0" y="0"/>
          <a:ext cx="0" cy="0"/>
          <a:chOff x="0" y="0"/>
          <a:chExt cx="0" cy="0"/>
        </a:xfrm>
      </p:grpSpPr>
      <p:grpSp>
        <p:nvGrpSpPr>
          <p:cNvPr id="4986" name="Google Shape;4986;p62"/>
          <p:cNvGrpSpPr/>
          <p:nvPr/>
        </p:nvGrpSpPr>
        <p:grpSpPr>
          <a:xfrm>
            <a:off x="856199" y="1311179"/>
            <a:ext cx="322099" cy="370529"/>
            <a:chOff x="-42971725" y="3217825"/>
            <a:chExt cx="275675" cy="317125"/>
          </a:xfrm>
        </p:grpSpPr>
        <p:sp>
          <p:nvSpPr>
            <p:cNvPr id="4987" name="Google Shape;4987;p62"/>
            <p:cNvSpPr/>
            <p:nvPr/>
          </p:nvSpPr>
          <p:spPr>
            <a:xfrm>
              <a:off x="-42951250" y="3279250"/>
              <a:ext cx="233950" cy="152050"/>
            </a:xfrm>
            <a:custGeom>
              <a:rect b="b" l="l" r="r" t="t"/>
              <a:pathLst>
                <a:path extrusionOk="0" h="6082" w="9358">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62"/>
            <p:cNvSpPr/>
            <p:nvPr/>
          </p:nvSpPr>
          <p:spPr>
            <a:xfrm>
              <a:off x="-42971725" y="3451750"/>
              <a:ext cx="275675" cy="83200"/>
            </a:xfrm>
            <a:custGeom>
              <a:rect b="b" l="l" r="r" t="t"/>
              <a:pathLst>
                <a:path extrusionOk="0" h="3328" w="11027">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62"/>
            <p:cNvSpPr/>
            <p:nvPr/>
          </p:nvSpPr>
          <p:spPr>
            <a:xfrm>
              <a:off x="-42866975" y="3217825"/>
              <a:ext cx="63025" cy="40975"/>
            </a:xfrm>
            <a:custGeom>
              <a:rect b="b" l="l" r="r" t="t"/>
              <a:pathLst>
                <a:path extrusionOk="0" h="1639" w="2521">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0" name="Google Shape;4990;p62"/>
          <p:cNvGrpSpPr/>
          <p:nvPr/>
        </p:nvGrpSpPr>
        <p:grpSpPr>
          <a:xfrm>
            <a:off x="828113" y="1779835"/>
            <a:ext cx="378270" cy="337551"/>
            <a:chOff x="-42996150" y="3612600"/>
            <a:chExt cx="323750" cy="288900"/>
          </a:xfrm>
        </p:grpSpPr>
        <p:sp>
          <p:nvSpPr>
            <p:cNvPr id="4991" name="Google Shape;4991;p62"/>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62"/>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62"/>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4" name="Google Shape;4994;p62"/>
          <p:cNvGrpSpPr/>
          <p:nvPr/>
        </p:nvGrpSpPr>
        <p:grpSpPr>
          <a:xfrm>
            <a:off x="830874" y="2189205"/>
            <a:ext cx="372749" cy="370909"/>
            <a:chOff x="-42994575" y="3950300"/>
            <a:chExt cx="319025" cy="317450"/>
          </a:xfrm>
        </p:grpSpPr>
        <p:sp>
          <p:nvSpPr>
            <p:cNvPr id="4995" name="Google Shape;4995;p62"/>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62"/>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62"/>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8" name="Google Shape;4998;p62"/>
          <p:cNvGrpSpPr/>
          <p:nvPr/>
        </p:nvGrpSpPr>
        <p:grpSpPr>
          <a:xfrm>
            <a:off x="2984269" y="1336037"/>
            <a:ext cx="371785" cy="370879"/>
            <a:chOff x="-41111350" y="3239100"/>
            <a:chExt cx="318200" cy="317425"/>
          </a:xfrm>
        </p:grpSpPr>
        <p:sp>
          <p:nvSpPr>
            <p:cNvPr id="4999" name="Google Shape;4999;p62"/>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62"/>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62"/>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62"/>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3" name="Google Shape;5003;p62"/>
          <p:cNvGrpSpPr/>
          <p:nvPr/>
        </p:nvGrpSpPr>
        <p:grpSpPr>
          <a:xfrm>
            <a:off x="2980588" y="1771568"/>
            <a:ext cx="379146" cy="370967"/>
            <a:chOff x="-41117650" y="3605525"/>
            <a:chExt cx="324500" cy="317500"/>
          </a:xfrm>
        </p:grpSpPr>
        <p:sp>
          <p:nvSpPr>
            <p:cNvPr id="5004" name="Google Shape;5004;p62"/>
            <p:cNvSpPr/>
            <p:nvPr/>
          </p:nvSpPr>
          <p:spPr>
            <a:xfrm>
              <a:off x="-41016850" y="3605525"/>
              <a:ext cx="106350" cy="105375"/>
            </a:xfrm>
            <a:custGeom>
              <a:rect b="b" l="l" r="r" t="t"/>
              <a:pathLst>
                <a:path extrusionOk="0" h="4215" w="4254">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62"/>
            <p:cNvSpPr/>
            <p:nvPr/>
          </p:nvSpPr>
          <p:spPr>
            <a:xfrm>
              <a:off x="-40900275" y="3721300"/>
              <a:ext cx="107125" cy="105375"/>
            </a:xfrm>
            <a:custGeom>
              <a:rect b="b" l="l" r="r" t="t"/>
              <a:pathLst>
                <a:path extrusionOk="0" h="4215" w="428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62"/>
            <p:cNvSpPr/>
            <p:nvPr/>
          </p:nvSpPr>
          <p:spPr>
            <a:xfrm>
              <a:off x="-41117650" y="3668350"/>
              <a:ext cx="262300" cy="254675"/>
            </a:xfrm>
            <a:custGeom>
              <a:rect b="b" l="l" r="r" t="t"/>
              <a:pathLst>
                <a:path extrusionOk="0" h="10187" w="10492">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07" name="Google Shape;5007;p62"/>
          <p:cNvSpPr/>
          <p:nvPr/>
        </p:nvSpPr>
        <p:spPr>
          <a:xfrm>
            <a:off x="2986719" y="2221154"/>
            <a:ext cx="372720" cy="361678"/>
          </a:xfrm>
          <a:custGeom>
            <a:rect b="b" l="l" r="r" t="t"/>
            <a:pathLst>
              <a:path extrusionOk="0" h="12382" w="1276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8" name="Google Shape;5008;p62"/>
          <p:cNvGrpSpPr/>
          <p:nvPr/>
        </p:nvGrpSpPr>
        <p:grpSpPr>
          <a:xfrm>
            <a:off x="1806843" y="2663092"/>
            <a:ext cx="216271" cy="371814"/>
            <a:chOff x="-39205300" y="3220175"/>
            <a:chExt cx="185100" cy="318225"/>
          </a:xfrm>
        </p:grpSpPr>
        <p:sp>
          <p:nvSpPr>
            <p:cNvPr id="5009" name="Google Shape;5009;p62"/>
            <p:cNvSpPr/>
            <p:nvPr/>
          </p:nvSpPr>
          <p:spPr>
            <a:xfrm>
              <a:off x="-39205300" y="3220175"/>
              <a:ext cx="185100" cy="111875"/>
            </a:xfrm>
            <a:custGeom>
              <a:rect b="b" l="l" r="r" t="t"/>
              <a:pathLst>
                <a:path extrusionOk="0" h="4475" w="7404">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62"/>
            <p:cNvSpPr/>
            <p:nvPr/>
          </p:nvSpPr>
          <p:spPr>
            <a:xfrm>
              <a:off x="-39184825" y="3353300"/>
              <a:ext cx="144950" cy="185100"/>
            </a:xfrm>
            <a:custGeom>
              <a:rect b="b" l="l" r="r" t="t"/>
              <a:pathLst>
                <a:path extrusionOk="0" h="7404" w="5798">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1" name="Google Shape;5011;p62"/>
          <p:cNvGrpSpPr/>
          <p:nvPr/>
        </p:nvGrpSpPr>
        <p:grpSpPr>
          <a:xfrm>
            <a:off x="1772370" y="3123163"/>
            <a:ext cx="300016" cy="369273"/>
            <a:chOff x="-39248625" y="3588600"/>
            <a:chExt cx="256775" cy="316050"/>
          </a:xfrm>
        </p:grpSpPr>
        <p:sp>
          <p:nvSpPr>
            <p:cNvPr id="5012" name="Google Shape;5012;p62"/>
            <p:cNvSpPr/>
            <p:nvPr/>
          </p:nvSpPr>
          <p:spPr>
            <a:xfrm>
              <a:off x="-39248625" y="3588600"/>
              <a:ext cx="256775" cy="316050"/>
            </a:xfrm>
            <a:custGeom>
              <a:rect b="b" l="l" r="r" t="t"/>
              <a:pathLst>
                <a:path extrusionOk="0" h="12642" w="10271">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62"/>
            <p:cNvSpPr/>
            <p:nvPr/>
          </p:nvSpPr>
          <p:spPr>
            <a:xfrm>
              <a:off x="-39076150" y="3684875"/>
              <a:ext cx="84300" cy="80300"/>
            </a:xfrm>
            <a:custGeom>
              <a:rect b="b" l="l" r="r" t="t"/>
              <a:pathLst>
                <a:path extrusionOk="0" h="3212" w="337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14" name="Google Shape;5014;p62"/>
          <p:cNvSpPr/>
          <p:nvPr/>
        </p:nvSpPr>
        <p:spPr>
          <a:xfrm>
            <a:off x="1743391" y="3578789"/>
            <a:ext cx="363548" cy="370909"/>
          </a:xfrm>
          <a:custGeom>
            <a:rect b="b" l="l" r="r" t="t"/>
            <a:pathLst>
              <a:path extrusionOk="0" h="12698" w="12446">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62"/>
          <p:cNvSpPr/>
          <p:nvPr/>
        </p:nvSpPr>
        <p:spPr>
          <a:xfrm>
            <a:off x="3932939" y="2650227"/>
            <a:ext cx="369974" cy="368601"/>
          </a:xfrm>
          <a:custGeom>
            <a:rect b="b" l="l" r="r" t="t"/>
            <a:pathLst>
              <a:path extrusionOk="0" h="12619" w="12666">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16" name="Google Shape;5016;p62"/>
          <p:cNvGrpSpPr/>
          <p:nvPr/>
        </p:nvGrpSpPr>
        <p:grpSpPr>
          <a:xfrm>
            <a:off x="1223084" y="1311179"/>
            <a:ext cx="429504" cy="370879"/>
            <a:chOff x="-42651700" y="3217825"/>
            <a:chExt cx="367600" cy="317425"/>
          </a:xfrm>
        </p:grpSpPr>
        <p:sp>
          <p:nvSpPr>
            <p:cNvPr id="5017" name="Google Shape;5017;p62"/>
            <p:cNvSpPr/>
            <p:nvPr/>
          </p:nvSpPr>
          <p:spPr>
            <a:xfrm>
              <a:off x="-42651700" y="3239075"/>
              <a:ext cx="367600" cy="296175"/>
            </a:xfrm>
            <a:custGeom>
              <a:rect b="b" l="l" r="r" t="t"/>
              <a:pathLst>
                <a:path extrusionOk="0" h="11847" w="14704">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62"/>
            <p:cNvSpPr/>
            <p:nvPr/>
          </p:nvSpPr>
          <p:spPr>
            <a:xfrm>
              <a:off x="-42419600" y="3217825"/>
              <a:ext cx="106350" cy="106350"/>
            </a:xfrm>
            <a:custGeom>
              <a:rect b="b" l="l" r="r" t="t"/>
              <a:pathLst>
                <a:path extrusionOk="0" h="4254" w="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62"/>
            <p:cNvSpPr/>
            <p:nvPr/>
          </p:nvSpPr>
          <p:spPr>
            <a:xfrm>
              <a:off x="-42623600" y="3218600"/>
              <a:ext cx="106350" cy="106375"/>
            </a:xfrm>
            <a:custGeom>
              <a:rect b="b" l="l" r="r" t="t"/>
              <a:pathLst>
                <a:path extrusionOk="0" h="4255" w="4254">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62"/>
            <p:cNvSpPr/>
            <p:nvPr/>
          </p:nvSpPr>
          <p:spPr>
            <a:xfrm>
              <a:off x="-42561375" y="3279250"/>
              <a:ext cx="185900" cy="186700"/>
            </a:xfrm>
            <a:custGeom>
              <a:rect b="b" l="l" r="r" t="t"/>
              <a:pathLst>
                <a:path extrusionOk="0" h="7468" w="7436">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1" name="Google Shape;5021;p62"/>
          <p:cNvGrpSpPr/>
          <p:nvPr/>
        </p:nvGrpSpPr>
        <p:grpSpPr>
          <a:xfrm>
            <a:off x="1258516" y="1750829"/>
            <a:ext cx="358640" cy="363226"/>
            <a:chOff x="-42617300" y="3587775"/>
            <a:chExt cx="306950" cy="310875"/>
          </a:xfrm>
        </p:grpSpPr>
        <p:sp>
          <p:nvSpPr>
            <p:cNvPr id="5022" name="Google Shape;5022;p62"/>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62"/>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24" name="Google Shape;5024;p62"/>
          <p:cNvSpPr/>
          <p:nvPr/>
        </p:nvSpPr>
        <p:spPr>
          <a:xfrm>
            <a:off x="1254968" y="2189872"/>
            <a:ext cx="371785" cy="369974"/>
          </a:xfrm>
          <a:custGeom>
            <a:rect b="b" l="l" r="r" t="t"/>
            <a:pathLst>
              <a:path extrusionOk="0" h="12666" w="12728">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5" name="Google Shape;5025;p62"/>
          <p:cNvGrpSpPr/>
          <p:nvPr/>
        </p:nvGrpSpPr>
        <p:grpSpPr>
          <a:xfrm>
            <a:off x="3430343" y="1335569"/>
            <a:ext cx="376926" cy="370324"/>
            <a:chOff x="-40748275" y="3238700"/>
            <a:chExt cx="322600" cy="316950"/>
          </a:xfrm>
        </p:grpSpPr>
        <p:sp>
          <p:nvSpPr>
            <p:cNvPr id="5026" name="Google Shape;5026;p62"/>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62"/>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62"/>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62"/>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62"/>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62"/>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2" name="Google Shape;5032;p62"/>
          <p:cNvGrpSpPr/>
          <p:nvPr/>
        </p:nvGrpSpPr>
        <p:grpSpPr>
          <a:xfrm>
            <a:off x="3432899" y="1803553"/>
            <a:ext cx="371814" cy="338690"/>
            <a:chOff x="-40745125" y="3632900"/>
            <a:chExt cx="318225" cy="289875"/>
          </a:xfrm>
        </p:grpSpPr>
        <p:sp>
          <p:nvSpPr>
            <p:cNvPr id="5033" name="Google Shape;5033;p62"/>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62"/>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62"/>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62"/>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62"/>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62"/>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62"/>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0" name="Google Shape;5040;p62"/>
          <p:cNvGrpSpPr/>
          <p:nvPr/>
        </p:nvGrpSpPr>
        <p:grpSpPr>
          <a:xfrm>
            <a:off x="3437047" y="2214764"/>
            <a:ext cx="363518" cy="370178"/>
            <a:chOff x="-40742750" y="3972175"/>
            <a:chExt cx="311125" cy="316825"/>
          </a:xfrm>
        </p:grpSpPr>
        <p:sp>
          <p:nvSpPr>
            <p:cNvPr id="5041" name="Google Shape;5041;p62"/>
            <p:cNvSpPr/>
            <p:nvPr/>
          </p:nvSpPr>
          <p:spPr>
            <a:xfrm>
              <a:off x="-40699425" y="4118075"/>
              <a:ext cx="226850" cy="101625"/>
            </a:xfrm>
            <a:custGeom>
              <a:rect b="b" l="l" r="r" t="t"/>
              <a:pathLst>
                <a:path extrusionOk="0" h="4065" w="9074">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62"/>
            <p:cNvSpPr/>
            <p:nvPr/>
          </p:nvSpPr>
          <p:spPr>
            <a:xfrm>
              <a:off x="-40742750" y="3972175"/>
              <a:ext cx="311125" cy="316825"/>
            </a:xfrm>
            <a:custGeom>
              <a:rect b="b" l="l" r="r" t="t"/>
              <a:pathLst>
                <a:path extrusionOk="0" h="12673" w="12445">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3" name="Google Shape;5043;p62"/>
          <p:cNvGrpSpPr/>
          <p:nvPr/>
        </p:nvGrpSpPr>
        <p:grpSpPr>
          <a:xfrm>
            <a:off x="2219708" y="2664932"/>
            <a:ext cx="266892" cy="369974"/>
            <a:chOff x="-38860325" y="3221750"/>
            <a:chExt cx="228425" cy="316650"/>
          </a:xfrm>
        </p:grpSpPr>
        <p:sp>
          <p:nvSpPr>
            <p:cNvPr id="5044" name="Google Shape;5044;p62"/>
            <p:cNvSpPr/>
            <p:nvPr/>
          </p:nvSpPr>
          <p:spPr>
            <a:xfrm>
              <a:off x="-38735875" y="3222550"/>
              <a:ext cx="103975" cy="123675"/>
            </a:xfrm>
            <a:custGeom>
              <a:rect b="b" l="l" r="r" t="t"/>
              <a:pathLst>
                <a:path extrusionOk="0" h="4947" w="4159">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62"/>
            <p:cNvSpPr/>
            <p:nvPr/>
          </p:nvSpPr>
          <p:spPr>
            <a:xfrm>
              <a:off x="-38756375" y="3302875"/>
              <a:ext cx="22075" cy="63050"/>
            </a:xfrm>
            <a:custGeom>
              <a:rect b="b" l="l" r="r" t="t"/>
              <a:pathLst>
                <a:path extrusionOk="0" h="2522" w="883">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62"/>
            <p:cNvSpPr/>
            <p:nvPr/>
          </p:nvSpPr>
          <p:spPr>
            <a:xfrm>
              <a:off x="-38859550" y="3221750"/>
              <a:ext cx="103200" cy="122900"/>
            </a:xfrm>
            <a:custGeom>
              <a:rect b="b" l="l" r="r" t="t"/>
              <a:pathLst>
                <a:path extrusionOk="0" h="4916" w="4128">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62"/>
            <p:cNvSpPr/>
            <p:nvPr/>
          </p:nvSpPr>
          <p:spPr>
            <a:xfrm>
              <a:off x="-38860325" y="3367475"/>
              <a:ext cx="228425" cy="170925"/>
            </a:xfrm>
            <a:custGeom>
              <a:rect b="b" l="l" r="r" t="t"/>
              <a:pathLst>
                <a:path extrusionOk="0" h="6837" w="91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8" name="Google Shape;5048;p62"/>
          <p:cNvGrpSpPr/>
          <p:nvPr/>
        </p:nvGrpSpPr>
        <p:grpSpPr>
          <a:xfrm>
            <a:off x="2170515" y="3126989"/>
            <a:ext cx="380081" cy="367111"/>
            <a:chOff x="-38905225" y="3591875"/>
            <a:chExt cx="325300" cy="314200"/>
          </a:xfrm>
        </p:grpSpPr>
        <p:sp>
          <p:nvSpPr>
            <p:cNvPr id="5049" name="Google Shape;5049;p62"/>
            <p:cNvSpPr/>
            <p:nvPr/>
          </p:nvSpPr>
          <p:spPr>
            <a:xfrm>
              <a:off x="-38716975" y="3591875"/>
              <a:ext cx="137050" cy="131625"/>
            </a:xfrm>
            <a:custGeom>
              <a:rect b="b" l="l" r="r" t="t"/>
              <a:pathLst>
                <a:path extrusionOk="0" h="5265" w="5482">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62"/>
            <p:cNvSpPr/>
            <p:nvPr/>
          </p:nvSpPr>
          <p:spPr>
            <a:xfrm>
              <a:off x="-38905225" y="3774675"/>
              <a:ext cx="137075" cy="131400"/>
            </a:xfrm>
            <a:custGeom>
              <a:rect b="b" l="l" r="r" t="t"/>
              <a:pathLst>
                <a:path extrusionOk="0" h="5256" w="5483">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62"/>
            <p:cNvSpPr/>
            <p:nvPr/>
          </p:nvSpPr>
          <p:spPr>
            <a:xfrm>
              <a:off x="-38891050" y="3599025"/>
              <a:ext cx="298525" cy="300900"/>
            </a:xfrm>
            <a:custGeom>
              <a:rect b="b" l="l" r="r" t="t"/>
              <a:pathLst>
                <a:path extrusionOk="0" h="12036" w="11941">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2" name="Google Shape;5052;p62"/>
          <p:cNvSpPr/>
          <p:nvPr/>
        </p:nvSpPr>
        <p:spPr>
          <a:xfrm>
            <a:off x="2178329" y="3636767"/>
            <a:ext cx="369974" cy="312927"/>
          </a:xfrm>
          <a:custGeom>
            <a:rect b="b" l="l" r="r" t="t"/>
            <a:pathLst>
              <a:path extrusionOk="0" h="10713" w="12666">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53" name="Google Shape;5053;p62"/>
          <p:cNvGrpSpPr/>
          <p:nvPr/>
        </p:nvGrpSpPr>
        <p:grpSpPr>
          <a:xfrm>
            <a:off x="3977265" y="3112069"/>
            <a:ext cx="290815" cy="369740"/>
            <a:chOff x="-37370925" y="3579105"/>
            <a:chExt cx="248900" cy="316450"/>
          </a:xfrm>
        </p:grpSpPr>
        <p:sp>
          <p:nvSpPr>
            <p:cNvPr id="5054" name="Google Shape;5054;p62"/>
            <p:cNvSpPr/>
            <p:nvPr/>
          </p:nvSpPr>
          <p:spPr>
            <a:xfrm>
              <a:off x="-37268550" y="3671055"/>
              <a:ext cx="83525" cy="82525"/>
            </a:xfrm>
            <a:custGeom>
              <a:rect b="b" l="l" r="r" t="t"/>
              <a:pathLst>
                <a:path extrusionOk="0" h="3301" w="334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62"/>
            <p:cNvSpPr/>
            <p:nvPr/>
          </p:nvSpPr>
          <p:spPr>
            <a:xfrm>
              <a:off x="-37370925" y="3579105"/>
              <a:ext cx="248900" cy="316450"/>
            </a:xfrm>
            <a:custGeom>
              <a:rect b="b" l="l" r="r" t="t"/>
              <a:pathLst>
                <a:path extrusionOk="0" h="12658" w="9956">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6" name="Google Shape;5056;p62"/>
          <p:cNvSpPr/>
          <p:nvPr/>
        </p:nvSpPr>
        <p:spPr>
          <a:xfrm>
            <a:off x="1677319" y="1311867"/>
            <a:ext cx="364453" cy="369419"/>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62"/>
          <p:cNvSpPr/>
          <p:nvPr/>
        </p:nvSpPr>
        <p:spPr>
          <a:xfrm>
            <a:off x="1702161" y="1747169"/>
            <a:ext cx="314767" cy="371814"/>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58" name="Google Shape;5058;p62"/>
          <p:cNvGrpSpPr/>
          <p:nvPr/>
        </p:nvGrpSpPr>
        <p:grpSpPr>
          <a:xfrm>
            <a:off x="1670640" y="2190140"/>
            <a:ext cx="371814" cy="369974"/>
            <a:chOff x="-42259725" y="3951100"/>
            <a:chExt cx="318225" cy="316650"/>
          </a:xfrm>
        </p:grpSpPr>
        <p:sp>
          <p:nvSpPr>
            <p:cNvPr id="5059" name="Google Shape;5059;p62"/>
            <p:cNvSpPr/>
            <p:nvPr/>
          </p:nvSpPr>
          <p:spPr>
            <a:xfrm>
              <a:off x="-42258150" y="3951100"/>
              <a:ext cx="316650" cy="123675"/>
            </a:xfrm>
            <a:custGeom>
              <a:rect b="b" l="l" r="r" t="t"/>
              <a:pathLst>
                <a:path extrusionOk="0" h="4947" w="12666">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62"/>
            <p:cNvSpPr/>
            <p:nvPr/>
          </p:nvSpPr>
          <p:spPr>
            <a:xfrm>
              <a:off x="-42259725" y="4096800"/>
              <a:ext cx="316650" cy="170950"/>
            </a:xfrm>
            <a:custGeom>
              <a:rect b="b" l="l" r="r" t="t"/>
              <a:pathLst>
                <a:path extrusionOk="0" h="6838" w="12666">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1" name="Google Shape;5061;p62"/>
          <p:cNvGrpSpPr/>
          <p:nvPr/>
        </p:nvGrpSpPr>
        <p:grpSpPr>
          <a:xfrm>
            <a:off x="3869002" y="1369161"/>
            <a:ext cx="370879" cy="337755"/>
            <a:chOff x="-40378075" y="3267450"/>
            <a:chExt cx="317425" cy="289075"/>
          </a:xfrm>
        </p:grpSpPr>
        <p:sp>
          <p:nvSpPr>
            <p:cNvPr id="5062" name="Google Shape;5062;p62"/>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62"/>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62"/>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62"/>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6" name="Google Shape;5066;p62"/>
          <p:cNvGrpSpPr/>
          <p:nvPr/>
        </p:nvGrpSpPr>
        <p:grpSpPr>
          <a:xfrm>
            <a:off x="3872668" y="1770429"/>
            <a:ext cx="363548" cy="369974"/>
            <a:chOff x="-40372575" y="3604550"/>
            <a:chExt cx="311150" cy="316650"/>
          </a:xfrm>
        </p:grpSpPr>
        <p:sp>
          <p:nvSpPr>
            <p:cNvPr id="5067" name="Google Shape;5067;p62"/>
            <p:cNvSpPr/>
            <p:nvPr/>
          </p:nvSpPr>
          <p:spPr>
            <a:xfrm>
              <a:off x="-40372575" y="3604550"/>
              <a:ext cx="311150" cy="134475"/>
            </a:xfrm>
            <a:custGeom>
              <a:rect b="b" l="l" r="r" t="t"/>
              <a:pathLst>
                <a:path extrusionOk="0" h="5379" w="12446">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62"/>
            <p:cNvSpPr/>
            <p:nvPr/>
          </p:nvSpPr>
          <p:spPr>
            <a:xfrm>
              <a:off x="-40312700" y="3730575"/>
              <a:ext cx="185100" cy="190625"/>
            </a:xfrm>
            <a:custGeom>
              <a:rect b="b" l="l" r="r" t="t"/>
              <a:pathLst>
                <a:path extrusionOk="0" h="7625" w="7404">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62"/>
            <p:cNvSpPr/>
            <p:nvPr/>
          </p:nvSpPr>
          <p:spPr>
            <a:xfrm>
              <a:off x="-40250475" y="3688025"/>
              <a:ext cx="66950" cy="20500"/>
            </a:xfrm>
            <a:custGeom>
              <a:rect b="b" l="l" r="r" t="t"/>
              <a:pathLst>
                <a:path extrusionOk="0" h="820" w="2678">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0" name="Google Shape;5070;p62"/>
          <p:cNvSpPr/>
          <p:nvPr/>
        </p:nvSpPr>
        <p:spPr>
          <a:xfrm>
            <a:off x="3876000" y="2213706"/>
            <a:ext cx="362613" cy="371902"/>
          </a:xfrm>
          <a:custGeom>
            <a:rect b="b" l="l" r="r" t="t"/>
            <a:pathLst>
              <a:path extrusionOk="0" h="12732" w="12414">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1" name="Google Shape;5071;p62"/>
          <p:cNvGrpSpPr/>
          <p:nvPr/>
        </p:nvGrpSpPr>
        <p:grpSpPr>
          <a:xfrm>
            <a:off x="2596617" y="2663092"/>
            <a:ext cx="399038" cy="372165"/>
            <a:chOff x="-38542250" y="3220175"/>
            <a:chExt cx="341525" cy="318525"/>
          </a:xfrm>
        </p:grpSpPr>
        <p:sp>
          <p:nvSpPr>
            <p:cNvPr id="5072" name="Google Shape;5072;p62"/>
            <p:cNvSpPr/>
            <p:nvPr/>
          </p:nvSpPr>
          <p:spPr>
            <a:xfrm>
              <a:off x="-38542250" y="3440725"/>
              <a:ext cx="101750" cy="97975"/>
            </a:xfrm>
            <a:custGeom>
              <a:rect b="b" l="l" r="r" t="t"/>
              <a:pathLst>
                <a:path extrusionOk="0" h="3919" w="407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62"/>
            <p:cNvSpPr/>
            <p:nvPr/>
          </p:nvSpPr>
          <p:spPr>
            <a:xfrm>
              <a:off x="-38494875" y="3354075"/>
              <a:ext cx="141800" cy="141025"/>
            </a:xfrm>
            <a:custGeom>
              <a:rect b="b" l="l" r="r" t="t"/>
              <a:pathLst>
                <a:path extrusionOk="0" h="5641" w="5672">
                  <a:moveTo>
                    <a:pt x="2742" y="1"/>
                  </a:moveTo>
                  <a:lnTo>
                    <a:pt x="1" y="2710"/>
                  </a:lnTo>
                  <a:lnTo>
                    <a:pt x="2931" y="5640"/>
                  </a:lnTo>
                  <a:lnTo>
                    <a:pt x="5671" y="2899"/>
                  </a:lnTo>
                  <a:lnTo>
                    <a:pt x="27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62"/>
            <p:cNvSpPr/>
            <p:nvPr/>
          </p:nvSpPr>
          <p:spPr>
            <a:xfrm>
              <a:off x="-38432050" y="3220175"/>
              <a:ext cx="231325" cy="192225"/>
            </a:xfrm>
            <a:custGeom>
              <a:rect b="b" l="l" r="r" t="t"/>
              <a:pathLst>
                <a:path extrusionOk="0" h="7689" w="9253">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5" name="Google Shape;5075;p62"/>
          <p:cNvGrpSpPr/>
          <p:nvPr/>
        </p:nvGrpSpPr>
        <p:grpSpPr>
          <a:xfrm>
            <a:off x="2618549" y="3122462"/>
            <a:ext cx="369974" cy="369068"/>
            <a:chOff x="-38537400" y="3588000"/>
            <a:chExt cx="316650" cy="315875"/>
          </a:xfrm>
        </p:grpSpPr>
        <p:sp>
          <p:nvSpPr>
            <p:cNvPr id="5076" name="Google Shape;5076;p62"/>
            <p:cNvSpPr/>
            <p:nvPr/>
          </p:nvSpPr>
          <p:spPr>
            <a:xfrm>
              <a:off x="-38327900" y="3719550"/>
              <a:ext cx="20500" cy="41750"/>
            </a:xfrm>
            <a:custGeom>
              <a:rect b="b" l="l" r="r" t="t"/>
              <a:pathLst>
                <a:path extrusionOk="0" h="1670" w="82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62"/>
            <p:cNvSpPr/>
            <p:nvPr/>
          </p:nvSpPr>
          <p:spPr>
            <a:xfrm>
              <a:off x="-38452350" y="3719550"/>
              <a:ext cx="21300" cy="41750"/>
            </a:xfrm>
            <a:custGeom>
              <a:rect b="b" l="l" r="r" t="t"/>
              <a:pathLst>
                <a:path extrusionOk="0" h="1670" w="852">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62"/>
            <p:cNvSpPr/>
            <p:nvPr/>
          </p:nvSpPr>
          <p:spPr>
            <a:xfrm>
              <a:off x="-38516925" y="3759700"/>
              <a:ext cx="275700" cy="144175"/>
            </a:xfrm>
            <a:custGeom>
              <a:rect b="b" l="l" r="r" t="t"/>
              <a:pathLst>
                <a:path extrusionOk="0" h="5767" w="11028">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62"/>
            <p:cNvSpPr/>
            <p:nvPr/>
          </p:nvSpPr>
          <p:spPr>
            <a:xfrm>
              <a:off x="-38537400" y="3588000"/>
              <a:ext cx="316650" cy="151250"/>
            </a:xfrm>
            <a:custGeom>
              <a:rect b="b" l="l" r="r" t="t"/>
              <a:pathLst>
                <a:path extrusionOk="0" h="6050" w="12666">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0" name="Google Shape;5080;p62"/>
          <p:cNvGrpSpPr/>
          <p:nvPr/>
        </p:nvGrpSpPr>
        <p:grpSpPr>
          <a:xfrm>
            <a:off x="2617629" y="3579991"/>
            <a:ext cx="371814" cy="369974"/>
            <a:chOff x="-38538975" y="3954250"/>
            <a:chExt cx="318225" cy="316650"/>
          </a:xfrm>
        </p:grpSpPr>
        <p:sp>
          <p:nvSpPr>
            <p:cNvPr id="5081" name="Google Shape;5081;p62"/>
            <p:cNvSpPr/>
            <p:nvPr/>
          </p:nvSpPr>
          <p:spPr>
            <a:xfrm>
              <a:off x="-38538975" y="3954250"/>
              <a:ext cx="254425" cy="253625"/>
            </a:xfrm>
            <a:custGeom>
              <a:rect b="b" l="l" r="r" t="t"/>
              <a:pathLst>
                <a:path extrusionOk="0" h="10145" w="10177">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62"/>
            <p:cNvSpPr/>
            <p:nvPr/>
          </p:nvSpPr>
          <p:spPr>
            <a:xfrm>
              <a:off x="-38496450" y="4081725"/>
              <a:ext cx="275700" cy="189175"/>
            </a:xfrm>
            <a:custGeom>
              <a:rect b="b" l="l" r="r" t="t"/>
              <a:pathLst>
                <a:path extrusionOk="0" h="7567" w="11028">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62"/>
          <p:cNvGrpSpPr/>
          <p:nvPr/>
        </p:nvGrpSpPr>
        <p:grpSpPr>
          <a:xfrm>
            <a:off x="3934941" y="3574918"/>
            <a:ext cx="375465" cy="371814"/>
            <a:chOff x="-37385100" y="3949908"/>
            <a:chExt cx="321350" cy="318225"/>
          </a:xfrm>
        </p:grpSpPr>
        <p:sp>
          <p:nvSpPr>
            <p:cNvPr id="5084" name="Google Shape;5084;p62"/>
            <p:cNvSpPr/>
            <p:nvPr/>
          </p:nvSpPr>
          <p:spPr>
            <a:xfrm>
              <a:off x="-37190575" y="4145233"/>
              <a:ext cx="126825" cy="122900"/>
            </a:xfrm>
            <a:custGeom>
              <a:rect b="b" l="l" r="r" t="t"/>
              <a:pathLst>
                <a:path extrusionOk="0" h="4916" w="5073">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62"/>
            <p:cNvSpPr/>
            <p:nvPr/>
          </p:nvSpPr>
          <p:spPr>
            <a:xfrm>
              <a:off x="-37385100" y="3949908"/>
              <a:ext cx="248125" cy="248950"/>
            </a:xfrm>
            <a:custGeom>
              <a:rect b="b" l="l" r="r" t="t"/>
              <a:pathLst>
                <a:path extrusionOk="0" h="9958" w="9925">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6" name="Google Shape;5086;p62"/>
          <p:cNvGrpSpPr/>
          <p:nvPr/>
        </p:nvGrpSpPr>
        <p:grpSpPr>
          <a:xfrm>
            <a:off x="2110600" y="1310478"/>
            <a:ext cx="370909" cy="370675"/>
            <a:chOff x="-41895050" y="3217225"/>
            <a:chExt cx="317450" cy="317250"/>
          </a:xfrm>
        </p:grpSpPr>
        <p:sp>
          <p:nvSpPr>
            <p:cNvPr id="5087" name="Google Shape;5087;p62"/>
            <p:cNvSpPr/>
            <p:nvPr/>
          </p:nvSpPr>
          <p:spPr>
            <a:xfrm>
              <a:off x="-41895050" y="3273750"/>
              <a:ext cx="41775" cy="245750"/>
            </a:xfrm>
            <a:custGeom>
              <a:rect b="b" l="l" r="r" t="t"/>
              <a:pathLst>
                <a:path extrusionOk="0" h="9830" w="1671">
                  <a:moveTo>
                    <a:pt x="1" y="0"/>
                  </a:moveTo>
                  <a:lnTo>
                    <a:pt x="1" y="9830"/>
                  </a:lnTo>
                  <a:lnTo>
                    <a:pt x="1670" y="8192"/>
                  </a:lnTo>
                  <a:lnTo>
                    <a:pt x="1670" y="1639"/>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62"/>
            <p:cNvSpPr/>
            <p:nvPr/>
          </p:nvSpPr>
          <p:spPr>
            <a:xfrm>
              <a:off x="-41619375" y="3273750"/>
              <a:ext cx="41775" cy="245750"/>
            </a:xfrm>
            <a:custGeom>
              <a:rect b="b" l="l" r="r" t="t"/>
              <a:pathLst>
                <a:path extrusionOk="0" h="9830" w="1671">
                  <a:moveTo>
                    <a:pt x="1670" y="0"/>
                  </a:moveTo>
                  <a:lnTo>
                    <a:pt x="0" y="1639"/>
                  </a:lnTo>
                  <a:lnTo>
                    <a:pt x="0" y="8192"/>
                  </a:lnTo>
                  <a:lnTo>
                    <a:pt x="1670" y="9830"/>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62"/>
            <p:cNvSpPr/>
            <p:nvPr/>
          </p:nvSpPr>
          <p:spPr>
            <a:xfrm>
              <a:off x="-41832825" y="3321000"/>
              <a:ext cx="193000" cy="151250"/>
            </a:xfrm>
            <a:custGeom>
              <a:rect b="b" l="l" r="r" t="t"/>
              <a:pathLst>
                <a:path extrusionOk="0" h="6050" w="772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62"/>
            <p:cNvSpPr/>
            <p:nvPr/>
          </p:nvSpPr>
          <p:spPr>
            <a:xfrm>
              <a:off x="-41880075" y="3493500"/>
              <a:ext cx="287500" cy="40975"/>
            </a:xfrm>
            <a:custGeom>
              <a:rect b="b" l="l" r="r" t="t"/>
              <a:pathLst>
                <a:path extrusionOk="0" h="1639" w="11500">
                  <a:moveTo>
                    <a:pt x="1639" y="0"/>
                  </a:moveTo>
                  <a:lnTo>
                    <a:pt x="0" y="1638"/>
                  </a:lnTo>
                  <a:lnTo>
                    <a:pt x="11500" y="1638"/>
                  </a:lnTo>
                  <a:lnTo>
                    <a:pt x="9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62"/>
            <p:cNvSpPr/>
            <p:nvPr/>
          </p:nvSpPr>
          <p:spPr>
            <a:xfrm>
              <a:off x="-41880875" y="3217225"/>
              <a:ext cx="288300" cy="83325"/>
            </a:xfrm>
            <a:custGeom>
              <a:rect b="b" l="l" r="r" t="t"/>
              <a:pathLst>
                <a:path extrusionOk="0" h="3333" w="11532">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2" name="Google Shape;5092;p62"/>
          <p:cNvGrpSpPr/>
          <p:nvPr/>
        </p:nvGrpSpPr>
        <p:grpSpPr>
          <a:xfrm>
            <a:off x="2110148" y="1747412"/>
            <a:ext cx="371814" cy="369974"/>
            <a:chOff x="-41893475" y="3584850"/>
            <a:chExt cx="318225" cy="316650"/>
          </a:xfrm>
        </p:grpSpPr>
        <p:sp>
          <p:nvSpPr>
            <p:cNvPr id="5093" name="Google Shape;5093;p62"/>
            <p:cNvSpPr/>
            <p:nvPr/>
          </p:nvSpPr>
          <p:spPr>
            <a:xfrm>
              <a:off x="-41827300" y="3715600"/>
              <a:ext cx="186675" cy="185900"/>
            </a:xfrm>
            <a:custGeom>
              <a:rect b="b" l="l" r="r" t="t"/>
              <a:pathLst>
                <a:path extrusionOk="0" h="7436" w="7467">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62"/>
            <p:cNvSpPr/>
            <p:nvPr/>
          </p:nvSpPr>
          <p:spPr>
            <a:xfrm>
              <a:off x="-41726500" y="3586725"/>
              <a:ext cx="151250" cy="147800"/>
            </a:xfrm>
            <a:custGeom>
              <a:rect b="b" l="l" r="r" t="t"/>
              <a:pathLst>
                <a:path extrusionOk="0" h="5912" w="605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62"/>
            <p:cNvSpPr/>
            <p:nvPr/>
          </p:nvSpPr>
          <p:spPr>
            <a:xfrm>
              <a:off x="-41808400" y="3584850"/>
              <a:ext cx="148100" cy="89825"/>
            </a:xfrm>
            <a:custGeom>
              <a:rect b="b" l="l" r="r" t="t"/>
              <a:pathLst>
                <a:path extrusionOk="0" h="3593" w="5924">
                  <a:moveTo>
                    <a:pt x="0" y="1"/>
                  </a:moveTo>
                  <a:lnTo>
                    <a:pt x="2962" y="3592"/>
                  </a:lnTo>
                  <a:lnTo>
                    <a:pt x="5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62"/>
            <p:cNvSpPr/>
            <p:nvPr/>
          </p:nvSpPr>
          <p:spPr>
            <a:xfrm>
              <a:off x="-41893475" y="3586725"/>
              <a:ext cx="148875" cy="147025"/>
            </a:xfrm>
            <a:custGeom>
              <a:rect b="b" l="l" r="r" t="t"/>
              <a:pathLst>
                <a:path extrusionOk="0" h="5881" w="5955">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7" name="Google Shape;5097;p62"/>
          <p:cNvSpPr/>
          <p:nvPr/>
        </p:nvSpPr>
        <p:spPr>
          <a:xfrm>
            <a:off x="2113120" y="2191712"/>
            <a:ext cx="371814" cy="369302"/>
          </a:xfrm>
          <a:custGeom>
            <a:rect b="b" l="l" r="r" t="t"/>
            <a:pathLst>
              <a:path extrusionOk="0" h="12643" w="12729">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62"/>
          <p:cNvSpPr/>
          <p:nvPr/>
        </p:nvSpPr>
        <p:spPr>
          <a:xfrm>
            <a:off x="824879" y="2684050"/>
            <a:ext cx="438997" cy="369039"/>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9" name="Google Shape;5099;p62"/>
          <p:cNvGrpSpPr/>
          <p:nvPr/>
        </p:nvGrpSpPr>
        <p:grpSpPr>
          <a:xfrm>
            <a:off x="880176" y="3142704"/>
            <a:ext cx="337522" cy="370909"/>
            <a:chOff x="-39998250" y="3605325"/>
            <a:chExt cx="288875" cy="317450"/>
          </a:xfrm>
        </p:grpSpPr>
        <p:sp>
          <p:nvSpPr>
            <p:cNvPr id="5100" name="Google Shape;5100;p62"/>
            <p:cNvSpPr/>
            <p:nvPr/>
          </p:nvSpPr>
          <p:spPr>
            <a:xfrm>
              <a:off x="-39998250" y="3799600"/>
              <a:ext cx="288875" cy="123175"/>
            </a:xfrm>
            <a:custGeom>
              <a:rect b="b" l="l" r="r" t="t"/>
              <a:pathLst>
                <a:path extrusionOk="0" h="4927" w="11555">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62"/>
            <p:cNvSpPr/>
            <p:nvPr/>
          </p:nvSpPr>
          <p:spPr>
            <a:xfrm>
              <a:off x="-39940950" y="3605325"/>
              <a:ext cx="160700" cy="212050"/>
            </a:xfrm>
            <a:custGeom>
              <a:rect b="b" l="l" r="r" t="t"/>
              <a:pathLst>
                <a:path extrusionOk="0" h="8482" w="6428">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2" name="Google Shape;5102;p62"/>
          <p:cNvGrpSpPr/>
          <p:nvPr/>
        </p:nvGrpSpPr>
        <p:grpSpPr>
          <a:xfrm>
            <a:off x="863950" y="3601168"/>
            <a:ext cx="369974" cy="369945"/>
            <a:chOff x="-40011050" y="3972375"/>
            <a:chExt cx="316650" cy="316625"/>
          </a:xfrm>
        </p:grpSpPr>
        <p:sp>
          <p:nvSpPr>
            <p:cNvPr id="5103" name="Google Shape;5103;p62"/>
            <p:cNvSpPr/>
            <p:nvPr/>
          </p:nvSpPr>
          <p:spPr>
            <a:xfrm>
              <a:off x="-40011050" y="3972375"/>
              <a:ext cx="316650" cy="232350"/>
            </a:xfrm>
            <a:custGeom>
              <a:rect b="b" l="l" r="r" t="t"/>
              <a:pathLst>
                <a:path extrusionOk="0" h="9294" w="12666">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62"/>
            <p:cNvSpPr/>
            <p:nvPr/>
          </p:nvSpPr>
          <p:spPr>
            <a:xfrm>
              <a:off x="-39950400" y="4225975"/>
              <a:ext cx="194575" cy="63025"/>
            </a:xfrm>
            <a:custGeom>
              <a:rect b="b" l="l" r="r" t="t"/>
              <a:pathLst>
                <a:path extrusionOk="0" h="2521" w="7783">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5" name="Google Shape;5105;p62"/>
          <p:cNvGrpSpPr/>
          <p:nvPr/>
        </p:nvGrpSpPr>
        <p:grpSpPr>
          <a:xfrm>
            <a:off x="3095881" y="2665867"/>
            <a:ext cx="266921" cy="369039"/>
            <a:chOff x="-38129425" y="3222550"/>
            <a:chExt cx="228450" cy="315850"/>
          </a:xfrm>
        </p:grpSpPr>
        <p:sp>
          <p:nvSpPr>
            <p:cNvPr id="5106" name="Google Shape;5106;p62"/>
            <p:cNvSpPr/>
            <p:nvPr/>
          </p:nvSpPr>
          <p:spPr>
            <a:xfrm>
              <a:off x="-38129425" y="3222550"/>
              <a:ext cx="228450" cy="227650"/>
            </a:xfrm>
            <a:custGeom>
              <a:rect b="b" l="l" r="r" t="t"/>
              <a:pathLst>
                <a:path extrusionOk="0" h="9106" w="9138">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62"/>
            <p:cNvSpPr/>
            <p:nvPr/>
          </p:nvSpPr>
          <p:spPr>
            <a:xfrm>
              <a:off x="-38067200" y="3470650"/>
              <a:ext cx="103200" cy="67750"/>
            </a:xfrm>
            <a:custGeom>
              <a:rect b="b" l="l" r="r" t="t"/>
              <a:pathLst>
                <a:path extrusionOk="0" h="2710" w="4128">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8" name="Google Shape;5108;p62"/>
          <p:cNvGrpSpPr/>
          <p:nvPr/>
        </p:nvGrpSpPr>
        <p:grpSpPr>
          <a:xfrm>
            <a:off x="3050850" y="3122462"/>
            <a:ext cx="371785" cy="369974"/>
            <a:chOff x="-38172725" y="3588000"/>
            <a:chExt cx="318200" cy="316650"/>
          </a:xfrm>
        </p:grpSpPr>
        <p:sp>
          <p:nvSpPr>
            <p:cNvPr id="5109" name="Google Shape;5109;p62"/>
            <p:cNvSpPr/>
            <p:nvPr/>
          </p:nvSpPr>
          <p:spPr>
            <a:xfrm>
              <a:off x="-38171150" y="3760050"/>
              <a:ext cx="98475" cy="91050"/>
            </a:xfrm>
            <a:custGeom>
              <a:rect b="b" l="l" r="r" t="t"/>
              <a:pathLst>
                <a:path extrusionOk="0" h="3642" w="3939">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62"/>
            <p:cNvSpPr/>
            <p:nvPr/>
          </p:nvSpPr>
          <p:spPr>
            <a:xfrm>
              <a:off x="-38172725" y="3641575"/>
              <a:ext cx="144150" cy="133900"/>
            </a:xfrm>
            <a:custGeom>
              <a:rect b="b" l="l" r="r" t="t"/>
              <a:pathLst>
                <a:path extrusionOk="0" h="5356" w="576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62"/>
            <p:cNvSpPr/>
            <p:nvPr/>
          </p:nvSpPr>
          <p:spPr>
            <a:xfrm>
              <a:off x="-38117600" y="3806975"/>
              <a:ext cx="77200" cy="94525"/>
            </a:xfrm>
            <a:custGeom>
              <a:rect b="b" l="l" r="r" t="t"/>
              <a:pathLst>
                <a:path extrusionOk="0" h="3781" w="3088">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62"/>
            <p:cNvSpPr/>
            <p:nvPr/>
          </p:nvSpPr>
          <p:spPr>
            <a:xfrm>
              <a:off x="-37997875" y="3716375"/>
              <a:ext cx="143350" cy="135500"/>
            </a:xfrm>
            <a:custGeom>
              <a:rect b="b" l="l" r="r" t="t"/>
              <a:pathLst>
                <a:path extrusionOk="0" h="5420" w="5734">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62"/>
            <p:cNvSpPr/>
            <p:nvPr/>
          </p:nvSpPr>
          <p:spPr>
            <a:xfrm>
              <a:off x="-38044350" y="3761275"/>
              <a:ext cx="135500" cy="143375"/>
            </a:xfrm>
            <a:custGeom>
              <a:rect b="b" l="l" r="r" t="t"/>
              <a:pathLst>
                <a:path extrusionOk="0" h="5735" w="542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62"/>
            <p:cNvSpPr/>
            <p:nvPr/>
          </p:nvSpPr>
          <p:spPr>
            <a:xfrm>
              <a:off x="-37997875" y="3588800"/>
              <a:ext cx="89025" cy="97675"/>
            </a:xfrm>
            <a:custGeom>
              <a:rect b="b" l="l" r="r" t="t"/>
              <a:pathLst>
                <a:path extrusionOk="0" h="3907" w="3561">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62"/>
            <p:cNvSpPr/>
            <p:nvPr/>
          </p:nvSpPr>
          <p:spPr>
            <a:xfrm>
              <a:off x="-38117600" y="3588000"/>
              <a:ext cx="135500" cy="143375"/>
            </a:xfrm>
            <a:custGeom>
              <a:rect b="b" l="l" r="r" t="t"/>
              <a:pathLst>
                <a:path extrusionOk="0" h="5735" w="542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62"/>
            <p:cNvSpPr/>
            <p:nvPr/>
          </p:nvSpPr>
          <p:spPr>
            <a:xfrm>
              <a:off x="-37953000" y="3641575"/>
              <a:ext cx="97700" cy="86350"/>
            </a:xfrm>
            <a:custGeom>
              <a:rect b="b" l="l" r="r" t="t"/>
              <a:pathLst>
                <a:path extrusionOk="0" h="3454" w="3908">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7" name="Google Shape;5117;p62"/>
          <p:cNvGrpSpPr/>
          <p:nvPr/>
        </p:nvGrpSpPr>
        <p:grpSpPr>
          <a:xfrm>
            <a:off x="3126752" y="3580897"/>
            <a:ext cx="219981" cy="369974"/>
            <a:chOff x="-38109725" y="3955025"/>
            <a:chExt cx="188275" cy="316650"/>
          </a:xfrm>
        </p:grpSpPr>
        <p:sp>
          <p:nvSpPr>
            <p:cNvPr id="5118" name="Google Shape;5118;p62"/>
            <p:cNvSpPr/>
            <p:nvPr/>
          </p:nvSpPr>
          <p:spPr>
            <a:xfrm>
              <a:off x="-38109725" y="3955025"/>
              <a:ext cx="188275" cy="220575"/>
            </a:xfrm>
            <a:custGeom>
              <a:rect b="b" l="l" r="r" t="t"/>
              <a:pathLst>
                <a:path extrusionOk="0" h="8823" w="7531">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62"/>
            <p:cNvSpPr/>
            <p:nvPr/>
          </p:nvSpPr>
          <p:spPr>
            <a:xfrm>
              <a:off x="-38067200" y="4196050"/>
              <a:ext cx="104775" cy="75625"/>
            </a:xfrm>
            <a:custGeom>
              <a:rect b="b" l="l" r="r" t="t"/>
              <a:pathLst>
                <a:path extrusionOk="0" h="3025" w="4191">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0" name="Google Shape;5120;p62"/>
          <p:cNvSpPr/>
          <p:nvPr/>
        </p:nvSpPr>
        <p:spPr>
          <a:xfrm>
            <a:off x="2228355" y="4040658"/>
            <a:ext cx="383790" cy="370266"/>
          </a:xfrm>
          <a:custGeom>
            <a:rect b="b" l="l" r="r" t="t"/>
            <a:pathLst>
              <a:path extrusionOk="0" h="12676" w="13139">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1" name="Google Shape;5121;p62"/>
          <p:cNvGrpSpPr/>
          <p:nvPr/>
        </p:nvGrpSpPr>
        <p:grpSpPr>
          <a:xfrm>
            <a:off x="2542151" y="1312318"/>
            <a:ext cx="373654" cy="369068"/>
            <a:chOff x="-41530375" y="3218800"/>
            <a:chExt cx="319800" cy="315875"/>
          </a:xfrm>
        </p:grpSpPr>
        <p:sp>
          <p:nvSpPr>
            <p:cNvPr id="5122" name="Google Shape;5122;p62"/>
            <p:cNvSpPr/>
            <p:nvPr/>
          </p:nvSpPr>
          <p:spPr>
            <a:xfrm>
              <a:off x="-41530375" y="3337550"/>
              <a:ext cx="199300" cy="197125"/>
            </a:xfrm>
            <a:custGeom>
              <a:rect b="b" l="l" r="r" t="t"/>
              <a:pathLst>
                <a:path extrusionOk="0" h="7885" w="7972">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62"/>
            <p:cNvSpPr/>
            <p:nvPr/>
          </p:nvSpPr>
          <p:spPr>
            <a:xfrm>
              <a:off x="-41435075" y="3218800"/>
              <a:ext cx="224500" cy="221950"/>
            </a:xfrm>
            <a:custGeom>
              <a:rect b="b" l="l" r="r" t="t"/>
              <a:pathLst>
                <a:path extrusionOk="0" h="8878" w="898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4" name="Google Shape;5124;p62"/>
          <p:cNvGrpSpPr/>
          <p:nvPr/>
        </p:nvGrpSpPr>
        <p:grpSpPr>
          <a:xfrm>
            <a:off x="2544444" y="1827476"/>
            <a:ext cx="369068" cy="289004"/>
            <a:chOff x="-41526450" y="3653375"/>
            <a:chExt cx="315875" cy="247350"/>
          </a:xfrm>
        </p:grpSpPr>
        <p:sp>
          <p:nvSpPr>
            <p:cNvPr id="5125" name="Google Shape;5125;p62"/>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62"/>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7" name="Google Shape;5127;p62"/>
          <p:cNvGrpSpPr/>
          <p:nvPr/>
        </p:nvGrpSpPr>
        <p:grpSpPr>
          <a:xfrm>
            <a:off x="2545831" y="2190140"/>
            <a:ext cx="366293" cy="369974"/>
            <a:chOff x="-41526450" y="3951100"/>
            <a:chExt cx="313500" cy="316650"/>
          </a:xfrm>
        </p:grpSpPr>
        <p:sp>
          <p:nvSpPr>
            <p:cNvPr id="5128" name="Google Shape;5128;p62"/>
            <p:cNvSpPr/>
            <p:nvPr/>
          </p:nvSpPr>
          <p:spPr>
            <a:xfrm>
              <a:off x="-41483125" y="4041675"/>
              <a:ext cx="226075" cy="226075"/>
            </a:xfrm>
            <a:custGeom>
              <a:rect b="b" l="l" r="r" t="t"/>
              <a:pathLst>
                <a:path extrusionOk="0" h="9043" w="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62"/>
            <p:cNvSpPr/>
            <p:nvPr/>
          </p:nvSpPr>
          <p:spPr>
            <a:xfrm>
              <a:off x="-41422475" y="4114925"/>
              <a:ext cx="104775" cy="104775"/>
            </a:xfrm>
            <a:custGeom>
              <a:rect b="b" l="l" r="r" t="t"/>
              <a:pathLst>
                <a:path extrusionOk="0" h="4191" w="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62"/>
            <p:cNvSpPr/>
            <p:nvPr/>
          </p:nvSpPr>
          <p:spPr>
            <a:xfrm>
              <a:off x="-41526450" y="3951100"/>
              <a:ext cx="313500" cy="165575"/>
            </a:xfrm>
            <a:custGeom>
              <a:rect b="b" l="l" r="r" t="t"/>
              <a:pathLst>
                <a:path extrusionOk="0" h="6623" w="1254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1" name="Google Shape;5131;p62"/>
          <p:cNvGrpSpPr/>
          <p:nvPr/>
        </p:nvGrpSpPr>
        <p:grpSpPr>
          <a:xfrm>
            <a:off x="1311086" y="2684269"/>
            <a:ext cx="339595" cy="371814"/>
            <a:chOff x="-39625900" y="3238300"/>
            <a:chExt cx="290650" cy="318225"/>
          </a:xfrm>
        </p:grpSpPr>
        <p:sp>
          <p:nvSpPr>
            <p:cNvPr id="5132" name="Google Shape;5132;p62"/>
            <p:cNvSpPr/>
            <p:nvPr/>
          </p:nvSpPr>
          <p:spPr>
            <a:xfrm>
              <a:off x="-39625900" y="3238300"/>
              <a:ext cx="290650" cy="318225"/>
            </a:xfrm>
            <a:custGeom>
              <a:rect b="b" l="l" r="r" t="t"/>
              <a:pathLst>
                <a:path extrusionOk="0" h="12729" w="11626">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62"/>
            <p:cNvSpPr/>
            <p:nvPr/>
          </p:nvSpPr>
          <p:spPr>
            <a:xfrm>
              <a:off x="-39521150" y="3328875"/>
              <a:ext cx="82725" cy="227650"/>
            </a:xfrm>
            <a:custGeom>
              <a:rect b="b" l="l" r="r" t="t"/>
              <a:pathLst>
                <a:path extrusionOk="0" h="9106" w="3309">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34" name="Google Shape;5134;p62"/>
          <p:cNvSpPr/>
          <p:nvPr/>
        </p:nvSpPr>
        <p:spPr>
          <a:xfrm>
            <a:off x="1333259" y="3143395"/>
            <a:ext cx="315672" cy="369974"/>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5" name="Google Shape;5135;p62"/>
          <p:cNvGrpSpPr/>
          <p:nvPr/>
        </p:nvGrpSpPr>
        <p:grpSpPr>
          <a:xfrm>
            <a:off x="1305137" y="3600730"/>
            <a:ext cx="366293" cy="370441"/>
            <a:chOff x="-39647175" y="3972000"/>
            <a:chExt cx="313500" cy="317050"/>
          </a:xfrm>
        </p:grpSpPr>
        <p:sp>
          <p:nvSpPr>
            <p:cNvPr id="5136" name="Google Shape;5136;p62"/>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62"/>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62"/>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9" name="Google Shape;5139;p62"/>
          <p:cNvGrpSpPr/>
          <p:nvPr/>
        </p:nvGrpSpPr>
        <p:grpSpPr>
          <a:xfrm>
            <a:off x="3474265" y="2664728"/>
            <a:ext cx="375495" cy="370879"/>
            <a:chOff x="-37808850" y="3221575"/>
            <a:chExt cx="321375" cy="317425"/>
          </a:xfrm>
        </p:grpSpPr>
        <p:sp>
          <p:nvSpPr>
            <p:cNvPr id="5140" name="Google Shape;5140;p62"/>
            <p:cNvSpPr/>
            <p:nvPr/>
          </p:nvSpPr>
          <p:spPr>
            <a:xfrm>
              <a:off x="-37808850" y="3294050"/>
              <a:ext cx="261500" cy="244950"/>
            </a:xfrm>
            <a:custGeom>
              <a:rect b="b" l="l" r="r" t="t"/>
              <a:pathLst>
                <a:path extrusionOk="0" h="9798" w="1046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62"/>
            <p:cNvSpPr/>
            <p:nvPr/>
          </p:nvSpPr>
          <p:spPr>
            <a:xfrm>
              <a:off x="-37601700" y="3221575"/>
              <a:ext cx="114225" cy="111275"/>
            </a:xfrm>
            <a:custGeom>
              <a:rect b="b" l="l" r="r" t="t"/>
              <a:pathLst>
                <a:path extrusionOk="0" h="4451" w="4569">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2" name="Google Shape;5142;p62"/>
          <p:cNvGrpSpPr/>
          <p:nvPr/>
        </p:nvGrpSpPr>
        <p:grpSpPr>
          <a:xfrm>
            <a:off x="3483038" y="3186759"/>
            <a:ext cx="372749" cy="241158"/>
            <a:chOff x="-37806500" y="3643030"/>
            <a:chExt cx="319025" cy="206400"/>
          </a:xfrm>
        </p:grpSpPr>
        <p:sp>
          <p:nvSpPr>
            <p:cNvPr id="5143" name="Google Shape;5143;p62"/>
            <p:cNvSpPr/>
            <p:nvPr/>
          </p:nvSpPr>
          <p:spPr>
            <a:xfrm>
              <a:off x="-37615100" y="3759700"/>
              <a:ext cx="62250" cy="62250"/>
            </a:xfrm>
            <a:custGeom>
              <a:rect b="b" l="l" r="r" t="t"/>
              <a:pathLst>
                <a:path extrusionOk="0" h="2490" w="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62"/>
            <p:cNvSpPr/>
            <p:nvPr/>
          </p:nvSpPr>
          <p:spPr>
            <a:xfrm>
              <a:off x="-37806500" y="3643030"/>
              <a:ext cx="319025" cy="206400"/>
            </a:xfrm>
            <a:custGeom>
              <a:rect b="b" l="l" r="r" t="t"/>
              <a:pathLst>
                <a:path extrusionOk="0" h="8256" w="12761">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5" name="Google Shape;5145;p62"/>
          <p:cNvGrpSpPr/>
          <p:nvPr/>
        </p:nvGrpSpPr>
        <p:grpSpPr>
          <a:xfrm>
            <a:off x="3485346" y="3579056"/>
            <a:ext cx="368134" cy="371814"/>
            <a:chOff x="-37804925" y="3953450"/>
            <a:chExt cx="315075" cy="318225"/>
          </a:xfrm>
        </p:grpSpPr>
        <p:sp>
          <p:nvSpPr>
            <p:cNvPr id="5146" name="Google Shape;5146;p62"/>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62"/>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62"/>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9" name="Google Shape;5149;p62"/>
          <p:cNvSpPr/>
          <p:nvPr/>
        </p:nvSpPr>
        <p:spPr>
          <a:xfrm>
            <a:off x="2734290" y="4043800"/>
            <a:ext cx="265986" cy="369039"/>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50" name="Google Shape;5150;p62"/>
          <p:cNvGrpSpPr/>
          <p:nvPr/>
        </p:nvGrpSpPr>
        <p:grpSpPr>
          <a:xfrm>
            <a:off x="4840364" y="1328538"/>
            <a:ext cx="355663" cy="308725"/>
            <a:chOff x="-28462125" y="3199700"/>
            <a:chExt cx="298550" cy="259150"/>
          </a:xfrm>
        </p:grpSpPr>
        <p:sp>
          <p:nvSpPr>
            <p:cNvPr id="5151" name="Google Shape;5151;p62"/>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62"/>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62"/>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4" name="Google Shape;5154;p62"/>
          <p:cNvGrpSpPr/>
          <p:nvPr/>
        </p:nvGrpSpPr>
        <p:grpSpPr>
          <a:xfrm>
            <a:off x="4841317" y="1763228"/>
            <a:ext cx="353757" cy="352833"/>
            <a:chOff x="-28461325" y="3545475"/>
            <a:chExt cx="296950" cy="296175"/>
          </a:xfrm>
        </p:grpSpPr>
        <p:sp>
          <p:nvSpPr>
            <p:cNvPr id="5155" name="Google Shape;5155;p62"/>
            <p:cNvSpPr/>
            <p:nvPr/>
          </p:nvSpPr>
          <p:spPr>
            <a:xfrm>
              <a:off x="-28461325" y="3666775"/>
              <a:ext cx="34675" cy="52775"/>
            </a:xfrm>
            <a:custGeom>
              <a:rect b="b" l="l" r="r" t="t"/>
              <a:pathLst>
                <a:path extrusionOk="0" h="2111" w="1387">
                  <a:moveTo>
                    <a:pt x="0" y="0"/>
                  </a:moveTo>
                  <a:lnTo>
                    <a:pt x="0" y="2111"/>
                  </a:lnTo>
                  <a:lnTo>
                    <a:pt x="1386" y="2111"/>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62"/>
            <p:cNvSpPr/>
            <p:nvPr/>
          </p:nvSpPr>
          <p:spPr>
            <a:xfrm>
              <a:off x="-28461325" y="3737650"/>
              <a:ext cx="52775" cy="17350"/>
            </a:xfrm>
            <a:custGeom>
              <a:rect b="b" l="l" r="r" t="t"/>
              <a:pathLst>
                <a:path extrusionOk="0" h="694" w="2111">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62"/>
            <p:cNvSpPr/>
            <p:nvPr/>
          </p:nvSpPr>
          <p:spPr>
            <a:xfrm>
              <a:off x="-28461325" y="3632100"/>
              <a:ext cx="52775" cy="17375"/>
            </a:xfrm>
            <a:custGeom>
              <a:rect b="b" l="l" r="r" t="t"/>
              <a:pathLst>
                <a:path extrusionOk="0" h="695" w="2111">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62"/>
            <p:cNvSpPr/>
            <p:nvPr/>
          </p:nvSpPr>
          <p:spPr>
            <a:xfrm>
              <a:off x="-28460550" y="3545475"/>
              <a:ext cx="296175" cy="296175"/>
            </a:xfrm>
            <a:custGeom>
              <a:rect b="b" l="l" r="r" t="t"/>
              <a:pathLst>
                <a:path extrusionOk="0" h="11847" w="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62"/>
            <p:cNvSpPr/>
            <p:nvPr/>
          </p:nvSpPr>
          <p:spPr>
            <a:xfrm>
              <a:off x="-28347925" y="3649450"/>
              <a:ext cx="86675" cy="86650"/>
            </a:xfrm>
            <a:custGeom>
              <a:rect b="b" l="l" r="r" t="t"/>
              <a:pathLst>
                <a:path extrusionOk="0" h="3466" w="3467">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62"/>
            <p:cNvSpPr/>
            <p:nvPr/>
          </p:nvSpPr>
          <p:spPr>
            <a:xfrm>
              <a:off x="-28408550" y="3597450"/>
              <a:ext cx="191400" cy="192200"/>
            </a:xfrm>
            <a:custGeom>
              <a:rect b="b" l="l" r="r" t="t"/>
              <a:pathLst>
                <a:path extrusionOk="0" h="7688" w="7656">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1" name="Google Shape;5161;p62"/>
          <p:cNvGrpSpPr/>
          <p:nvPr/>
        </p:nvGrpSpPr>
        <p:grpSpPr>
          <a:xfrm>
            <a:off x="4837550" y="2213272"/>
            <a:ext cx="361292" cy="352803"/>
            <a:chOff x="-28463700" y="3914875"/>
            <a:chExt cx="303275" cy="296150"/>
          </a:xfrm>
        </p:grpSpPr>
        <p:sp>
          <p:nvSpPr>
            <p:cNvPr id="5162" name="Google Shape;5162;p62"/>
            <p:cNvSpPr/>
            <p:nvPr/>
          </p:nvSpPr>
          <p:spPr>
            <a:xfrm>
              <a:off x="-28333725" y="4057375"/>
              <a:ext cx="86650" cy="64650"/>
            </a:xfrm>
            <a:custGeom>
              <a:rect b="b" l="l" r="r" t="t"/>
              <a:pathLst>
                <a:path extrusionOk="0" h="2586" w="346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62"/>
            <p:cNvSpPr/>
            <p:nvPr/>
          </p:nvSpPr>
          <p:spPr>
            <a:xfrm>
              <a:off x="-28463700" y="3914875"/>
              <a:ext cx="303275" cy="296150"/>
            </a:xfrm>
            <a:custGeom>
              <a:rect b="b" l="l" r="r" t="t"/>
              <a:pathLst>
                <a:path extrusionOk="0" h="11846" w="12131">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62"/>
          <p:cNvGrpSpPr/>
          <p:nvPr/>
        </p:nvGrpSpPr>
        <p:grpSpPr>
          <a:xfrm>
            <a:off x="7072335" y="1369355"/>
            <a:ext cx="351880" cy="227092"/>
            <a:chOff x="-26573400" y="3224125"/>
            <a:chExt cx="295375" cy="190625"/>
          </a:xfrm>
        </p:grpSpPr>
        <p:sp>
          <p:nvSpPr>
            <p:cNvPr id="5165" name="Google Shape;5165;p62"/>
            <p:cNvSpPr/>
            <p:nvPr/>
          </p:nvSpPr>
          <p:spPr>
            <a:xfrm>
              <a:off x="-26330800" y="3327900"/>
              <a:ext cx="52775" cy="68750"/>
            </a:xfrm>
            <a:custGeom>
              <a:rect b="b" l="l" r="r" t="t"/>
              <a:pathLst>
                <a:path extrusionOk="0" h="2750" w="2111">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62"/>
            <p:cNvSpPr/>
            <p:nvPr/>
          </p:nvSpPr>
          <p:spPr>
            <a:xfrm>
              <a:off x="-26573400" y="3224125"/>
              <a:ext cx="293025" cy="190625"/>
            </a:xfrm>
            <a:custGeom>
              <a:rect b="b" l="l" r="r" t="t"/>
              <a:pathLst>
                <a:path extrusionOk="0" h="7625" w="11721">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7" name="Google Shape;5167;p62"/>
          <p:cNvGrpSpPr/>
          <p:nvPr/>
        </p:nvGrpSpPr>
        <p:grpSpPr>
          <a:xfrm>
            <a:off x="7072335" y="1763690"/>
            <a:ext cx="351880" cy="351910"/>
            <a:chOff x="-26573400" y="3546250"/>
            <a:chExt cx="295375" cy="295400"/>
          </a:xfrm>
        </p:grpSpPr>
        <p:sp>
          <p:nvSpPr>
            <p:cNvPr id="5168" name="Google Shape;5168;p62"/>
            <p:cNvSpPr/>
            <p:nvPr/>
          </p:nvSpPr>
          <p:spPr>
            <a:xfrm>
              <a:off x="-26464700" y="3599225"/>
              <a:ext cx="77200" cy="38425"/>
            </a:xfrm>
            <a:custGeom>
              <a:rect b="b" l="l" r="r" t="t"/>
              <a:pathLst>
                <a:path extrusionOk="0" h="1537" w="3088">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62"/>
            <p:cNvSpPr/>
            <p:nvPr/>
          </p:nvSpPr>
          <p:spPr>
            <a:xfrm>
              <a:off x="-26434775" y="3686450"/>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62"/>
            <p:cNvSpPr/>
            <p:nvPr/>
          </p:nvSpPr>
          <p:spPr>
            <a:xfrm>
              <a:off x="-26520625" y="3703775"/>
              <a:ext cx="55950" cy="67775"/>
            </a:xfrm>
            <a:custGeom>
              <a:rect b="b" l="l" r="r" t="t"/>
              <a:pathLst>
                <a:path extrusionOk="0" h="2711" w="2238">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62"/>
            <p:cNvSpPr/>
            <p:nvPr/>
          </p:nvSpPr>
          <p:spPr>
            <a:xfrm>
              <a:off x="-26387525" y="3703000"/>
              <a:ext cx="55950" cy="67750"/>
            </a:xfrm>
            <a:custGeom>
              <a:rect b="b" l="l" r="r" t="t"/>
              <a:pathLst>
                <a:path extrusionOk="0" h="2710" w="2238">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62"/>
            <p:cNvSpPr/>
            <p:nvPr/>
          </p:nvSpPr>
          <p:spPr>
            <a:xfrm>
              <a:off x="-26573400" y="3546250"/>
              <a:ext cx="295375" cy="295400"/>
            </a:xfrm>
            <a:custGeom>
              <a:rect b="b" l="l" r="r" t="t"/>
              <a:pathLst>
                <a:path extrusionOk="0" h="11816" w="11815">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3" name="Google Shape;5173;p62"/>
          <p:cNvGrpSpPr/>
          <p:nvPr/>
        </p:nvGrpSpPr>
        <p:grpSpPr>
          <a:xfrm>
            <a:off x="7060615" y="2213599"/>
            <a:ext cx="375319" cy="352148"/>
            <a:chOff x="-26583625" y="3917025"/>
            <a:chExt cx="315050" cy="295600"/>
          </a:xfrm>
        </p:grpSpPr>
        <p:sp>
          <p:nvSpPr>
            <p:cNvPr id="5174" name="Google Shape;5174;p62"/>
            <p:cNvSpPr/>
            <p:nvPr/>
          </p:nvSpPr>
          <p:spPr>
            <a:xfrm>
              <a:off x="-26413500" y="3918400"/>
              <a:ext cx="144925" cy="135125"/>
            </a:xfrm>
            <a:custGeom>
              <a:rect b="b" l="l" r="r" t="t"/>
              <a:pathLst>
                <a:path extrusionOk="0" h="5405" w="5797">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62"/>
            <p:cNvSpPr/>
            <p:nvPr/>
          </p:nvSpPr>
          <p:spPr>
            <a:xfrm>
              <a:off x="-26466275" y="4026700"/>
              <a:ext cx="78775" cy="77225"/>
            </a:xfrm>
            <a:custGeom>
              <a:rect b="b" l="l" r="r" t="t"/>
              <a:pathLst>
                <a:path extrusionOk="0" h="3089" w="3151">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62"/>
            <p:cNvSpPr/>
            <p:nvPr/>
          </p:nvSpPr>
          <p:spPr>
            <a:xfrm>
              <a:off x="-26583625" y="4077125"/>
              <a:ext cx="144925" cy="134700"/>
            </a:xfrm>
            <a:custGeom>
              <a:rect b="b" l="l" r="r" t="t"/>
              <a:pathLst>
                <a:path extrusionOk="0" h="5388" w="5797">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62"/>
            <p:cNvSpPr/>
            <p:nvPr/>
          </p:nvSpPr>
          <p:spPr>
            <a:xfrm>
              <a:off x="-26581275" y="3917025"/>
              <a:ext cx="311125" cy="295600"/>
            </a:xfrm>
            <a:custGeom>
              <a:rect b="b" l="l" r="r" t="t"/>
              <a:pathLst>
                <a:path extrusionOk="0" h="11824" w="12445">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78" name="Google Shape;5178;p62"/>
          <p:cNvSpPr/>
          <p:nvPr/>
        </p:nvSpPr>
        <p:spPr>
          <a:xfrm>
            <a:off x="5727703" y="2694114"/>
            <a:ext cx="352833" cy="351880"/>
          </a:xfrm>
          <a:custGeom>
            <a:rect b="b" l="l" r="r" t="t"/>
            <a:pathLst>
              <a:path extrusionOk="0" h="11815" w="11847">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9" name="Google Shape;5179;p62"/>
          <p:cNvGrpSpPr/>
          <p:nvPr/>
        </p:nvGrpSpPr>
        <p:grpSpPr>
          <a:xfrm>
            <a:off x="5759130" y="3172629"/>
            <a:ext cx="289039" cy="352833"/>
            <a:chOff x="-24694925" y="3518700"/>
            <a:chExt cx="242625" cy="296175"/>
          </a:xfrm>
        </p:grpSpPr>
        <p:sp>
          <p:nvSpPr>
            <p:cNvPr id="5180" name="Google Shape;5180;p62"/>
            <p:cNvSpPr/>
            <p:nvPr/>
          </p:nvSpPr>
          <p:spPr>
            <a:xfrm>
              <a:off x="-24694925" y="3572250"/>
              <a:ext cx="104000" cy="112650"/>
            </a:xfrm>
            <a:custGeom>
              <a:rect b="b" l="l" r="r" t="t"/>
              <a:pathLst>
                <a:path extrusionOk="0" h="4506" w="416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62"/>
            <p:cNvSpPr/>
            <p:nvPr/>
          </p:nvSpPr>
          <p:spPr>
            <a:xfrm>
              <a:off x="-24556300" y="3648650"/>
              <a:ext cx="104000" cy="113450"/>
            </a:xfrm>
            <a:custGeom>
              <a:rect b="b" l="l" r="r" t="t"/>
              <a:pathLst>
                <a:path extrusionOk="0" h="4538" w="416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62"/>
            <p:cNvSpPr/>
            <p:nvPr/>
          </p:nvSpPr>
          <p:spPr>
            <a:xfrm>
              <a:off x="-24694925" y="3702200"/>
              <a:ext cx="104000" cy="112675"/>
            </a:xfrm>
            <a:custGeom>
              <a:rect b="b" l="l" r="r" t="t"/>
              <a:pathLst>
                <a:path extrusionOk="0" h="4507" w="416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62"/>
            <p:cNvSpPr/>
            <p:nvPr/>
          </p:nvSpPr>
          <p:spPr>
            <a:xfrm>
              <a:off x="-24556300" y="3518700"/>
              <a:ext cx="104000" cy="113425"/>
            </a:xfrm>
            <a:custGeom>
              <a:rect b="b" l="l" r="r" t="t"/>
              <a:pathLst>
                <a:path extrusionOk="0" h="4537" w="416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4" name="Google Shape;5184;p62"/>
          <p:cNvGrpSpPr/>
          <p:nvPr/>
        </p:nvGrpSpPr>
        <p:grpSpPr>
          <a:xfrm>
            <a:off x="5758668" y="3622657"/>
            <a:ext cx="289962" cy="352833"/>
            <a:chOff x="-24709100" y="3888875"/>
            <a:chExt cx="243400" cy="296175"/>
          </a:xfrm>
        </p:grpSpPr>
        <p:sp>
          <p:nvSpPr>
            <p:cNvPr id="5185" name="Google Shape;5185;p62"/>
            <p:cNvSpPr/>
            <p:nvPr/>
          </p:nvSpPr>
          <p:spPr>
            <a:xfrm>
              <a:off x="-24587800" y="3888875"/>
              <a:ext cx="105575" cy="227650"/>
            </a:xfrm>
            <a:custGeom>
              <a:rect b="b" l="l" r="r" t="t"/>
              <a:pathLst>
                <a:path extrusionOk="0" h="9106" w="4223">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62"/>
            <p:cNvSpPr/>
            <p:nvPr/>
          </p:nvSpPr>
          <p:spPr>
            <a:xfrm>
              <a:off x="-24536600" y="4132250"/>
              <a:ext cx="70900" cy="17350"/>
            </a:xfrm>
            <a:custGeom>
              <a:rect b="b" l="l" r="r" t="t"/>
              <a:pathLst>
                <a:path extrusionOk="0" h="694" w="2836">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62"/>
            <p:cNvSpPr/>
            <p:nvPr/>
          </p:nvSpPr>
          <p:spPr>
            <a:xfrm>
              <a:off x="-24709100" y="3963700"/>
              <a:ext cx="208750" cy="221350"/>
            </a:xfrm>
            <a:custGeom>
              <a:rect b="b" l="l" r="r" t="t"/>
              <a:pathLst>
                <a:path extrusionOk="0" h="8854" w="835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8" name="Google Shape;5188;p62"/>
          <p:cNvGrpSpPr/>
          <p:nvPr/>
        </p:nvGrpSpPr>
        <p:grpSpPr>
          <a:xfrm>
            <a:off x="7958668" y="2695320"/>
            <a:ext cx="356556" cy="349557"/>
            <a:chOff x="-22863675" y="3131775"/>
            <a:chExt cx="299300" cy="293425"/>
          </a:xfrm>
        </p:grpSpPr>
        <p:sp>
          <p:nvSpPr>
            <p:cNvPr id="5189" name="Google Shape;5189;p62"/>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62"/>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62"/>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2" name="Google Shape;5192;p62"/>
          <p:cNvGrpSpPr/>
          <p:nvPr/>
        </p:nvGrpSpPr>
        <p:grpSpPr>
          <a:xfrm>
            <a:off x="5301532" y="1306499"/>
            <a:ext cx="310602" cy="352803"/>
            <a:chOff x="-28069875" y="3175300"/>
            <a:chExt cx="260725" cy="296150"/>
          </a:xfrm>
        </p:grpSpPr>
        <p:sp>
          <p:nvSpPr>
            <p:cNvPr id="5193" name="Google Shape;5193;p62"/>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62"/>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62"/>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62"/>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62"/>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62"/>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62"/>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62"/>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62"/>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2" name="Google Shape;5202;p62"/>
          <p:cNvSpPr/>
          <p:nvPr/>
        </p:nvSpPr>
        <p:spPr>
          <a:xfrm>
            <a:off x="5280965" y="1764235"/>
            <a:ext cx="352803" cy="350719"/>
          </a:xfrm>
          <a:custGeom>
            <a:rect b="b" l="l" r="r" t="t"/>
            <a:pathLst>
              <a:path extrusionOk="0" h="11776" w="1184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3" name="Google Shape;5203;p62"/>
          <p:cNvGrpSpPr/>
          <p:nvPr/>
        </p:nvGrpSpPr>
        <p:grpSpPr>
          <a:xfrm>
            <a:off x="5342810" y="2213733"/>
            <a:ext cx="228045" cy="351880"/>
            <a:chOff x="-28032075" y="3916450"/>
            <a:chExt cx="191425" cy="295375"/>
          </a:xfrm>
        </p:grpSpPr>
        <p:sp>
          <p:nvSpPr>
            <p:cNvPr id="5204" name="Google Shape;5204;p62"/>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62"/>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62"/>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7" name="Google Shape;5207;p62"/>
          <p:cNvGrpSpPr/>
          <p:nvPr/>
        </p:nvGrpSpPr>
        <p:grpSpPr>
          <a:xfrm>
            <a:off x="7508157" y="1306484"/>
            <a:ext cx="352833" cy="352833"/>
            <a:chOff x="-26201650" y="3176075"/>
            <a:chExt cx="296175" cy="296175"/>
          </a:xfrm>
        </p:grpSpPr>
        <p:sp>
          <p:nvSpPr>
            <p:cNvPr id="5208" name="Google Shape;5208;p62"/>
            <p:cNvSpPr/>
            <p:nvPr/>
          </p:nvSpPr>
          <p:spPr>
            <a:xfrm>
              <a:off x="-26082700" y="3176075"/>
              <a:ext cx="51200" cy="226875"/>
            </a:xfrm>
            <a:custGeom>
              <a:rect b="b" l="l" r="r" t="t"/>
              <a:pathLst>
                <a:path extrusionOk="0" h="9075" w="2048">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62"/>
            <p:cNvSpPr/>
            <p:nvPr/>
          </p:nvSpPr>
          <p:spPr>
            <a:xfrm>
              <a:off x="-26201650" y="3317075"/>
              <a:ext cx="296175" cy="155175"/>
            </a:xfrm>
            <a:custGeom>
              <a:rect b="b" l="l" r="r" t="t"/>
              <a:pathLst>
                <a:path extrusionOk="0" h="6207" w="1184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0" name="Google Shape;5210;p62"/>
          <p:cNvGrpSpPr/>
          <p:nvPr/>
        </p:nvGrpSpPr>
        <p:grpSpPr>
          <a:xfrm>
            <a:off x="7507680" y="1763705"/>
            <a:ext cx="353786" cy="351880"/>
            <a:chOff x="-26204800" y="3547050"/>
            <a:chExt cx="296975" cy="295375"/>
          </a:xfrm>
        </p:grpSpPr>
        <p:sp>
          <p:nvSpPr>
            <p:cNvPr id="5211" name="Google Shape;5211;p62"/>
            <p:cNvSpPr/>
            <p:nvPr/>
          </p:nvSpPr>
          <p:spPr>
            <a:xfrm>
              <a:off x="-26204000" y="3669125"/>
              <a:ext cx="296175" cy="173300"/>
            </a:xfrm>
            <a:custGeom>
              <a:rect b="b" l="l" r="r" t="t"/>
              <a:pathLst>
                <a:path extrusionOk="0" h="6932" w="11847">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62"/>
            <p:cNvSpPr/>
            <p:nvPr/>
          </p:nvSpPr>
          <p:spPr>
            <a:xfrm>
              <a:off x="-26204800" y="3547050"/>
              <a:ext cx="296975" cy="122100"/>
            </a:xfrm>
            <a:custGeom>
              <a:rect b="b" l="l" r="r" t="t"/>
              <a:pathLst>
                <a:path extrusionOk="0" h="4884" w="11879">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13" name="Google Shape;5213;p62"/>
          <p:cNvSpPr/>
          <p:nvPr/>
        </p:nvSpPr>
        <p:spPr>
          <a:xfrm>
            <a:off x="7540567" y="2213200"/>
            <a:ext cx="289009" cy="352833"/>
          </a:xfrm>
          <a:custGeom>
            <a:rect b="b" l="l" r="r" t="t"/>
            <a:pathLst>
              <a:path extrusionOk="0" h="11847" w="9704">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14" name="Google Shape;5214;p62"/>
          <p:cNvGrpSpPr/>
          <p:nvPr/>
        </p:nvGrpSpPr>
        <p:grpSpPr>
          <a:xfrm>
            <a:off x="6178935" y="2693683"/>
            <a:ext cx="345328" cy="352833"/>
            <a:chOff x="-24353875" y="3147725"/>
            <a:chExt cx="289875" cy="296175"/>
          </a:xfrm>
        </p:grpSpPr>
        <p:sp>
          <p:nvSpPr>
            <p:cNvPr id="5215" name="Google Shape;5215;p62"/>
            <p:cNvSpPr/>
            <p:nvPr/>
          </p:nvSpPr>
          <p:spPr>
            <a:xfrm>
              <a:off x="-24238100" y="3271375"/>
              <a:ext cx="52025" cy="51225"/>
            </a:xfrm>
            <a:custGeom>
              <a:rect b="b" l="l" r="r" t="t"/>
              <a:pathLst>
                <a:path extrusionOk="0" h="2049" w="2081">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62"/>
            <p:cNvSpPr/>
            <p:nvPr/>
          </p:nvSpPr>
          <p:spPr>
            <a:xfrm>
              <a:off x="-24353875" y="3147725"/>
              <a:ext cx="289875" cy="296175"/>
            </a:xfrm>
            <a:custGeom>
              <a:rect b="b" l="l" r="r" t="t"/>
              <a:pathLst>
                <a:path extrusionOk="0" h="11847" w="11595">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7" name="Google Shape;5217;p62"/>
          <p:cNvGrpSpPr/>
          <p:nvPr/>
        </p:nvGrpSpPr>
        <p:grpSpPr>
          <a:xfrm>
            <a:off x="6186917" y="3173090"/>
            <a:ext cx="329365" cy="351910"/>
            <a:chOff x="-24344425" y="3519475"/>
            <a:chExt cx="276475" cy="295400"/>
          </a:xfrm>
        </p:grpSpPr>
        <p:sp>
          <p:nvSpPr>
            <p:cNvPr id="5218" name="Google Shape;5218;p62"/>
            <p:cNvSpPr/>
            <p:nvPr/>
          </p:nvSpPr>
          <p:spPr>
            <a:xfrm>
              <a:off x="-24240450" y="3554150"/>
              <a:ext cx="69325" cy="34450"/>
            </a:xfrm>
            <a:custGeom>
              <a:rect b="b" l="l" r="r" t="t"/>
              <a:pathLst>
                <a:path extrusionOk="0" h="1378" w="2773">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62"/>
            <p:cNvSpPr/>
            <p:nvPr/>
          </p:nvSpPr>
          <p:spPr>
            <a:xfrm>
              <a:off x="-24344425" y="3519475"/>
              <a:ext cx="276475" cy="295400"/>
            </a:xfrm>
            <a:custGeom>
              <a:rect b="b" l="l" r="r" t="t"/>
              <a:pathLst>
                <a:path extrusionOk="0" h="11816" w="11059">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0" name="Google Shape;5220;p62"/>
          <p:cNvGrpSpPr/>
          <p:nvPr/>
        </p:nvGrpSpPr>
        <p:grpSpPr>
          <a:xfrm>
            <a:off x="6176597" y="3625010"/>
            <a:ext cx="350004" cy="348128"/>
            <a:chOff x="-24353075" y="3891250"/>
            <a:chExt cx="293800" cy="292225"/>
          </a:xfrm>
        </p:grpSpPr>
        <p:sp>
          <p:nvSpPr>
            <p:cNvPr id="5221" name="Google Shape;5221;p62"/>
            <p:cNvSpPr/>
            <p:nvPr/>
          </p:nvSpPr>
          <p:spPr>
            <a:xfrm>
              <a:off x="-24251475" y="4012525"/>
              <a:ext cx="88225" cy="65400"/>
            </a:xfrm>
            <a:custGeom>
              <a:rect b="b" l="l" r="r" t="t"/>
              <a:pathLst>
                <a:path extrusionOk="0" h="2616" w="3529">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62"/>
            <p:cNvSpPr/>
            <p:nvPr/>
          </p:nvSpPr>
          <p:spPr>
            <a:xfrm>
              <a:off x="-24353075" y="3891250"/>
              <a:ext cx="293800" cy="292225"/>
            </a:xfrm>
            <a:custGeom>
              <a:rect b="b" l="l" r="r" t="t"/>
              <a:pathLst>
                <a:path extrusionOk="0" h="11689" w="11752">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3" name="Google Shape;5223;p62"/>
          <p:cNvGrpSpPr/>
          <p:nvPr/>
        </p:nvGrpSpPr>
        <p:grpSpPr>
          <a:xfrm>
            <a:off x="7960068" y="3173313"/>
            <a:ext cx="353757" cy="351463"/>
            <a:chOff x="-22845575" y="3504075"/>
            <a:chExt cx="296950" cy="295025"/>
          </a:xfrm>
        </p:grpSpPr>
        <p:sp>
          <p:nvSpPr>
            <p:cNvPr id="5224" name="Google Shape;5224;p62"/>
            <p:cNvSpPr/>
            <p:nvPr/>
          </p:nvSpPr>
          <p:spPr>
            <a:xfrm>
              <a:off x="-22688825" y="3504100"/>
              <a:ext cx="140200" cy="295000"/>
            </a:xfrm>
            <a:custGeom>
              <a:rect b="b" l="l" r="r" t="t"/>
              <a:pathLst>
                <a:path extrusionOk="0" h="11800" w="5608">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62"/>
            <p:cNvSpPr/>
            <p:nvPr/>
          </p:nvSpPr>
          <p:spPr>
            <a:xfrm>
              <a:off x="-22845575" y="3504075"/>
              <a:ext cx="139425" cy="294250"/>
            </a:xfrm>
            <a:custGeom>
              <a:rect b="b" l="l" r="r" t="t"/>
              <a:pathLst>
                <a:path extrusionOk="0" h="11770" w="5577">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6" name="Google Shape;5226;p62"/>
          <p:cNvGrpSpPr/>
          <p:nvPr/>
        </p:nvGrpSpPr>
        <p:grpSpPr>
          <a:xfrm>
            <a:off x="5753249" y="1306961"/>
            <a:ext cx="299344" cy="351880"/>
            <a:chOff x="-27691025" y="3175300"/>
            <a:chExt cx="251275" cy="295375"/>
          </a:xfrm>
        </p:grpSpPr>
        <p:sp>
          <p:nvSpPr>
            <p:cNvPr id="5227" name="Google Shape;5227;p62"/>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62"/>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62"/>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62"/>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1" name="Google Shape;5231;p62"/>
          <p:cNvGrpSpPr/>
          <p:nvPr/>
        </p:nvGrpSpPr>
        <p:grpSpPr>
          <a:xfrm>
            <a:off x="5725566" y="1825637"/>
            <a:ext cx="354710" cy="228015"/>
            <a:chOff x="-27721750" y="3598250"/>
            <a:chExt cx="297750" cy="191400"/>
          </a:xfrm>
        </p:grpSpPr>
        <p:sp>
          <p:nvSpPr>
            <p:cNvPr id="5232" name="Google Shape;5232;p62"/>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62"/>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4" name="Google Shape;5234;p62"/>
          <p:cNvGrpSpPr/>
          <p:nvPr/>
        </p:nvGrpSpPr>
        <p:grpSpPr>
          <a:xfrm>
            <a:off x="5726966" y="2219183"/>
            <a:ext cx="351910" cy="340980"/>
            <a:chOff x="-27719400" y="3925600"/>
            <a:chExt cx="295400" cy="286225"/>
          </a:xfrm>
        </p:grpSpPr>
        <p:sp>
          <p:nvSpPr>
            <p:cNvPr id="5235" name="Google Shape;5235;p62"/>
            <p:cNvSpPr/>
            <p:nvPr/>
          </p:nvSpPr>
          <p:spPr>
            <a:xfrm>
              <a:off x="-27596525" y="3925600"/>
              <a:ext cx="172525" cy="162575"/>
            </a:xfrm>
            <a:custGeom>
              <a:rect b="b" l="l" r="r" t="t"/>
              <a:pathLst>
                <a:path extrusionOk="0" h="6503" w="6901">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62"/>
            <p:cNvSpPr/>
            <p:nvPr/>
          </p:nvSpPr>
          <p:spPr>
            <a:xfrm>
              <a:off x="-27719400" y="4054275"/>
              <a:ext cx="157550" cy="157550"/>
            </a:xfrm>
            <a:custGeom>
              <a:rect b="b" l="l" r="r" t="t"/>
              <a:pathLst>
                <a:path extrusionOk="0" h="6302" w="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7" name="Google Shape;5237;p62"/>
          <p:cNvGrpSpPr/>
          <p:nvPr/>
        </p:nvGrpSpPr>
        <p:grpSpPr>
          <a:xfrm>
            <a:off x="7948238" y="1306023"/>
            <a:ext cx="353757" cy="353757"/>
            <a:chOff x="-25834600" y="3176875"/>
            <a:chExt cx="296950" cy="296950"/>
          </a:xfrm>
        </p:grpSpPr>
        <p:sp>
          <p:nvSpPr>
            <p:cNvPr id="5238" name="Google Shape;5238;p62"/>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62"/>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62"/>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62"/>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62"/>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3" name="Google Shape;5243;p62"/>
          <p:cNvGrpSpPr/>
          <p:nvPr/>
        </p:nvGrpSpPr>
        <p:grpSpPr>
          <a:xfrm>
            <a:off x="7948238" y="1774024"/>
            <a:ext cx="353757" cy="331241"/>
            <a:chOff x="-25834600" y="3564375"/>
            <a:chExt cx="296950" cy="278050"/>
          </a:xfrm>
        </p:grpSpPr>
        <p:sp>
          <p:nvSpPr>
            <p:cNvPr id="5244" name="Google Shape;5244;p62"/>
            <p:cNvSpPr/>
            <p:nvPr/>
          </p:nvSpPr>
          <p:spPr>
            <a:xfrm>
              <a:off x="-25694400" y="3703775"/>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62"/>
            <p:cNvSpPr/>
            <p:nvPr/>
          </p:nvSpPr>
          <p:spPr>
            <a:xfrm>
              <a:off x="-25591225" y="3703775"/>
              <a:ext cx="53575" cy="18150"/>
            </a:xfrm>
            <a:custGeom>
              <a:rect b="b" l="l" r="r" t="t"/>
              <a:pathLst>
                <a:path extrusionOk="0" h="726" w="2143">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62"/>
            <p:cNvSpPr/>
            <p:nvPr/>
          </p:nvSpPr>
          <p:spPr>
            <a:xfrm>
              <a:off x="-25834600" y="3703775"/>
              <a:ext cx="53575" cy="18150"/>
            </a:xfrm>
            <a:custGeom>
              <a:rect b="b" l="l" r="r" t="t"/>
              <a:pathLst>
                <a:path extrusionOk="0" h="726" w="2143">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62"/>
            <p:cNvSpPr/>
            <p:nvPr/>
          </p:nvSpPr>
          <p:spPr>
            <a:xfrm>
              <a:off x="-25695200" y="3564375"/>
              <a:ext cx="17350" cy="52800"/>
            </a:xfrm>
            <a:custGeom>
              <a:rect b="b" l="l" r="r" t="t"/>
              <a:pathLst>
                <a:path extrusionOk="0" h="2112" w="694">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62"/>
            <p:cNvSpPr/>
            <p:nvPr/>
          </p:nvSpPr>
          <p:spPr>
            <a:xfrm>
              <a:off x="-25792850" y="3606125"/>
              <a:ext cx="42550" cy="40975"/>
            </a:xfrm>
            <a:custGeom>
              <a:rect b="b" l="l" r="r" t="t"/>
              <a:pathLst>
                <a:path extrusionOk="0" h="1639" w="1702">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62"/>
            <p:cNvSpPr/>
            <p:nvPr/>
          </p:nvSpPr>
          <p:spPr>
            <a:xfrm>
              <a:off x="-25621950" y="3606125"/>
              <a:ext cx="43350" cy="40975"/>
            </a:xfrm>
            <a:custGeom>
              <a:rect b="b" l="l" r="r" t="t"/>
              <a:pathLst>
                <a:path extrusionOk="0" h="1639" w="1734">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62"/>
            <p:cNvSpPr/>
            <p:nvPr/>
          </p:nvSpPr>
          <p:spPr>
            <a:xfrm>
              <a:off x="-25783400" y="3806975"/>
              <a:ext cx="192200" cy="35450"/>
            </a:xfrm>
            <a:custGeom>
              <a:rect b="b" l="l" r="r" t="t"/>
              <a:pathLst>
                <a:path extrusionOk="0" h="1418" w="768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62"/>
            <p:cNvSpPr/>
            <p:nvPr/>
          </p:nvSpPr>
          <p:spPr>
            <a:xfrm>
              <a:off x="-25764500" y="3635275"/>
              <a:ext cx="153600" cy="155175"/>
            </a:xfrm>
            <a:custGeom>
              <a:rect b="b" l="l" r="r" t="t"/>
              <a:pathLst>
                <a:path extrusionOk="0" h="6207" w="6144">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2" name="Google Shape;5252;p62"/>
          <p:cNvGrpSpPr/>
          <p:nvPr/>
        </p:nvGrpSpPr>
        <p:grpSpPr>
          <a:xfrm>
            <a:off x="7946362" y="2213376"/>
            <a:ext cx="357509" cy="352595"/>
            <a:chOff x="-25834600" y="3915850"/>
            <a:chExt cx="300100" cy="295975"/>
          </a:xfrm>
        </p:grpSpPr>
        <p:sp>
          <p:nvSpPr>
            <p:cNvPr id="5253" name="Google Shape;5253;p62"/>
            <p:cNvSpPr/>
            <p:nvPr/>
          </p:nvSpPr>
          <p:spPr>
            <a:xfrm>
              <a:off x="-25677875" y="3915850"/>
              <a:ext cx="143375" cy="137675"/>
            </a:xfrm>
            <a:custGeom>
              <a:rect b="b" l="l" r="r" t="t"/>
              <a:pathLst>
                <a:path extrusionOk="0" h="5507" w="5735">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62"/>
            <p:cNvSpPr/>
            <p:nvPr/>
          </p:nvSpPr>
          <p:spPr>
            <a:xfrm>
              <a:off x="-25834600" y="4167700"/>
              <a:ext cx="43350" cy="44125"/>
            </a:xfrm>
            <a:custGeom>
              <a:rect b="b" l="l" r="r" t="t"/>
              <a:pathLst>
                <a:path extrusionOk="0" h="1765" w="1734">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62"/>
            <p:cNvSpPr/>
            <p:nvPr/>
          </p:nvSpPr>
          <p:spPr>
            <a:xfrm>
              <a:off x="-25800725" y="3972375"/>
              <a:ext cx="206375" cy="207950"/>
            </a:xfrm>
            <a:custGeom>
              <a:rect b="b" l="l" r="r" t="t"/>
              <a:pathLst>
                <a:path extrusionOk="0" h="8318" w="8255">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6" name="Google Shape;5256;p62"/>
          <p:cNvGrpSpPr/>
          <p:nvPr/>
        </p:nvGrpSpPr>
        <p:grpSpPr>
          <a:xfrm>
            <a:off x="6681790" y="2694606"/>
            <a:ext cx="228968" cy="350987"/>
            <a:chOff x="-23930925" y="3149300"/>
            <a:chExt cx="192200" cy="294625"/>
          </a:xfrm>
        </p:grpSpPr>
        <p:sp>
          <p:nvSpPr>
            <p:cNvPr id="5257" name="Google Shape;5257;p62"/>
            <p:cNvSpPr/>
            <p:nvPr/>
          </p:nvSpPr>
          <p:spPr>
            <a:xfrm>
              <a:off x="-23930125" y="3149300"/>
              <a:ext cx="191400" cy="35475"/>
            </a:xfrm>
            <a:custGeom>
              <a:rect b="b" l="l" r="r" t="t"/>
              <a:pathLst>
                <a:path extrusionOk="0" h="1419" w="7656">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62"/>
            <p:cNvSpPr/>
            <p:nvPr/>
          </p:nvSpPr>
          <p:spPr>
            <a:xfrm>
              <a:off x="-23878925" y="3237525"/>
              <a:ext cx="86650" cy="86650"/>
            </a:xfrm>
            <a:custGeom>
              <a:rect b="b" l="l" r="r" t="t"/>
              <a:pathLst>
                <a:path extrusionOk="0" h="3466" w="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62"/>
            <p:cNvSpPr/>
            <p:nvPr/>
          </p:nvSpPr>
          <p:spPr>
            <a:xfrm>
              <a:off x="-23930925" y="3375350"/>
              <a:ext cx="190625" cy="68575"/>
            </a:xfrm>
            <a:custGeom>
              <a:rect b="b" l="l" r="r" t="t"/>
              <a:pathLst>
                <a:path extrusionOk="0" h="2743" w="7625">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62"/>
            <p:cNvSpPr/>
            <p:nvPr/>
          </p:nvSpPr>
          <p:spPr>
            <a:xfrm>
              <a:off x="-23930925" y="3202075"/>
              <a:ext cx="190625" cy="155975"/>
            </a:xfrm>
            <a:custGeom>
              <a:rect b="b" l="l" r="r" t="t"/>
              <a:pathLst>
                <a:path extrusionOk="0" h="6239" w="7625">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1" name="Google Shape;5261;p62"/>
          <p:cNvGrpSpPr/>
          <p:nvPr/>
        </p:nvGrpSpPr>
        <p:grpSpPr>
          <a:xfrm>
            <a:off x="6638620" y="3173090"/>
            <a:ext cx="315307" cy="351910"/>
            <a:chOff x="-23962425" y="3519475"/>
            <a:chExt cx="264675" cy="295400"/>
          </a:xfrm>
        </p:grpSpPr>
        <p:sp>
          <p:nvSpPr>
            <p:cNvPr id="5262" name="Google Shape;5262;p62"/>
            <p:cNvSpPr/>
            <p:nvPr/>
          </p:nvSpPr>
          <p:spPr>
            <a:xfrm>
              <a:off x="-23961625" y="3580925"/>
              <a:ext cx="263875" cy="233950"/>
            </a:xfrm>
            <a:custGeom>
              <a:rect b="b" l="l" r="r" t="t"/>
              <a:pathLst>
                <a:path extrusionOk="0" h="9358" w="10555">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62"/>
            <p:cNvSpPr/>
            <p:nvPr/>
          </p:nvSpPr>
          <p:spPr>
            <a:xfrm>
              <a:off x="-23962425" y="3519475"/>
              <a:ext cx="158350" cy="122125"/>
            </a:xfrm>
            <a:custGeom>
              <a:rect b="b" l="l" r="r" t="t"/>
              <a:pathLst>
                <a:path extrusionOk="0" h="4885" w="6334">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64" name="Google Shape;5264;p62"/>
          <p:cNvSpPr/>
          <p:nvPr/>
        </p:nvSpPr>
        <p:spPr>
          <a:xfrm>
            <a:off x="6609056" y="3626801"/>
            <a:ext cx="375349" cy="344435"/>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5" name="Google Shape;5265;p62"/>
          <p:cNvGrpSpPr/>
          <p:nvPr/>
        </p:nvGrpSpPr>
        <p:grpSpPr>
          <a:xfrm>
            <a:off x="8017295" y="3623134"/>
            <a:ext cx="239302" cy="351880"/>
            <a:chOff x="-22788075" y="3904625"/>
            <a:chExt cx="200875" cy="295375"/>
          </a:xfrm>
        </p:grpSpPr>
        <p:sp>
          <p:nvSpPr>
            <p:cNvPr id="5266" name="Google Shape;5266;p62"/>
            <p:cNvSpPr/>
            <p:nvPr/>
          </p:nvSpPr>
          <p:spPr>
            <a:xfrm>
              <a:off x="-22775475" y="4165325"/>
              <a:ext cx="65400" cy="34675"/>
            </a:xfrm>
            <a:custGeom>
              <a:rect b="b" l="l" r="r" t="t"/>
              <a:pathLst>
                <a:path extrusionOk="0" h="1387" w="2616">
                  <a:moveTo>
                    <a:pt x="32" y="1"/>
                  </a:moveTo>
                  <a:cubicBezTo>
                    <a:pt x="1" y="883"/>
                    <a:pt x="631" y="1387"/>
                    <a:pt x="1292" y="1387"/>
                  </a:cubicBezTo>
                  <a:cubicBezTo>
                    <a:pt x="1985" y="1387"/>
                    <a:pt x="2615" y="85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62"/>
            <p:cNvSpPr/>
            <p:nvPr/>
          </p:nvSpPr>
          <p:spPr>
            <a:xfrm>
              <a:off x="-22669150" y="3904725"/>
              <a:ext cx="81950" cy="244100"/>
            </a:xfrm>
            <a:custGeom>
              <a:rect b="b" l="l" r="r" t="t"/>
              <a:pathLst>
                <a:path extrusionOk="0" h="9764" w="3278">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62"/>
            <p:cNvSpPr/>
            <p:nvPr/>
          </p:nvSpPr>
          <p:spPr>
            <a:xfrm>
              <a:off x="-22788075" y="3904625"/>
              <a:ext cx="87450" cy="244200"/>
            </a:xfrm>
            <a:custGeom>
              <a:rect b="b" l="l" r="r" t="t"/>
              <a:pathLst>
                <a:path extrusionOk="0" h="9768" w="349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62"/>
            <p:cNvSpPr/>
            <p:nvPr/>
          </p:nvSpPr>
          <p:spPr>
            <a:xfrm>
              <a:off x="-22670725" y="4165325"/>
              <a:ext cx="64625" cy="34675"/>
            </a:xfrm>
            <a:custGeom>
              <a:rect b="b" l="l" r="r" t="t"/>
              <a:pathLst>
                <a:path extrusionOk="0" h="1387" w="2585">
                  <a:moveTo>
                    <a:pt x="32" y="1"/>
                  </a:moveTo>
                  <a:cubicBezTo>
                    <a:pt x="1" y="883"/>
                    <a:pt x="631" y="1387"/>
                    <a:pt x="1292" y="1387"/>
                  </a:cubicBezTo>
                  <a:cubicBezTo>
                    <a:pt x="1954" y="1387"/>
                    <a:pt x="2584" y="851"/>
                    <a:pt x="25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0" name="Google Shape;5270;p62"/>
          <p:cNvGrpSpPr/>
          <p:nvPr/>
        </p:nvGrpSpPr>
        <p:grpSpPr>
          <a:xfrm>
            <a:off x="6172593" y="1306499"/>
            <a:ext cx="354710" cy="352803"/>
            <a:chOff x="-27351575" y="3175300"/>
            <a:chExt cx="297750" cy="296150"/>
          </a:xfrm>
        </p:grpSpPr>
        <p:sp>
          <p:nvSpPr>
            <p:cNvPr id="5271" name="Google Shape;5271;p62"/>
            <p:cNvSpPr/>
            <p:nvPr/>
          </p:nvSpPr>
          <p:spPr>
            <a:xfrm>
              <a:off x="-27351575" y="3175300"/>
              <a:ext cx="296975" cy="157550"/>
            </a:xfrm>
            <a:custGeom>
              <a:rect b="b" l="l" r="r" t="t"/>
              <a:pathLst>
                <a:path extrusionOk="0" h="6302" w="11879">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62"/>
            <p:cNvSpPr/>
            <p:nvPr/>
          </p:nvSpPr>
          <p:spPr>
            <a:xfrm>
              <a:off x="-27123950" y="3332825"/>
              <a:ext cx="17350" cy="52000"/>
            </a:xfrm>
            <a:custGeom>
              <a:rect b="b" l="l" r="r" t="t"/>
              <a:pathLst>
                <a:path extrusionOk="0" h="2080" w="694">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62"/>
            <p:cNvSpPr/>
            <p:nvPr/>
          </p:nvSpPr>
          <p:spPr>
            <a:xfrm>
              <a:off x="-27350775" y="3350150"/>
              <a:ext cx="296950" cy="121300"/>
            </a:xfrm>
            <a:custGeom>
              <a:rect b="b" l="l" r="r" t="t"/>
              <a:pathLst>
                <a:path extrusionOk="0" h="4852" w="11878">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62"/>
            <p:cNvSpPr/>
            <p:nvPr/>
          </p:nvSpPr>
          <p:spPr>
            <a:xfrm>
              <a:off x="-27299575" y="3332825"/>
              <a:ext cx="18125" cy="52000"/>
            </a:xfrm>
            <a:custGeom>
              <a:rect b="b" l="l" r="r" t="t"/>
              <a:pathLst>
                <a:path extrusionOk="0" h="2080" w="725">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5" name="Google Shape;5275;p62"/>
          <p:cNvGrpSpPr/>
          <p:nvPr/>
        </p:nvGrpSpPr>
        <p:grpSpPr>
          <a:xfrm>
            <a:off x="6218402" y="1758809"/>
            <a:ext cx="269293" cy="353072"/>
            <a:chOff x="-27313750" y="3545275"/>
            <a:chExt cx="226050" cy="296375"/>
          </a:xfrm>
        </p:grpSpPr>
        <p:sp>
          <p:nvSpPr>
            <p:cNvPr id="5276" name="Google Shape;5276;p62"/>
            <p:cNvSpPr/>
            <p:nvPr/>
          </p:nvSpPr>
          <p:spPr>
            <a:xfrm>
              <a:off x="-27305100" y="3598450"/>
              <a:ext cx="208750" cy="173100"/>
            </a:xfrm>
            <a:custGeom>
              <a:rect b="b" l="l" r="r" t="t"/>
              <a:pathLst>
                <a:path extrusionOk="0" h="6924" w="835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62"/>
            <p:cNvSpPr/>
            <p:nvPr/>
          </p:nvSpPr>
          <p:spPr>
            <a:xfrm>
              <a:off x="-27313750" y="3770725"/>
              <a:ext cx="226050" cy="70925"/>
            </a:xfrm>
            <a:custGeom>
              <a:rect b="b" l="l" r="r" t="t"/>
              <a:pathLst>
                <a:path extrusionOk="0" h="2837" w="9042">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62"/>
            <p:cNvSpPr/>
            <p:nvPr/>
          </p:nvSpPr>
          <p:spPr>
            <a:xfrm>
              <a:off x="-27261000" y="3545275"/>
              <a:ext cx="122100" cy="51425"/>
            </a:xfrm>
            <a:custGeom>
              <a:rect b="b" l="l" r="r" t="t"/>
              <a:pathLst>
                <a:path extrusionOk="0" h="2057" w="4884">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9" name="Google Shape;5279;p62"/>
          <p:cNvGrpSpPr/>
          <p:nvPr/>
        </p:nvGrpSpPr>
        <p:grpSpPr>
          <a:xfrm>
            <a:off x="6172593" y="2211380"/>
            <a:ext cx="354710" cy="356586"/>
            <a:chOff x="-27351575" y="3915650"/>
            <a:chExt cx="297750" cy="299325"/>
          </a:xfrm>
        </p:grpSpPr>
        <p:sp>
          <p:nvSpPr>
            <p:cNvPr id="5280" name="Google Shape;5280;p62"/>
            <p:cNvSpPr/>
            <p:nvPr/>
          </p:nvSpPr>
          <p:spPr>
            <a:xfrm>
              <a:off x="-27351575" y="4059000"/>
              <a:ext cx="153625" cy="155975"/>
            </a:xfrm>
            <a:custGeom>
              <a:rect b="b" l="l" r="r" t="t"/>
              <a:pathLst>
                <a:path extrusionOk="0" h="6239" w="6145">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62"/>
            <p:cNvSpPr/>
            <p:nvPr/>
          </p:nvSpPr>
          <p:spPr>
            <a:xfrm>
              <a:off x="-27257050" y="3915650"/>
              <a:ext cx="203225" cy="202450"/>
            </a:xfrm>
            <a:custGeom>
              <a:rect b="b" l="l" r="r" t="t"/>
              <a:pathLst>
                <a:path extrusionOk="0" h="8098" w="8129">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2" name="Google Shape;5282;p62"/>
          <p:cNvGrpSpPr/>
          <p:nvPr/>
        </p:nvGrpSpPr>
        <p:grpSpPr>
          <a:xfrm>
            <a:off x="4860084" y="2693579"/>
            <a:ext cx="319060" cy="353042"/>
            <a:chOff x="-25445525" y="3175900"/>
            <a:chExt cx="267825" cy="296350"/>
          </a:xfrm>
        </p:grpSpPr>
        <p:sp>
          <p:nvSpPr>
            <p:cNvPr id="5283" name="Google Shape;5283;p62"/>
            <p:cNvSpPr/>
            <p:nvPr/>
          </p:nvSpPr>
          <p:spPr>
            <a:xfrm>
              <a:off x="-25445525" y="3367475"/>
              <a:ext cx="123675" cy="104775"/>
            </a:xfrm>
            <a:custGeom>
              <a:rect b="b" l="l" r="r" t="t"/>
              <a:pathLst>
                <a:path extrusionOk="0" h="4191" w="4947">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62"/>
            <p:cNvSpPr/>
            <p:nvPr/>
          </p:nvSpPr>
          <p:spPr>
            <a:xfrm>
              <a:off x="-25398250" y="3175900"/>
              <a:ext cx="220550" cy="296350"/>
            </a:xfrm>
            <a:custGeom>
              <a:rect b="b" l="l" r="r" t="t"/>
              <a:pathLst>
                <a:path extrusionOk="0" h="11854" w="8822">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62"/>
            <p:cNvSpPr/>
            <p:nvPr/>
          </p:nvSpPr>
          <p:spPr>
            <a:xfrm>
              <a:off x="-25328950" y="3211525"/>
              <a:ext cx="35475" cy="36250"/>
            </a:xfrm>
            <a:custGeom>
              <a:rect b="b" l="l" r="r" t="t"/>
              <a:pathLst>
                <a:path extrusionOk="0" h="1450" w="1419">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6" name="Google Shape;5286;p62"/>
          <p:cNvGrpSpPr/>
          <p:nvPr/>
        </p:nvGrpSpPr>
        <p:grpSpPr>
          <a:xfrm>
            <a:off x="4841797" y="3183902"/>
            <a:ext cx="355633" cy="330288"/>
            <a:chOff x="-25465200" y="3565175"/>
            <a:chExt cx="298525" cy="277250"/>
          </a:xfrm>
        </p:grpSpPr>
        <p:sp>
          <p:nvSpPr>
            <p:cNvPr id="5287" name="Google Shape;5287;p62"/>
            <p:cNvSpPr/>
            <p:nvPr/>
          </p:nvSpPr>
          <p:spPr>
            <a:xfrm>
              <a:off x="-25413225" y="3565175"/>
              <a:ext cx="172500" cy="103975"/>
            </a:xfrm>
            <a:custGeom>
              <a:rect b="b" l="l" r="r" t="t"/>
              <a:pathLst>
                <a:path extrusionOk="0" h="4159" w="690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62"/>
            <p:cNvSpPr/>
            <p:nvPr/>
          </p:nvSpPr>
          <p:spPr>
            <a:xfrm>
              <a:off x="-25465200" y="3650225"/>
              <a:ext cx="298525" cy="192200"/>
            </a:xfrm>
            <a:custGeom>
              <a:rect b="b" l="l" r="r" t="t"/>
              <a:pathLst>
                <a:path extrusionOk="0" h="7688" w="11941">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9" name="Google Shape;5289;p62"/>
          <p:cNvGrpSpPr/>
          <p:nvPr/>
        </p:nvGrpSpPr>
        <p:grpSpPr>
          <a:xfrm>
            <a:off x="4841336" y="3623432"/>
            <a:ext cx="356556" cy="351285"/>
            <a:chOff x="-25465200" y="3916150"/>
            <a:chExt cx="299300" cy="294875"/>
          </a:xfrm>
        </p:grpSpPr>
        <p:sp>
          <p:nvSpPr>
            <p:cNvPr id="5290" name="Google Shape;5290;p62"/>
            <p:cNvSpPr/>
            <p:nvPr/>
          </p:nvSpPr>
          <p:spPr>
            <a:xfrm>
              <a:off x="-25316350" y="3916150"/>
              <a:ext cx="150450" cy="149175"/>
            </a:xfrm>
            <a:custGeom>
              <a:rect b="b" l="l" r="r" t="t"/>
              <a:pathLst>
                <a:path extrusionOk="0" h="5967" w="6018">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62"/>
            <p:cNvSpPr/>
            <p:nvPr/>
          </p:nvSpPr>
          <p:spPr>
            <a:xfrm>
              <a:off x="-25465200" y="4003875"/>
              <a:ext cx="208725" cy="207150"/>
            </a:xfrm>
            <a:custGeom>
              <a:rect b="b" l="l" r="r" t="t"/>
              <a:pathLst>
                <a:path extrusionOk="0" h="8286" w="8349">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2" name="Google Shape;5292;p62"/>
          <p:cNvGrpSpPr/>
          <p:nvPr/>
        </p:nvGrpSpPr>
        <p:grpSpPr>
          <a:xfrm>
            <a:off x="7068775" y="2693698"/>
            <a:ext cx="351880" cy="352803"/>
            <a:chOff x="-23615075" y="3148525"/>
            <a:chExt cx="295375" cy="296150"/>
          </a:xfrm>
        </p:grpSpPr>
        <p:sp>
          <p:nvSpPr>
            <p:cNvPr id="5293" name="Google Shape;5293;p62"/>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62"/>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62"/>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62"/>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97" name="Google Shape;5297;p62"/>
          <p:cNvSpPr/>
          <p:nvPr/>
        </p:nvSpPr>
        <p:spPr>
          <a:xfrm>
            <a:off x="7066872" y="3172057"/>
            <a:ext cx="356586" cy="353876"/>
          </a:xfrm>
          <a:custGeom>
            <a:rect b="b" l="l" r="r" t="t"/>
            <a:pathLst>
              <a:path extrusionOk="0" h="11882" w="11973">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8" name="Google Shape;5298;p62"/>
          <p:cNvGrpSpPr/>
          <p:nvPr/>
        </p:nvGrpSpPr>
        <p:grpSpPr>
          <a:xfrm>
            <a:off x="7068299" y="3632977"/>
            <a:ext cx="352833" cy="332194"/>
            <a:chOff x="-23615075" y="3906200"/>
            <a:chExt cx="296175" cy="278850"/>
          </a:xfrm>
        </p:grpSpPr>
        <p:sp>
          <p:nvSpPr>
            <p:cNvPr id="5299" name="Google Shape;5299;p62"/>
            <p:cNvSpPr/>
            <p:nvPr/>
          </p:nvSpPr>
          <p:spPr>
            <a:xfrm>
              <a:off x="-23615075" y="3954250"/>
              <a:ext cx="296175" cy="193775"/>
            </a:xfrm>
            <a:custGeom>
              <a:rect b="b" l="l" r="r" t="t"/>
              <a:pathLst>
                <a:path extrusionOk="0" h="7751" w="11847">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62"/>
            <p:cNvSpPr/>
            <p:nvPr/>
          </p:nvSpPr>
          <p:spPr>
            <a:xfrm>
              <a:off x="-23615075" y="3906200"/>
              <a:ext cx="77200" cy="77225"/>
            </a:xfrm>
            <a:custGeom>
              <a:rect b="b" l="l" r="r" t="t"/>
              <a:pathLst>
                <a:path extrusionOk="0" h="3089" w="3088">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62"/>
            <p:cNvSpPr/>
            <p:nvPr/>
          </p:nvSpPr>
          <p:spPr>
            <a:xfrm>
              <a:off x="-23543400" y="4167700"/>
              <a:ext cx="153600" cy="17350"/>
            </a:xfrm>
            <a:custGeom>
              <a:rect b="b" l="l" r="r" t="t"/>
              <a:pathLst>
                <a:path extrusionOk="0" h="694" w="6144">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2" name="Google Shape;5302;p62"/>
          <p:cNvSpPr/>
          <p:nvPr/>
        </p:nvSpPr>
        <p:spPr>
          <a:xfrm>
            <a:off x="6187131" y="4064945"/>
            <a:ext cx="351880" cy="350957"/>
          </a:xfrm>
          <a:custGeom>
            <a:rect b="b" l="l" r="r" t="t"/>
            <a:pathLst>
              <a:path extrusionOk="0" h="11784" w="11815">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3" name="Google Shape;5303;p62"/>
          <p:cNvGrpSpPr/>
          <p:nvPr/>
        </p:nvGrpSpPr>
        <p:grpSpPr>
          <a:xfrm>
            <a:off x="6617268" y="1306618"/>
            <a:ext cx="353757" cy="352565"/>
            <a:chOff x="-26980600" y="3175500"/>
            <a:chExt cx="296950" cy="295950"/>
          </a:xfrm>
        </p:grpSpPr>
        <p:sp>
          <p:nvSpPr>
            <p:cNvPr id="5304" name="Google Shape;5304;p62"/>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62"/>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62"/>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7" name="Google Shape;5307;p62"/>
          <p:cNvSpPr/>
          <p:nvPr/>
        </p:nvSpPr>
        <p:spPr>
          <a:xfrm>
            <a:off x="6639835" y="1763639"/>
            <a:ext cx="309649" cy="351910"/>
          </a:xfrm>
          <a:custGeom>
            <a:rect b="b" l="l" r="r" t="t"/>
            <a:pathLst>
              <a:path extrusionOk="0" h="11816" w="10397">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8" name="Google Shape;5308;p62"/>
          <p:cNvGrpSpPr/>
          <p:nvPr/>
        </p:nvGrpSpPr>
        <p:grpSpPr>
          <a:xfrm>
            <a:off x="6617744" y="2245154"/>
            <a:ext cx="352803" cy="289039"/>
            <a:chOff x="-26981375" y="3951875"/>
            <a:chExt cx="296150" cy="242625"/>
          </a:xfrm>
        </p:grpSpPr>
        <p:sp>
          <p:nvSpPr>
            <p:cNvPr id="5309" name="Google Shape;5309;p62"/>
            <p:cNvSpPr/>
            <p:nvPr/>
          </p:nvSpPr>
          <p:spPr>
            <a:xfrm>
              <a:off x="-26978225" y="3951875"/>
              <a:ext cx="173300" cy="155975"/>
            </a:xfrm>
            <a:custGeom>
              <a:rect b="b" l="l" r="r" t="t"/>
              <a:pathLst>
                <a:path extrusionOk="0" h="6239" w="6932">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62"/>
            <p:cNvSpPr/>
            <p:nvPr/>
          </p:nvSpPr>
          <p:spPr>
            <a:xfrm>
              <a:off x="-26981375" y="4124375"/>
              <a:ext cx="174075" cy="70125"/>
            </a:xfrm>
            <a:custGeom>
              <a:rect b="b" l="l" r="r" t="t"/>
              <a:pathLst>
                <a:path extrusionOk="0" h="2805" w="6963">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62"/>
            <p:cNvSpPr/>
            <p:nvPr/>
          </p:nvSpPr>
          <p:spPr>
            <a:xfrm>
              <a:off x="-26790000" y="4002300"/>
              <a:ext cx="104775" cy="192200"/>
            </a:xfrm>
            <a:custGeom>
              <a:rect b="b" l="l" r="r" t="t"/>
              <a:pathLst>
                <a:path extrusionOk="0" h="7688" w="4191">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2" name="Google Shape;5312;p62"/>
          <p:cNvGrpSpPr/>
          <p:nvPr/>
        </p:nvGrpSpPr>
        <p:grpSpPr>
          <a:xfrm>
            <a:off x="5282787" y="2692745"/>
            <a:ext cx="351910" cy="354710"/>
            <a:chOff x="-25094250" y="3176075"/>
            <a:chExt cx="295400" cy="297750"/>
          </a:xfrm>
        </p:grpSpPr>
        <p:sp>
          <p:nvSpPr>
            <p:cNvPr id="5313" name="Google Shape;5313;p62"/>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62"/>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62"/>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6" name="Google Shape;5316;p62"/>
          <p:cNvGrpSpPr/>
          <p:nvPr/>
        </p:nvGrpSpPr>
        <p:grpSpPr>
          <a:xfrm>
            <a:off x="5282787" y="3173106"/>
            <a:ext cx="351910" cy="351880"/>
            <a:chOff x="-25094250" y="3547050"/>
            <a:chExt cx="295400" cy="295375"/>
          </a:xfrm>
        </p:grpSpPr>
        <p:sp>
          <p:nvSpPr>
            <p:cNvPr id="5317" name="Google Shape;5317;p62"/>
            <p:cNvSpPr/>
            <p:nvPr/>
          </p:nvSpPr>
          <p:spPr>
            <a:xfrm>
              <a:off x="-24990275" y="358092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62"/>
            <p:cNvSpPr/>
            <p:nvPr/>
          </p:nvSpPr>
          <p:spPr>
            <a:xfrm>
              <a:off x="-25041475" y="3668350"/>
              <a:ext cx="52025" cy="52000"/>
            </a:xfrm>
            <a:custGeom>
              <a:rect b="b" l="l" r="r" t="t"/>
              <a:pathLst>
                <a:path extrusionOk="0" h="2080" w="2081">
                  <a:moveTo>
                    <a:pt x="1" y="0"/>
                  </a:moveTo>
                  <a:lnTo>
                    <a:pt x="1" y="2080"/>
                  </a:lnTo>
                  <a:lnTo>
                    <a:pt x="2080" y="2080"/>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62"/>
            <p:cNvSpPr/>
            <p:nvPr/>
          </p:nvSpPr>
          <p:spPr>
            <a:xfrm>
              <a:off x="-25094250" y="3547050"/>
              <a:ext cx="224500" cy="295375"/>
            </a:xfrm>
            <a:custGeom>
              <a:rect b="b" l="l" r="r" t="t"/>
              <a:pathLst>
                <a:path extrusionOk="0" h="11815" w="898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62"/>
            <p:cNvSpPr/>
            <p:nvPr/>
          </p:nvSpPr>
          <p:spPr>
            <a:xfrm>
              <a:off x="-24851650" y="3582300"/>
              <a:ext cx="52800" cy="190825"/>
            </a:xfrm>
            <a:custGeom>
              <a:rect b="b" l="l" r="r" t="t"/>
              <a:pathLst>
                <a:path extrusionOk="0" h="7633" w="2112">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62"/>
            <p:cNvSpPr/>
            <p:nvPr/>
          </p:nvSpPr>
          <p:spPr>
            <a:xfrm>
              <a:off x="-24850875" y="3788050"/>
              <a:ext cx="52025" cy="53600"/>
            </a:xfrm>
            <a:custGeom>
              <a:rect b="b" l="l" r="r" t="t"/>
              <a:pathLst>
                <a:path extrusionOk="0" h="2144" w="2081">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2" name="Google Shape;5322;p62"/>
          <p:cNvSpPr/>
          <p:nvPr/>
        </p:nvSpPr>
        <p:spPr>
          <a:xfrm>
            <a:off x="5282803" y="3678086"/>
            <a:ext cx="352833" cy="241864"/>
          </a:xfrm>
          <a:custGeom>
            <a:rect b="b" l="l" r="r" t="t"/>
            <a:pathLst>
              <a:path extrusionOk="0" h="8121" w="11847">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3" name="Google Shape;5323;p62"/>
          <p:cNvGrpSpPr/>
          <p:nvPr/>
        </p:nvGrpSpPr>
        <p:grpSpPr>
          <a:xfrm>
            <a:off x="7514864" y="2693698"/>
            <a:ext cx="352803" cy="352803"/>
            <a:chOff x="-23245675" y="3148525"/>
            <a:chExt cx="296150" cy="296150"/>
          </a:xfrm>
        </p:grpSpPr>
        <p:sp>
          <p:nvSpPr>
            <p:cNvPr id="5324" name="Google Shape;5324;p62"/>
            <p:cNvSpPr/>
            <p:nvPr/>
          </p:nvSpPr>
          <p:spPr>
            <a:xfrm>
              <a:off x="-23192925" y="3251700"/>
              <a:ext cx="192225" cy="105550"/>
            </a:xfrm>
            <a:custGeom>
              <a:rect b="b" l="l" r="r" t="t"/>
              <a:pathLst>
                <a:path extrusionOk="0" h="4222" w="7689">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62"/>
            <p:cNvSpPr/>
            <p:nvPr/>
          </p:nvSpPr>
          <p:spPr>
            <a:xfrm>
              <a:off x="-23193700" y="3200500"/>
              <a:ext cx="192200" cy="106350"/>
            </a:xfrm>
            <a:custGeom>
              <a:rect b="b" l="l" r="r" t="t"/>
              <a:pathLst>
                <a:path extrusionOk="0" h="4254" w="7688">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62"/>
            <p:cNvSpPr/>
            <p:nvPr/>
          </p:nvSpPr>
          <p:spPr>
            <a:xfrm>
              <a:off x="-23245675" y="3148525"/>
              <a:ext cx="296150" cy="296150"/>
            </a:xfrm>
            <a:custGeom>
              <a:rect b="b" l="l" r="r" t="t"/>
              <a:pathLst>
                <a:path extrusionOk="0" h="11846" w="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27" name="Google Shape;5327;p62"/>
          <p:cNvSpPr/>
          <p:nvPr/>
        </p:nvSpPr>
        <p:spPr>
          <a:xfrm>
            <a:off x="7557046" y="3173040"/>
            <a:ext cx="269323" cy="351910"/>
          </a:xfrm>
          <a:custGeom>
            <a:rect b="b" l="l" r="r" t="t"/>
            <a:pathLst>
              <a:path extrusionOk="0" h="11816" w="9043">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8" name="Google Shape;5328;p62"/>
          <p:cNvGrpSpPr/>
          <p:nvPr/>
        </p:nvGrpSpPr>
        <p:grpSpPr>
          <a:xfrm>
            <a:off x="7515325" y="3622672"/>
            <a:ext cx="351880" cy="352803"/>
            <a:chOff x="-23244900" y="3888100"/>
            <a:chExt cx="295375" cy="296150"/>
          </a:xfrm>
        </p:grpSpPr>
        <p:sp>
          <p:nvSpPr>
            <p:cNvPr id="5329" name="Google Shape;5329;p62"/>
            <p:cNvSpPr/>
            <p:nvPr/>
          </p:nvSpPr>
          <p:spPr>
            <a:xfrm>
              <a:off x="-23106275" y="3958975"/>
              <a:ext cx="18150" cy="17350"/>
            </a:xfrm>
            <a:custGeom>
              <a:rect b="b" l="l" r="r" t="t"/>
              <a:pathLst>
                <a:path extrusionOk="0" h="694" w="726">
                  <a:moveTo>
                    <a:pt x="0" y="0"/>
                  </a:moveTo>
                  <a:lnTo>
                    <a:pt x="0" y="694"/>
                  </a:lnTo>
                  <a:lnTo>
                    <a:pt x="725" y="694"/>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62"/>
            <p:cNvSpPr/>
            <p:nvPr/>
          </p:nvSpPr>
          <p:spPr>
            <a:xfrm>
              <a:off x="-23106275" y="399285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62"/>
            <p:cNvSpPr/>
            <p:nvPr/>
          </p:nvSpPr>
          <p:spPr>
            <a:xfrm>
              <a:off x="-23106275" y="4062950"/>
              <a:ext cx="18150" cy="34675"/>
            </a:xfrm>
            <a:custGeom>
              <a:rect b="b" l="l" r="r" t="t"/>
              <a:pathLst>
                <a:path extrusionOk="0" h="1387" w="726">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62"/>
            <p:cNvSpPr/>
            <p:nvPr/>
          </p:nvSpPr>
          <p:spPr>
            <a:xfrm>
              <a:off x="-23070825" y="3940850"/>
              <a:ext cx="52775" cy="26825"/>
            </a:xfrm>
            <a:custGeom>
              <a:rect b="b" l="l" r="r" t="t"/>
              <a:pathLst>
                <a:path extrusionOk="0" h="1073" w="2111">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62"/>
            <p:cNvSpPr/>
            <p:nvPr/>
          </p:nvSpPr>
          <p:spPr>
            <a:xfrm>
              <a:off x="-23106275" y="3923525"/>
              <a:ext cx="18150" cy="17350"/>
            </a:xfrm>
            <a:custGeom>
              <a:rect b="b" l="l" r="r" t="t"/>
              <a:pathLst>
                <a:path extrusionOk="0" h="694" w="726">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62"/>
            <p:cNvSpPr/>
            <p:nvPr/>
          </p:nvSpPr>
          <p:spPr>
            <a:xfrm>
              <a:off x="-23106275" y="402750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62"/>
            <p:cNvSpPr/>
            <p:nvPr/>
          </p:nvSpPr>
          <p:spPr>
            <a:xfrm>
              <a:off x="-23244900" y="3888100"/>
              <a:ext cx="295375" cy="296150"/>
            </a:xfrm>
            <a:custGeom>
              <a:rect b="b" l="l" r="r" t="t"/>
              <a:pathLst>
                <a:path extrusionOk="0" h="11846" w="11815">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62"/>
            <p:cNvSpPr/>
            <p:nvPr/>
          </p:nvSpPr>
          <p:spPr>
            <a:xfrm>
              <a:off x="-23070825" y="3975525"/>
              <a:ext cx="43325" cy="26800"/>
            </a:xfrm>
            <a:custGeom>
              <a:rect b="b" l="l" r="r" t="t"/>
              <a:pathLst>
                <a:path extrusionOk="0" h="1072" w="1733">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62"/>
            <p:cNvSpPr/>
            <p:nvPr/>
          </p:nvSpPr>
          <p:spPr>
            <a:xfrm>
              <a:off x="-23158250" y="4097600"/>
              <a:ext cx="121300" cy="52000"/>
            </a:xfrm>
            <a:custGeom>
              <a:rect b="b" l="l" r="r" t="t"/>
              <a:pathLst>
                <a:path extrusionOk="0" h="2080" w="4852">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62"/>
            <p:cNvSpPr/>
            <p:nvPr/>
          </p:nvSpPr>
          <p:spPr>
            <a:xfrm>
              <a:off x="-23176375" y="3940850"/>
              <a:ext cx="52800" cy="26825"/>
            </a:xfrm>
            <a:custGeom>
              <a:rect b="b" l="l" r="r" t="t"/>
              <a:pathLst>
                <a:path extrusionOk="0" h="1073" w="2112">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62"/>
            <p:cNvSpPr/>
            <p:nvPr/>
          </p:nvSpPr>
          <p:spPr>
            <a:xfrm>
              <a:off x="-23166125" y="3976300"/>
              <a:ext cx="44125" cy="26800"/>
            </a:xfrm>
            <a:custGeom>
              <a:rect b="b" l="l" r="r" t="t"/>
              <a:pathLst>
                <a:path extrusionOk="0" h="1072" w="1765">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40" name="Google Shape;5340;p62"/>
          <p:cNvSpPr/>
          <p:nvPr/>
        </p:nvSpPr>
        <p:spPr>
          <a:xfrm>
            <a:off x="6591589" y="4063538"/>
            <a:ext cx="353786" cy="353757"/>
          </a:xfrm>
          <a:custGeom>
            <a:rect b="b" l="l" r="r" t="t"/>
            <a:pathLst>
              <a:path extrusionOk="0" h="11878" w="11879">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62"/>
          <p:cNvSpPr txBox="1"/>
          <p:nvPr/>
        </p:nvSpPr>
        <p:spPr>
          <a:xfrm>
            <a:off x="826588"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Educational Icons</a:t>
            </a:r>
            <a:endParaRPr sz="2400">
              <a:solidFill>
                <a:schemeClr val="lt1"/>
              </a:solidFill>
            </a:endParaRPr>
          </a:p>
        </p:txBody>
      </p:sp>
      <p:sp>
        <p:nvSpPr>
          <p:cNvPr id="5342" name="Google Shape;5342;p62"/>
          <p:cNvSpPr txBox="1"/>
          <p:nvPr/>
        </p:nvSpPr>
        <p:spPr>
          <a:xfrm>
            <a:off x="4835313"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346" name="Shape 5346"/>
        <p:cNvGrpSpPr/>
        <p:nvPr/>
      </p:nvGrpSpPr>
      <p:grpSpPr>
        <a:xfrm>
          <a:off x="0" y="0"/>
          <a:ext cx="0" cy="0"/>
          <a:chOff x="0" y="0"/>
          <a:chExt cx="0" cy="0"/>
        </a:xfrm>
      </p:grpSpPr>
      <p:sp>
        <p:nvSpPr>
          <p:cNvPr id="5347" name="Google Shape;5347;p63"/>
          <p:cNvSpPr/>
          <p:nvPr/>
        </p:nvSpPr>
        <p:spPr>
          <a:xfrm>
            <a:off x="832529" y="1377078"/>
            <a:ext cx="367261" cy="366364"/>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48" name="Google Shape;5348;p63"/>
          <p:cNvGrpSpPr/>
          <p:nvPr/>
        </p:nvGrpSpPr>
        <p:grpSpPr>
          <a:xfrm>
            <a:off x="832654" y="1819647"/>
            <a:ext cx="367261" cy="367261"/>
            <a:chOff x="-65145700" y="3727425"/>
            <a:chExt cx="317425" cy="317425"/>
          </a:xfrm>
        </p:grpSpPr>
        <p:sp>
          <p:nvSpPr>
            <p:cNvPr id="5349" name="Google Shape;5349;p63"/>
            <p:cNvSpPr/>
            <p:nvPr/>
          </p:nvSpPr>
          <p:spPr>
            <a:xfrm>
              <a:off x="-65145700" y="3769150"/>
              <a:ext cx="275675" cy="275700"/>
            </a:xfrm>
            <a:custGeom>
              <a:rect b="b" l="l" r="r" t="t"/>
              <a:pathLst>
                <a:path extrusionOk="0" h="11028" w="11027">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63"/>
            <p:cNvSpPr/>
            <p:nvPr/>
          </p:nvSpPr>
          <p:spPr>
            <a:xfrm>
              <a:off x="-64977150" y="3727425"/>
              <a:ext cx="148875" cy="147300"/>
            </a:xfrm>
            <a:custGeom>
              <a:rect b="b" l="l" r="r" t="t"/>
              <a:pathLst>
                <a:path extrusionOk="0" h="5892" w="5955">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1" name="Google Shape;5351;p63"/>
          <p:cNvGrpSpPr/>
          <p:nvPr/>
        </p:nvGrpSpPr>
        <p:grpSpPr>
          <a:xfrm>
            <a:off x="835851" y="2248561"/>
            <a:ext cx="360868" cy="367261"/>
            <a:chOff x="-65144125" y="4094450"/>
            <a:chExt cx="311900" cy="317425"/>
          </a:xfrm>
        </p:grpSpPr>
        <p:sp>
          <p:nvSpPr>
            <p:cNvPr id="5352" name="Google Shape;5352;p63"/>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63"/>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63"/>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55" name="Google Shape;5355;p63"/>
          <p:cNvSpPr/>
          <p:nvPr/>
        </p:nvSpPr>
        <p:spPr>
          <a:xfrm>
            <a:off x="3040079" y="1375704"/>
            <a:ext cx="369083" cy="369112"/>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6" name="Google Shape;5356;p63"/>
          <p:cNvGrpSpPr/>
          <p:nvPr/>
        </p:nvGrpSpPr>
        <p:grpSpPr>
          <a:xfrm>
            <a:off x="3039420" y="1819256"/>
            <a:ext cx="370645" cy="368042"/>
            <a:chOff x="-63250675" y="3744075"/>
            <a:chExt cx="320350" cy="318100"/>
          </a:xfrm>
        </p:grpSpPr>
        <p:sp>
          <p:nvSpPr>
            <p:cNvPr id="5357" name="Google Shape;5357;p63"/>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63"/>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63"/>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0" name="Google Shape;5360;p63"/>
          <p:cNvGrpSpPr/>
          <p:nvPr/>
        </p:nvGrpSpPr>
        <p:grpSpPr>
          <a:xfrm>
            <a:off x="3041112" y="2248561"/>
            <a:ext cx="367261" cy="367261"/>
            <a:chOff x="-63250675" y="4110200"/>
            <a:chExt cx="317425" cy="317425"/>
          </a:xfrm>
        </p:grpSpPr>
        <p:sp>
          <p:nvSpPr>
            <p:cNvPr id="5361" name="Google Shape;5361;p63"/>
            <p:cNvSpPr/>
            <p:nvPr/>
          </p:nvSpPr>
          <p:spPr>
            <a:xfrm>
              <a:off x="-63007300" y="4153725"/>
              <a:ext cx="30725" cy="29750"/>
            </a:xfrm>
            <a:custGeom>
              <a:rect b="b" l="l" r="r" t="t"/>
              <a:pathLst>
                <a:path extrusionOk="0" h="1190" w="1229">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63"/>
            <p:cNvSpPr/>
            <p:nvPr/>
          </p:nvSpPr>
          <p:spPr>
            <a:xfrm>
              <a:off x="-63203425" y="4159025"/>
              <a:ext cx="222925" cy="222150"/>
            </a:xfrm>
            <a:custGeom>
              <a:rect b="b" l="l" r="r" t="t"/>
              <a:pathLst>
                <a:path extrusionOk="0" h="8886" w="8917">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63"/>
            <p:cNvSpPr/>
            <p:nvPr/>
          </p:nvSpPr>
          <p:spPr>
            <a:xfrm>
              <a:off x="-63102600" y="4401625"/>
              <a:ext cx="20500" cy="26000"/>
            </a:xfrm>
            <a:custGeom>
              <a:rect b="b" l="l" r="r" t="t"/>
              <a:pathLst>
                <a:path extrusionOk="0" h="1040" w="82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63"/>
            <p:cNvSpPr/>
            <p:nvPr/>
          </p:nvSpPr>
          <p:spPr>
            <a:xfrm>
              <a:off x="-63006525" y="4354350"/>
              <a:ext cx="29950" cy="29975"/>
            </a:xfrm>
            <a:custGeom>
              <a:rect b="b" l="l" r="r" t="t"/>
              <a:pathLst>
                <a:path extrusionOk="0" h="1199" w="1198">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63"/>
            <p:cNvSpPr/>
            <p:nvPr/>
          </p:nvSpPr>
          <p:spPr>
            <a:xfrm>
              <a:off x="-62960825" y="4258275"/>
              <a:ext cx="27575" cy="20500"/>
            </a:xfrm>
            <a:custGeom>
              <a:rect b="b" l="l" r="r" t="t"/>
              <a:pathLst>
                <a:path extrusionOk="0" h="820" w="1103">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63"/>
            <p:cNvSpPr/>
            <p:nvPr/>
          </p:nvSpPr>
          <p:spPr>
            <a:xfrm>
              <a:off x="-63250675" y="4259050"/>
              <a:ext cx="26800" cy="20500"/>
            </a:xfrm>
            <a:custGeom>
              <a:rect b="b" l="l" r="r" t="t"/>
              <a:pathLst>
                <a:path extrusionOk="0" h="820" w="1072">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63"/>
            <p:cNvSpPr/>
            <p:nvPr/>
          </p:nvSpPr>
          <p:spPr>
            <a:xfrm>
              <a:off x="-63208950" y="4354350"/>
              <a:ext cx="29175" cy="29975"/>
            </a:xfrm>
            <a:custGeom>
              <a:rect b="b" l="l" r="r" t="t"/>
              <a:pathLst>
                <a:path extrusionOk="0" h="1199" w="1167">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63"/>
            <p:cNvSpPr/>
            <p:nvPr/>
          </p:nvSpPr>
          <p:spPr>
            <a:xfrm>
              <a:off x="-63208150" y="4153725"/>
              <a:ext cx="30725" cy="29750"/>
            </a:xfrm>
            <a:custGeom>
              <a:rect b="b" l="l" r="r" t="t"/>
              <a:pathLst>
                <a:path extrusionOk="0" h="1190" w="1229">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63"/>
            <p:cNvSpPr/>
            <p:nvPr/>
          </p:nvSpPr>
          <p:spPr>
            <a:xfrm>
              <a:off x="-63102600" y="4110200"/>
              <a:ext cx="20500" cy="27600"/>
            </a:xfrm>
            <a:custGeom>
              <a:rect b="b" l="l" r="r" t="t"/>
              <a:pathLst>
                <a:path extrusionOk="0" h="1104" w="82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0" name="Google Shape;5370;p63"/>
          <p:cNvGrpSpPr/>
          <p:nvPr/>
        </p:nvGrpSpPr>
        <p:grpSpPr>
          <a:xfrm>
            <a:off x="1720159" y="2745656"/>
            <a:ext cx="359075" cy="358844"/>
            <a:chOff x="-61351725" y="3372400"/>
            <a:chExt cx="310350" cy="310150"/>
          </a:xfrm>
        </p:grpSpPr>
        <p:sp>
          <p:nvSpPr>
            <p:cNvPr id="5371" name="Google Shape;5371;p63"/>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63"/>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63"/>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4" name="Google Shape;5374;p63"/>
          <p:cNvGrpSpPr/>
          <p:nvPr/>
        </p:nvGrpSpPr>
        <p:grpSpPr>
          <a:xfrm>
            <a:off x="1716514" y="3208713"/>
            <a:ext cx="366364" cy="333534"/>
            <a:chOff x="-61354875" y="3751050"/>
            <a:chExt cx="316650" cy="288275"/>
          </a:xfrm>
        </p:grpSpPr>
        <p:sp>
          <p:nvSpPr>
            <p:cNvPr id="5375" name="Google Shape;5375;p63"/>
            <p:cNvSpPr/>
            <p:nvPr/>
          </p:nvSpPr>
          <p:spPr>
            <a:xfrm>
              <a:off x="-61200500" y="3875475"/>
              <a:ext cx="41775" cy="41000"/>
            </a:xfrm>
            <a:custGeom>
              <a:rect b="b" l="l" r="r" t="t"/>
              <a:pathLst>
                <a:path extrusionOk="0" h="1640" w="1671">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63"/>
            <p:cNvSpPr/>
            <p:nvPr/>
          </p:nvSpPr>
          <p:spPr>
            <a:xfrm>
              <a:off x="-61293425" y="3813275"/>
              <a:ext cx="192975" cy="165425"/>
            </a:xfrm>
            <a:custGeom>
              <a:rect b="b" l="l" r="r" t="t"/>
              <a:pathLst>
                <a:path extrusionOk="0" h="6617" w="7719">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63"/>
            <p:cNvSpPr/>
            <p:nvPr/>
          </p:nvSpPr>
          <p:spPr>
            <a:xfrm>
              <a:off x="-61354875" y="3751050"/>
              <a:ext cx="316650" cy="288275"/>
            </a:xfrm>
            <a:custGeom>
              <a:rect b="b" l="l" r="r" t="t"/>
              <a:pathLst>
                <a:path extrusionOk="0" h="11531" w="12666">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8" name="Google Shape;5378;p63"/>
          <p:cNvGrpSpPr/>
          <p:nvPr/>
        </p:nvGrpSpPr>
        <p:grpSpPr>
          <a:xfrm>
            <a:off x="1716514" y="3650352"/>
            <a:ext cx="366364" cy="367290"/>
            <a:chOff x="-61354875" y="4101525"/>
            <a:chExt cx="316650" cy="317450"/>
          </a:xfrm>
        </p:grpSpPr>
        <p:sp>
          <p:nvSpPr>
            <p:cNvPr id="5379" name="Google Shape;5379;p63"/>
            <p:cNvSpPr/>
            <p:nvPr/>
          </p:nvSpPr>
          <p:spPr>
            <a:xfrm>
              <a:off x="-61172925" y="4240150"/>
              <a:ext cx="62225" cy="145750"/>
            </a:xfrm>
            <a:custGeom>
              <a:rect b="b" l="l" r="r" t="t"/>
              <a:pathLst>
                <a:path extrusionOk="0" h="5830" w="2489">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63"/>
            <p:cNvSpPr/>
            <p:nvPr/>
          </p:nvSpPr>
          <p:spPr>
            <a:xfrm>
              <a:off x="-61354875" y="4101525"/>
              <a:ext cx="316650" cy="317450"/>
            </a:xfrm>
            <a:custGeom>
              <a:rect b="b" l="l" r="r" t="t"/>
              <a:pathLst>
                <a:path extrusionOk="0" h="12698" w="12666">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1" name="Google Shape;5381;p63"/>
          <p:cNvGrpSpPr/>
          <p:nvPr/>
        </p:nvGrpSpPr>
        <p:grpSpPr>
          <a:xfrm>
            <a:off x="3932949" y="2742228"/>
            <a:ext cx="368157" cy="365699"/>
            <a:chOff x="-59470075" y="3308975"/>
            <a:chExt cx="318200" cy="316075"/>
          </a:xfrm>
        </p:grpSpPr>
        <p:sp>
          <p:nvSpPr>
            <p:cNvPr id="5382" name="Google Shape;5382;p63"/>
            <p:cNvSpPr/>
            <p:nvPr/>
          </p:nvSpPr>
          <p:spPr>
            <a:xfrm>
              <a:off x="-59403925" y="3522625"/>
              <a:ext cx="21275" cy="20500"/>
            </a:xfrm>
            <a:custGeom>
              <a:rect b="b" l="l" r="r" t="t"/>
              <a:pathLst>
                <a:path extrusionOk="0" h="820" w="851">
                  <a:moveTo>
                    <a:pt x="0" y="1"/>
                  </a:moveTo>
                  <a:lnTo>
                    <a:pt x="0" y="820"/>
                  </a:lnTo>
                  <a:lnTo>
                    <a:pt x="851" y="820"/>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63"/>
            <p:cNvSpPr/>
            <p:nvPr/>
          </p:nvSpPr>
          <p:spPr>
            <a:xfrm>
              <a:off x="-593621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63"/>
            <p:cNvSpPr/>
            <p:nvPr/>
          </p:nvSpPr>
          <p:spPr>
            <a:xfrm>
              <a:off x="-593212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63"/>
            <p:cNvSpPr/>
            <p:nvPr/>
          </p:nvSpPr>
          <p:spPr>
            <a:xfrm>
              <a:off x="-592794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63"/>
            <p:cNvSpPr/>
            <p:nvPr/>
          </p:nvSpPr>
          <p:spPr>
            <a:xfrm>
              <a:off x="-59470075" y="3418825"/>
              <a:ext cx="317425" cy="206225"/>
            </a:xfrm>
            <a:custGeom>
              <a:rect b="b" l="l" r="r" t="t"/>
              <a:pathLst>
                <a:path extrusionOk="0" h="8249" w="12697">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63"/>
            <p:cNvSpPr/>
            <p:nvPr/>
          </p:nvSpPr>
          <p:spPr>
            <a:xfrm>
              <a:off x="-592385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63"/>
            <p:cNvSpPr/>
            <p:nvPr/>
          </p:nvSpPr>
          <p:spPr>
            <a:xfrm>
              <a:off x="-59292875" y="3308975"/>
              <a:ext cx="106350" cy="41400"/>
            </a:xfrm>
            <a:custGeom>
              <a:rect b="b" l="l" r="r" t="t"/>
              <a:pathLst>
                <a:path extrusionOk="0" h="1656" w="4254">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63"/>
            <p:cNvSpPr/>
            <p:nvPr/>
          </p:nvSpPr>
          <p:spPr>
            <a:xfrm>
              <a:off x="-59214100" y="3371400"/>
              <a:ext cx="62225" cy="68550"/>
            </a:xfrm>
            <a:custGeom>
              <a:rect b="b" l="l" r="r" t="t"/>
              <a:pathLst>
                <a:path extrusionOk="0" h="2742" w="2489">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63"/>
            <p:cNvSpPr/>
            <p:nvPr/>
          </p:nvSpPr>
          <p:spPr>
            <a:xfrm>
              <a:off x="-59297600" y="3392600"/>
              <a:ext cx="62250" cy="48150"/>
            </a:xfrm>
            <a:custGeom>
              <a:rect b="b" l="l" r="r" t="t"/>
              <a:pathLst>
                <a:path extrusionOk="0" h="1926" w="249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1" name="Google Shape;5391;p63"/>
          <p:cNvGrpSpPr/>
          <p:nvPr/>
        </p:nvGrpSpPr>
        <p:grpSpPr>
          <a:xfrm>
            <a:off x="1278379" y="1377933"/>
            <a:ext cx="367261" cy="364686"/>
            <a:chOff x="-64781025" y="3361050"/>
            <a:chExt cx="317425" cy="315200"/>
          </a:xfrm>
        </p:grpSpPr>
        <p:sp>
          <p:nvSpPr>
            <p:cNvPr id="5392" name="Google Shape;5392;p63"/>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63"/>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63"/>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63"/>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6" name="Google Shape;5396;p63"/>
          <p:cNvSpPr/>
          <p:nvPr/>
        </p:nvSpPr>
        <p:spPr>
          <a:xfrm>
            <a:off x="1278254" y="1820539"/>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63"/>
          <p:cNvSpPr/>
          <p:nvPr/>
        </p:nvSpPr>
        <p:spPr>
          <a:xfrm>
            <a:off x="1305588" y="2248541"/>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63"/>
          <p:cNvSpPr/>
          <p:nvPr/>
        </p:nvSpPr>
        <p:spPr>
          <a:xfrm>
            <a:off x="3490873" y="1417182"/>
            <a:ext cx="366335" cy="286155"/>
          </a:xfrm>
          <a:custGeom>
            <a:rect b="b" l="l" r="r" t="t"/>
            <a:pathLst>
              <a:path extrusionOk="0" h="9893" w="12665">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9" name="Google Shape;5399;p63"/>
          <p:cNvGrpSpPr/>
          <p:nvPr/>
        </p:nvGrpSpPr>
        <p:grpSpPr>
          <a:xfrm>
            <a:off x="3482779" y="1819372"/>
            <a:ext cx="382765" cy="367810"/>
            <a:chOff x="-62890750" y="3747425"/>
            <a:chExt cx="330825" cy="317900"/>
          </a:xfrm>
        </p:grpSpPr>
        <p:sp>
          <p:nvSpPr>
            <p:cNvPr id="5400" name="Google Shape;5400;p63"/>
            <p:cNvSpPr/>
            <p:nvPr/>
          </p:nvSpPr>
          <p:spPr>
            <a:xfrm>
              <a:off x="-62890750" y="3747425"/>
              <a:ext cx="313500" cy="195825"/>
            </a:xfrm>
            <a:custGeom>
              <a:rect b="b" l="l" r="r" t="t"/>
              <a:pathLst>
                <a:path extrusionOk="0" h="7833" w="1254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63"/>
            <p:cNvSpPr/>
            <p:nvPr/>
          </p:nvSpPr>
          <p:spPr>
            <a:xfrm>
              <a:off x="-62874975" y="3869075"/>
              <a:ext cx="315050" cy="196250"/>
            </a:xfrm>
            <a:custGeom>
              <a:rect b="b" l="l" r="r" t="t"/>
              <a:pathLst>
                <a:path extrusionOk="0" h="7850" w="12602">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63"/>
            <p:cNvSpPr/>
            <p:nvPr/>
          </p:nvSpPr>
          <p:spPr>
            <a:xfrm>
              <a:off x="-62751325" y="3834525"/>
              <a:ext cx="15775" cy="26800"/>
            </a:xfrm>
            <a:custGeom>
              <a:rect b="b" l="l" r="r" t="t"/>
              <a:pathLst>
                <a:path extrusionOk="0" h="1072" w="631">
                  <a:moveTo>
                    <a:pt x="630" y="1"/>
                  </a:moveTo>
                  <a:cubicBezTo>
                    <a:pt x="410" y="221"/>
                    <a:pt x="158" y="599"/>
                    <a:pt x="0" y="1072"/>
                  </a:cubicBezTo>
                  <a:lnTo>
                    <a:pt x="630" y="1072"/>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63"/>
            <p:cNvSpPr/>
            <p:nvPr/>
          </p:nvSpPr>
          <p:spPr>
            <a:xfrm>
              <a:off x="-62715100" y="3950300"/>
              <a:ext cx="15775" cy="26025"/>
            </a:xfrm>
            <a:custGeom>
              <a:rect b="b" l="l" r="r" t="t"/>
              <a:pathLst>
                <a:path extrusionOk="0" h="1041" w="631">
                  <a:moveTo>
                    <a:pt x="1" y="1"/>
                  </a:moveTo>
                  <a:lnTo>
                    <a:pt x="1" y="1041"/>
                  </a:lnTo>
                  <a:cubicBezTo>
                    <a:pt x="253" y="852"/>
                    <a:pt x="473" y="47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63"/>
            <p:cNvSpPr/>
            <p:nvPr/>
          </p:nvSpPr>
          <p:spPr>
            <a:xfrm>
              <a:off x="-62751325" y="3950300"/>
              <a:ext cx="15775" cy="26025"/>
            </a:xfrm>
            <a:custGeom>
              <a:rect b="b" l="l" r="r" t="t"/>
              <a:pathLst>
                <a:path extrusionOk="0" h="1041" w="631">
                  <a:moveTo>
                    <a:pt x="0" y="1"/>
                  </a:moveTo>
                  <a:cubicBezTo>
                    <a:pt x="158" y="473"/>
                    <a:pt x="410" y="852"/>
                    <a:pt x="630" y="1041"/>
                  </a:cubicBez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63"/>
            <p:cNvSpPr/>
            <p:nvPr/>
          </p:nvSpPr>
          <p:spPr>
            <a:xfrm>
              <a:off x="-62822225" y="3881000"/>
              <a:ext cx="44125" cy="48075"/>
            </a:xfrm>
            <a:custGeom>
              <a:rect b="b" l="l" r="r" t="t"/>
              <a:pathLst>
                <a:path extrusionOk="0" h="1923" w="1765">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63"/>
            <p:cNvSpPr/>
            <p:nvPr/>
          </p:nvSpPr>
          <p:spPr>
            <a:xfrm>
              <a:off x="-62715100" y="3833750"/>
              <a:ext cx="15775" cy="26800"/>
            </a:xfrm>
            <a:custGeom>
              <a:rect b="b" l="l" r="r" t="t"/>
              <a:pathLst>
                <a:path extrusionOk="0" h="1072" w="631">
                  <a:moveTo>
                    <a:pt x="1" y="0"/>
                  </a:moveTo>
                  <a:lnTo>
                    <a:pt x="1" y="1071"/>
                  </a:lnTo>
                  <a:lnTo>
                    <a:pt x="631" y="1071"/>
                  </a:lnTo>
                  <a:cubicBezTo>
                    <a:pt x="505" y="599"/>
                    <a:pt x="253" y="18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63"/>
            <p:cNvSpPr/>
            <p:nvPr/>
          </p:nvSpPr>
          <p:spPr>
            <a:xfrm>
              <a:off x="-62758425" y="3881000"/>
              <a:ext cx="22875" cy="48075"/>
            </a:xfrm>
            <a:custGeom>
              <a:rect b="b" l="l" r="r" t="t"/>
              <a:pathLst>
                <a:path extrusionOk="0" h="1923" w="915">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63"/>
            <p:cNvSpPr/>
            <p:nvPr/>
          </p:nvSpPr>
          <p:spPr>
            <a:xfrm>
              <a:off x="-62715100" y="3809325"/>
              <a:ext cx="74850" cy="51225"/>
            </a:xfrm>
            <a:custGeom>
              <a:rect b="b" l="l" r="r" t="t"/>
              <a:pathLst>
                <a:path extrusionOk="0" h="2049" w="2994">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63"/>
            <p:cNvSpPr/>
            <p:nvPr/>
          </p:nvSpPr>
          <p:spPr>
            <a:xfrm>
              <a:off x="-62715875" y="3950300"/>
              <a:ext cx="75625" cy="51225"/>
            </a:xfrm>
            <a:custGeom>
              <a:rect b="b" l="l" r="r" t="t"/>
              <a:pathLst>
                <a:path extrusionOk="0" h="2049" w="3025">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63"/>
            <p:cNvSpPr/>
            <p:nvPr/>
          </p:nvSpPr>
          <p:spPr>
            <a:xfrm>
              <a:off x="-62811200" y="3949525"/>
              <a:ext cx="75650" cy="52000"/>
            </a:xfrm>
            <a:custGeom>
              <a:rect b="b" l="l" r="r" t="t"/>
              <a:pathLst>
                <a:path extrusionOk="0" h="2080" w="3026">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63"/>
            <p:cNvSpPr/>
            <p:nvPr/>
          </p:nvSpPr>
          <p:spPr>
            <a:xfrm>
              <a:off x="-62673350" y="3881000"/>
              <a:ext cx="44125" cy="48075"/>
            </a:xfrm>
            <a:custGeom>
              <a:rect b="b" l="l" r="r" t="t"/>
              <a:pathLst>
                <a:path extrusionOk="0" h="1923" w="1765">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63"/>
            <p:cNvSpPr/>
            <p:nvPr/>
          </p:nvSpPr>
          <p:spPr>
            <a:xfrm>
              <a:off x="-62810400" y="3810125"/>
              <a:ext cx="75625" cy="51200"/>
            </a:xfrm>
            <a:custGeom>
              <a:rect b="b" l="l" r="r" t="t"/>
              <a:pathLst>
                <a:path extrusionOk="0" h="2048" w="3025">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63"/>
            <p:cNvSpPr/>
            <p:nvPr/>
          </p:nvSpPr>
          <p:spPr>
            <a:xfrm>
              <a:off x="-62715100" y="3881000"/>
              <a:ext cx="22850" cy="48075"/>
            </a:xfrm>
            <a:custGeom>
              <a:rect b="b" l="l" r="r" t="t"/>
              <a:pathLst>
                <a:path extrusionOk="0" h="1923" w="914">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4" name="Google Shape;5414;p63"/>
          <p:cNvGrpSpPr/>
          <p:nvPr/>
        </p:nvGrpSpPr>
        <p:grpSpPr>
          <a:xfrm>
            <a:off x="3490531" y="2249009"/>
            <a:ext cx="367261" cy="366364"/>
            <a:chOff x="-62884425" y="4111775"/>
            <a:chExt cx="317425" cy="316650"/>
          </a:xfrm>
        </p:grpSpPr>
        <p:sp>
          <p:nvSpPr>
            <p:cNvPr id="5415" name="Google Shape;5415;p63"/>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63"/>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7" name="Google Shape;5417;p63"/>
          <p:cNvGrpSpPr/>
          <p:nvPr/>
        </p:nvGrpSpPr>
        <p:grpSpPr>
          <a:xfrm>
            <a:off x="2163165" y="2745078"/>
            <a:ext cx="365438" cy="360001"/>
            <a:chOff x="-60991775" y="3376900"/>
            <a:chExt cx="315850" cy="311150"/>
          </a:xfrm>
        </p:grpSpPr>
        <p:sp>
          <p:nvSpPr>
            <p:cNvPr id="5418" name="Google Shape;5418;p63"/>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63"/>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63"/>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1" name="Google Shape;5421;p63"/>
          <p:cNvGrpSpPr/>
          <p:nvPr/>
        </p:nvGrpSpPr>
        <p:grpSpPr>
          <a:xfrm>
            <a:off x="2162702" y="3195942"/>
            <a:ext cx="366364" cy="359075"/>
            <a:chOff x="-60988625" y="3740800"/>
            <a:chExt cx="316650" cy="310350"/>
          </a:xfrm>
        </p:grpSpPr>
        <p:sp>
          <p:nvSpPr>
            <p:cNvPr id="5422" name="Google Shape;5422;p63"/>
            <p:cNvSpPr/>
            <p:nvPr/>
          </p:nvSpPr>
          <p:spPr>
            <a:xfrm>
              <a:off x="-60988625" y="3740800"/>
              <a:ext cx="311125" cy="310350"/>
            </a:xfrm>
            <a:custGeom>
              <a:rect b="b" l="l" r="r" t="t"/>
              <a:pathLst>
                <a:path extrusionOk="0" h="12414" w="12445">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63"/>
            <p:cNvSpPr/>
            <p:nvPr/>
          </p:nvSpPr>
          <p:spPr>
            <a:xfrm>
              <a:off x="-60742100" y="3920375"/>
              <a:ext cx="68550" cy="55175"/>
            </a:xfrm>
            <a:custGeom>
              <a:rect b="b" l="l" r="r" t="t"/>
              <a:pathLst>
                <a:path extrusionOk="0" h="2207" w="2742">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63"/>
            <p:cNvSpPr/>
            <p:nvPr/>
          </p:nvSpPr>
          <p:spPr>
            <a:xfrm>
              <a:off x="-60740525" y="3741600"/>
              <a:ext cx="68550" cy="158325"/>
            </a:xfrm>
            <a:custGeom>
              <a:rect b="b" l="l" r="r" t="t"/>
              <a:pathLst>
                <a:path extrusionOk="0" h="6333" w="2742">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5" name="Google Shape;5425;p63"/>
          <p:cNvGrpSpPr/>
          <p:nvPr/>
        </p:nvGrpSpPr>
        <p:grpSpPr>
          <a:xfrm>
            <a:off x="2162702" y="3651393"/>
            <a:ext cx="366364" cy="365207"/>
            <a:chOff x="-60987850" y="4100950"/>
            <a:chExt cx="316650" cy="315650"/>
          </a:xfrm>
        </p:grpSpPr>
        <p:sp>
          <p:nvSpPr>
            <p:cNvPr id="5426" name="Google Shape;5426;p63"/>
            <p:cNvSpPr/>
            <p:nvPr/>
          </p:nvSpPr>
          <p:spPr>
            <a:xfrm>
              <a:off x="-60987850" y="4355925"/>
              <a:ext cx="315875" cy="60675"/>
            </a:xfrm>
            <a:custGeom>
              <a:rect b="b" l="l" r="r" t="t"/>
              <a:pathLst>
                <a:path extrusionOk="0" h="2427" w="12635">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63"/>
            <p:cNvSpPr/>
            <p:nvPr/>
          </p:nvSpPr>
          <p:spPr>
            <a:xfrm>
              <a:off x="-60987050" y="4100950"/>
              <a:ext cx="315850" cy="123475"/>
            </a:xfrm>
            <a:custGeom>
              <a:rect b="b" l="l" r="r" t="t"/>
              <a:pathLst>
                <a:path extrusionOk="0" h="4939" w="12634">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63"/>
            <p:cNvSpPr/>
            <p:nvPr/>
          </p:nvSpPr>
          <p:spPr>
            <a:xfrm>
              <a:off x="-60757075" y="4245675"/>
              <a:ext cx="61475" cy="89025"/>
            </a:xfrm>
            <a:custGeom>
              <a:rect b="b" l="l" r="r" t="t"/>
              <a:pathLst>
                <a:path extrusionOk="0" h="3561" w="2459">
                  <a:moveTo>
                    <a:pt x="1" y="0"/>
                  </a:moveTo>
                  <a:lnTo>
                    <a:pt x="1" y="3560"/>
                  </a:lnTo>
                  <a:lnTo>
                    <a:pt x="2458" y="3560"/>
                  </a:lnTo>
                  <a:lnTo>
                    <a:pt x="24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63"/>
            <p:cNvSpPr/>
            <p:nvPr/>
          </p:nvSpPr>
          <p:spPr>
            <a:xfrm>
              <a:off x="-60861025"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63"/>
            <p:cNvSpPr/>
            <p:nvPr/>
          </p:nvSpPr>
          <p:spPr>
            <a:xfrm>
              <a:off x="-60964200"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1" name="Google Shape;5431;p63"/>
          <p:cNvGrpSpPr/>
          <p:nvPr/>
        </p:nvGrpSpPr>
        <p:grpSpPr>
          <a:xfrm>
            <a:off x="3932486" y="3196853"/>
            <a:ext cx="369083" cy="357253"/>
            <a:chOff x="-59447250" y="3706150"/>
            <a:chExt cx="319000" cy="308775"/>
          </a:xfrm>
        </p:grpSpPr>
        <p:sp>
          <p:nvSpPr>
            <p:cNvPr id="5432" name="Google Shape;5432;p63"/>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63"/>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63"/>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63"/>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6" name="Google Shape;5436;p63"/>
          <p:cNvGrpSpPr/>
          <p:nvPr/>
        </p:nvGrpSpPr>
        <p:grpSpPr>
          <a:xfrm>
            <a:off x="1721214" y="1378164"/>
            <a:ext cx="368186" cy="364224"/>
            <a:chOff x="-64406125" y="3362225"/>
            <a:chExt cx="318225" cy="314800"/>
          </a:xfrm>
        </p:grpSpPr>
        <p:sp>
          <p:nvSpPr>
            <p:cNvPr id="5437" name="Google Shape;5437;p63"/>
            <p:cNvSpPr/>
            <p:nvPr/>
          </p:nvSpPr>
          <p:spPr>
            <a:xfrm>
              <a:off x="-64332100" y="3362225"/>
              <a:ext cx="170150" cy="199025"/>
            </a:xfrm>
            <a:custGeom>
              <a:rect b="b" l="l" r="r" t="t"/>
              <a:pathLst>
                <a:path extrusionOk="0" h="7961" w="6806">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63"/>
            <p:cNvSpPr/>
            <p:nvPr/>
          </p:nvSpPr>
          <p:spPr>
            <a:xfrm>
              <a:off x="-64406125" y="3559050"/>
              <a:ext cx="318225" cy="117975"/>
            </a:xfrm>
            <a:custGeom>
              <a:rect b="b" l="l" r="r" t="t"/>
              <a:pathLst>
                <a:path extrusionOk="0" h="4719" w="1272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9" name="Google Shape;5439;p63"/>
          <p:cNvSpPr/>
          <p:nvPr/>
        </p:nvSpPr>
        <p:spPr>
          <a:xfrm>
            <a:off x="1784421" y="1819628"/>
            <a:ext cx="241524" cy="367261"/>
          </a:xfrm>
          <a:custGeom>
            <a:rect b="b" l="l" r="r" t="t"/>
            <a:pathLst>
              <a:path extrusionOk="0" h="12697" w="835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0" name="Google Shape;5440;p63"/>
          <p:cNvGrpSpPr/>
          <p:nvPr/>
        </p:nvGrpSpPr>
        <p:grpSpPr>
          <a:xfrm>
            <a:off x="1721677" y="2249009"/>
            <a:ext cx="367261" cy="366364"/>
            <a:chOff x="-64410850" y="4094450"/>
            <a:chExt cx="317425" cy="316650"/>
          </a:xfrm>
        </p:grpSpPr>
        <p:sp>
          <p:nvSpPr>
            <p:cNvPr id="5441" name="Google Shape;5441;p63"/>
            <p:cNvSpPr/>
            <p:nvPr/>
          </p:nvSpPr>
          <p:spPr>
            <a:xfrm>
              <a:off x="-64410850" y="4348850"/>
              <a:ext cx="317425" cy="62250"/>
            </a:xfrm>
            <a:custGeom>
              <a:rect b="b" l="l" r="r" t="t"/>
              <a:pathLst>
                <a:path extrusionOk="0" h="2490" w="12697">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63"/>
            <p:cNvSpPr/>
            <p:nvPr/>
          </p:nvSpPr>
          <p:spPr>
            <a:xfrm>
              <a:off x="-64315550" y="4094450"/>
              <a:ext cx="122100" cy="192200"/>
            </a:xfrm>
            <a:custGeom>
              <a:rect b="b" l="l" r="r" t="t"/>
              <a:pathLst>
                <a:path extrusionOk="0" h="7688" w="4884">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63"/>
            <p:cNvSpPr/>
            <p:nvPr/>
          </p:nvSpPr>
          <p:spPr>
            <a:xfrm>
              <a:off x="-64335250" y="4307100"/>
              <a:ext cx="161500" cy="21300"/>
            </a:xfrm>
            <a:custGeom>
              <a:rect b="b" l="l" r="r" t="t"/>
              <a:pathLst>
                <a:path extrusionOk="0" h="852" w="646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44" name="Google Shape;5444;p63"/>
          <p:cNvSpPr/>
          <p:nvPr/>
        </p:nvSpPr>
        <p:spPr>
          <a:xfrm>
            <a:off x="3965897" y="1376528"/>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5" name="Google Shape;5445;p63"/>
          <p:cNvGrpSpPr/>
          <p:nvPr/>
        </p:nvGrpSpPr>
        <p:grpSpPr>
          <a:xfrm>
            <a:off x="3943225" y="1819083"/>
            <a:ext cx="365467" cy="368389"/>
            <a:chOff x="-62516625" y="3743175"/>
            <a:chExt cx="315875" cy="318400"/>
          </a:xfrm>
        </p:grpSpPr>
        <p:sp>
          <p:nvSpPr>
            <p:cNvPr id="5446" name="Google Shape;5446;p63"/>
            <p:cNvSpPr/>
            <p:nvPr/>
          </p:nvSpPr>
          <p:spPr>
            <a:xfrm>
              <a:off x="-62334675" y="3884950"/>
              <a:ext cx="62250" cy="145725"/>
            </a:xfrm>
            <a:custGeom>
              <a:rect b="b" l="l" r="r" t="t"/>
              <a:pathLst>
                <a:path extrusionOk="0" h="5829" w="249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63"/>
            <p:cNvSpPr/>
            <p:nvPr/>
          </p:nvSpPr>
          <p:spPr>
            <a:xfrm>
              <a:off x="-62516625" y="3743175"/>
              <a:ext cx="315875" cy="318400"/>
            </a:xfrm>
            <a:custGeom>
              <a:rect b="b" l="l" r="r" t="t"/>
              <a:pathLst>
                <a:path extrusionOk="0" h="12736" w="12635">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8" name="Google Shape;5448;p63"/>
          <p:cNvGrpSpPr/>
          <p:nvPr/>
        </p:nvGrpSpPr>
        <p:grpSpPr>
          <a:xfrm>
            <a:off x="3950065" y="2269054"/>
            <a:ext cx="351786" cy="326274"/>
            <a:chOff x="-62511900" y="4129100"/>
            <a:chExt cx="304050" cy="282000"/>
          </a:xfrm>
        </p:grpSpPr>
        <p:sp>
          <p:nvSpPr>
            <p:cNvPr id="5449" name="Google Shape;5449;p63"/>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63"/>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63"/>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63"/>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63"/>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4" name="Google Shape;5454;p63"/>
          <p:cNvGrpSpPr/>
          <p:nvPr/>
        </p:nvGrpSpPr>
        <p:grpSpPr>
          <a:xfrm>
            <a:off x="2628187" y="2741448"/>
            <a:ext cx="310770" cy="367261"/>
            <a:chOff x="-60597975" y="3367475"/>
            <a:chExt cx="268600" cy="317425"/>
          </a:xfrm>
        </p:grpSpPr>
        <p:sp>
          <p:nvSpPr>
            <p:cNvPr id="5455" name="Google Shape;5455;p63"/>
            <p:cNvSpPr/>
            <p:nvPr/>
          </p:nvSpPr>
          <p:spPr>
            <a:xfrm>
              <a:off x="-60535750" y="3495075"/>
              <a:ext cx="206375" cy="82725"/>
            </a:xfrm>
            <a:custGeom>
              <a:rect b="b" l="l" r="r" t="t"/>
              <a:pathLst>
                <a:path extrusionOk="0" h="3309" w="8255">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63"/>
            <p:cNvSpPr/>
            <p:nvPr/>
          </p:nvSpPr>
          <p:spPr>
            <a:xfrm>
              <a:off x="-60432575" y="3367475"/>
              <a:ext cx="20500" cy="47275"/>
            </a:xfrm>
            <a:custGeom>
              <a:rect b="b" l="l" r="r" t="t"/>
              <a:pathLst>
                <a:path extrusionOk="0" h="1891" w="82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63"/>
            <p:cNvSpPr/>
            <p:nvPr/>
          </p:nvSpPr>
          <p:spPr>
            <a:xfrm>
              <a:off x="-60535750" y="3367475"/>
              <a:ext cx="206375" cy="107150"/>
            </a:xfrm>
            <a:custGeom>
              <a:rect b="b" l="l" r="r" t="t"/>
              <a:pathLst>
                <a:path extrusionOk="0" h="4286" w="8255">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63"/>
            <p:cNvSpPr/>
            <p:nvPr/>
          </p:nvSpPr>
          <p:spPr>
            <a:xfrm>
              <a:off x="-60597975" y="3368175"/>
              <a:ext cx="40200" cy="316725"/>
            </a:xfrm>
            <a:custGeom>
              <a:rect b="b" l="l" r="r" t="t"/>
              <a:pathLst>
                <a:path extrusionOk="0" h="12669" w="1608">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63"/>
            <p:cNvSpPr/>
            <p:nvPr/>
          </p:nvSpPr>
          <p:spPr>
            <a:xfrm>
              <a:off x="-60535750" y="3597450"/>
              <a:ext cx="206375" cy="86675"/>
            </a:xfrm>
            <a:custGeom>
              <a:rect b="b" l="l" r="r" t="t"/>
              <a:pathLst>
                <a:path extrusionOk="0" h="3467" w="8255">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60" name="Google Shape;5460;p63"/>
          <p:cNvSpPr/>
          <p:nvPr/>
        </p:nvSpPr>
        <p:spPr>
          <a:xfrm>
            <a:off x="2598914" y="3192959"/>
            <a:ext cx="369083" cy="365005"/>
          </a:xfrm>
          <a:custGeom>
            <a:rect b="b" l="l" r="r" t="t"/>
            <a:pathLst>
              <a:path extrusionOk="0" h="12619" w="1276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1" name="Google Shape;5461;p63"/>
          <p:cNvGrpSpPr/>
          <p:nvPr/>
        </p:nvGrpSpPr>
        <p:grpSpPr>
          <a:xfrm>
            <a:off x="2600390" y="3702764"/>
            <a:ext cx="366364" cy="262465"/>
            <a:chOff x="-60621600" y="4145650"/>
            <a:chExt cx="316650" cy="226850"/>
          </a:xfrm>
        </p:grpSpPr>
        <p:sp>
          <p:nvSpPr>
            <p:cNvPr id="5462" name="Google Shape;5462;p63"/>
            <p:cNvSpPr/>
            <p:nvPr/>
          </p:nvSpPr>
          <p:spPr>
            <a:xfrm>
              <a:off x="-60463275" y="4249600"/>
              <a:ext cx="61450" cy="60675"/>
            </a:xfrm>
            <a:custGeom>
              <a:rect b="b" l="l" r="r" t="t"/>
              <a:pathLst>
                <a:path extrusionOk="0" h="2427" w="2458">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63"/>
            <p:cNvSpPr/>
            <p:nvPr/>
          </p:nvSpPr>
          <p:spPr>
            <a:xfrm>
              <a:off x="-60526300" y="4249600"/>
              <a:ext cx="48075" cy="60675"/>
            </a:xfrm>
            <a:custGeom>
              <a:rect b="b" l="l" r="r" t="t"/>
              <a:pathLst>
                <a:path extrusionOk="0" h="2427" w="1923">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63"/>
            <p:cNvSpPr/>
            <p:nvPr/>
          </p:nvSpPr>
          <p:spPr>
            <a:xfrm>
              <a:off x="-60621600" y="4145650"/>
              <a:ext cx="316650" cy="226850"/>
            </a:xfrm>
            <a:custGeom>
              <a:rect b="b" l="l" r="r" t="t"/>
              <a:pathLst>
                <a:path extrusionOk="0" h="9074" w="12666">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5" name="Google Shape;5465;p63"/>
          <p:cNvGrpSpPr/>
          <p:nvPr/>
        </p:nvGrpSpPr>
        <p:grpSpPr>
          <a:xfrm>
            <a:off x="3937042" y="3651263"/>
            <a:ext cx="359972" cy="365467"/>
            <a:chOff x="-59400775" y="4084200"/>
            <a:chExt cx="311125" cy="315875"/>
          </a:xfrm>
        </p:grpSpPr>
        <p:sp>
          <p:nvSpPr>
            <p:cNvPr id="5466" name="Google Shape;5466;p63"/>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63"/>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63"/>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63"/>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63"/>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63"/>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2" name="Google Shape;5472;p63"/>
          <p:cNvGrpSpPr/>
          <p:nvPr/>
        </p:nvGrpSpPr>
        <p:grpSpPr>
          <a:xfrm>
            <a:off x="2161136" y="1377094"/>
            <a:ext cx="365438" cy="366364"/>
            <a:chOff x="-64044600" y="3360375"/>
            <a:chExt cx="315850" cy="316650"/>
          </a:xfrm>
        </p:grpSpPr>
        <p:sp>
          <p:nvSpPr>
            <p:cNvPr id="5473" name="Google Shape;5473;p63"/>
            <p:cNvSpPr/>
            <p:nvPr/>
          </p:nvSpPr>
          <p:spPr>
            <a:xfrm>
              <a:off x="-63980025" y="3532875"/>
              <a:ext cx="185900" cy="144150"/>
            </a:xfrm>
            <a:custGeom>
              <a:rect b="b" l="l" r="r" t="t"/>
              <a:pathLst>
                <a:path extrusionOk="0" h="5766" w="743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63"/>
            <p:cNvSpPr/>
            <p:nvPr/>
          </p:nvSpPr>
          <p:spPr>
            <a:xfrm>
              <a:off x="-64044600" y="3360375"/>
              <a:ext cx="315850" cy="152825"/>
            </a:xfrm>
            <a:custGeom>
              <a:rect b="b" l="l" r="r" t="t"/>
              <a:pathLst>
                <a:path extrusionOk="0" h="6113" w="12634">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63"/>
            <p:cNvSpPr/>
            <p:nvPr/>
          </p:nvSpPr>
          <p:spPr>
            <a:xfrm>
              <a:off x="-63945375" y="3408425"/>
              <a:ext cx="117375" cy="103200"/>
            </a:xfrm>
            <a:custGeom>
              <a:rect b="b" l="l" r="r" t="t"/>
              <a:pathLst>
                <a:path extrusionOk="0" h="4128" w="4695">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6" name="Google Shape;5476;p63"/>
          <p:cNvGrpSpPr/>
          <p:nvPr/>
        </p:nvGrpSpPr>
        <p:grpSpPr>
          <a:xfrm>
            <a:off x="2187559" y="1819647"/>
            <a:ext cx="312592" cy="367261"/>
            <a:chOff x="-64022550" y="3727425"/>
            <a:chExt cx="270175" cy="317425"/>
          </a:xfrm>
        </p:grpSpPr>
        <p:sp>
          <p:nvSpPr>
            <p:cNvPr id="5477" name="Google Shape;5477;p63"/>
            <p:cNvSpPr/>
            <p:nvPr/>
          </p:nvSpPr>
          <p:spPr>
            <a:xfrm>
              <a:off x="-64022550" y="3912500"/>
              <a:ext cx="270175" cy="90600"/>
            </a:xfrm>
            <a:custGeom>
              <a:rect b="b" l="l" r="r" t="t"/>
              <a:pathLst>
                <a:path extrusionOk="0" h="3624" w="10807">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63"/>
            <p:cNvSpPr/>
            <p:nvPr/>
          </p:nvSpPr>
          <p:spPr>
            <a:xfrm>
              <a:off x="-64000500" y="4023550"/>
              <a:ext cx="227650" cy="21300"/>
            </a:xfrm>
            <a:custGeom>
              <a:rect b="b" l="l" r="r" t="t"/>
              <a:pathLst>
                <a:path extrusionOk="0" h="852" w="9106">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63"/>
            <p:cNvSpPr/>
            <p:nvPr/>
          </p:nvSpPr>
          <p:spPr>
            <a:xfrm>
              <a:off x="-63960325" y="3727425"/>
              <a:ext cx="144925" cy="165425"/>
            </a:xfrm>
            <a:custGeom>
              <a:rect b="b" l="l" r="r" t="t"/>
              <a:pathLst>
                <a:path extrusionOk="0" h="6617" w="579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0" name="Google Shape;5480;p63"/>
          <p:cNvGrpSpPr/>
          <p:nvPr/>
        </p:nvGrpSpPr>
        <p:grpSpPr>
          <a:xfrm>
            <a:off x="2211697" y="2248547"/>
            <a:ext cx="264317" cy="367290"/>
            <a:chOff x="-64001300" y="4093650"/>
            <a:chExt cx="228450" cy="317450"/>
          </a:xfrm>
        </p:grpSpPr>
        <p:sp>
          <p:nvSpPr>
            <p:cNvPr id="5481" name="Google Shape;5481;p63"/>
            <p:cNvSpPr/>
            <p:nvPr/>
          </p:nvSpPr>
          <p:spPr>
            <a:xfrm>
              <a:off x="-63933550" y="4328375"/>
              <a:ext cx="93750" cy="40975"/>
            </a:xfrm>
            <a:custGeom>
              <a:rect b="b" l="l" r="r" t="t"/>
              <a:pathLst>
                <a:path extrusionOk="0" h="1639" w="375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63"/>
            <p:cNvSpPr/>
            <p:nvPr/>
          </p:nvSpPr>
          <p:spPr>
            <a:xfrm>
              <a:off x="-63980025" y="4135400"/>
              <a:ext cx="185900" cy="234725"/>
            </a:xfrm>
            <a:custGeom>
              <a:rect b="b" l="l" r="r" t="t"/>
              <a:pathLst>
                <a:path extrusionOk="0" h="9389" w="7436">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63"/>
            <p:cNvSpPr/>
            <p:nvPr/>
          </p:nvSpPr>
          <p:spPr>
            <a:xfrm>
              <a:off x="-64001300" y="4389800"/>
              <a:ext cx="228450" cy="21300"/>
            </a:xfrm>
            <a:custGeom>
              <a:rect b="b" l="l" r="r" t="t"/>
              <a:pathLst>
                <a:path extrusionOk="0" h="852" w="9138">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63"/>
            <p:cNvSpPr/>
            <p:nvPr/>
          </p:nvSpPr>
          <p:spPr>
            <a:xfrm>
              <a:off x="-64001300" y="4093650"/>
              <a:ext cx="226875" cy="20500"/>
            </a:xfrm>
            <a:custGeom>
              <a:rect b="b" l="l" r="r" t="t"/>
              <a:pathLst>
                <a:path extrusionOk="0" h="820" w="9075">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5" name="Google Shape;5485;p63"/>
          <p:cNvGrpSpPr/>
          <p:nvPr/>
        </p:nvGrpSpPr>
        <p:grpSpPr>
          <a:xfrm>
            <a:off x="830701" y="2741838"/>
            <a:ext cx="359972" cy="366480"/>
            <a:chOff x="-62148800" y="3377700"/>
            <a:chExt cx="311125" cy="316750"/>
          </a:xfrm>
        </p:grpSpPr>
        <p:sp>
          <p:nvSpPr>
            <p:cNvPr id="5486" name="Google Shape;5486;p63"/>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63"/>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8" name="Google Shape;5488;p63"/>
          <p:cNvGrpSpPr/>
          <p:nvPr/>
        </p:nvGrpSpPr>
        <p:grpSpPr>
          <a:xfrm>
            <a:off x="826608" y="3191835"/>
            <a:ext cx="368157" cy="367290"/>
            <a:chOff x="-62154300" y="3743950"/>
            <a:chExt cx="318200" cy="317450"/>
          </a:xfrm>
        </p:grpSpPr>
        <p:sp>
          <p:nvSpPr>
            <p:cNvPr id="5489" name="Google Shape;5489;p63"/>
            <p:cNvSpPr/>
            <p:nvPr/>
          </p:nvSpPr>
          <p:spPr>
            <a:xfrm>
              <a:off x="-61992850" y="3743950"/>
              <a:ext cx="63825" cy="69150"/>
            </a:xfrm>
            <a:custGeom>
              <a:rect b="b" l="l" r="r" t="t"/>
              <a:pathLst>
                <a:path extrusionOk="0" h="2766" w="2553">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63"/>
            <p:cNvSpPr/>
            <p:nvPr/>
          </p:nvSpPr>
          <p:spPr>
            <a:xfrm>
              <a:off x="-62154300" y="3785700"/>
              <a:ext cx="318200" cy="275700"/>
            </a:xfrm>
            <a:custGeom>
              <a:rect b="b" l="l" r="r" t="t"/>
              <a:pathLst>
                <a:path extrusionOk="0" h="11028" w="127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1" name="Google Shape;5491;p63"/>
          <p:cNvGrpSpPr/>
          <p:nvPr/>
        </p:nvGrpSpPr>
        <p:grpSpPr>
          <a:xfrm>
            <a:off x="826594" y="3650815"/>
            <a:ext cx="368186" cy="366364"/>
            <a:chOff x="-62151950" y="4111775"/>
            <a:chExt cx="318225" cy="316650"/>
          </a:xfrm>
        </p:grpSpPr>
        <p:sp>
          <p:nvSpPr>
            <p:cNvPr id="5492" name="Google Shape;5492;p63"/>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63"/>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63"/>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63"/>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6" name="Google Shape;5496;p63"/>
          <p:cNvGrpSpPr/>
          <p:nvPr/>
        </p:nvGrpSpPr>
        <p:grpSpPr>
          <a:xfrm>
            <a:off x="3045218" y="2741361"/>
            <a:ext cx="368157" cy="367434"/>
            <a:chOff x="-60254550" y="3367325"/>
            <a:chExt cx="318200" cy="317575"/>
          </a:xfrm>
        </p:grpSpPr>
        <p:sp>
          <p:nvSpPr>
            <p:cNvPr id="5497" name="Google Shape;5497;p63"/>
            <p:cNvSpPr/>
            <p:nvPr/>
          </p:nvSpPr>
          <p:spPr>
            <a:xfrm>
              <a:off x="-60219125" y="3367325"/>
              <a:ext cx="51225" cy="103575"/>
            </a:xfrm>
            <a:custGeom>
              <a:rect b="b" l="l" r="r" t="t"/>
              <a:pathLst>
                <a:path extrusionOk="0" h="4143" w="2049">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63"/>
            <p:cNvSpPr/>
            <p:nvPr/>
          </p:nvSpPr>
          <p:spPr>
            <a:xfrm>
              <a:off x="-60156900" y="3367325"/>
              <a:ext cx="51225" cy="103575"/>
            </a:xfrm>
            <a:custGeom>
              <a:rect b="b" l="l" r="r" t="t"/>
              <a:pathLst>
                <a:path extrusionOk="0" h="4143" w="2049">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63"/>
            <p:cNvSpPr/>
            <p:nvPr/>
          </p:nvSpPr>
          <p:spPr>
            <a:xfrm>
              <a:off x="-60094675" y="3367325"/>
              <a:ext cx="51225" cy="103575"/>
            </a:xfrm>
            <a:custGeom>
              <a:rect b="b" l="l" r="r" t="t"/>
              <a:pathLst>
                <a:path extrusionOk="0" h="4143" w="2049">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63"/>
            <p:cNvSpPr/>
            <p:nvPr/>
          </p:nvSpPr>
          <p:spPr>
            <a:xfrm>
              <a:off x="-60254550" y="3478525"/>
              <a:ext cx="318200" cy="206375"/>
            </a:xfrm>
            <a:custGeom>
              <a:rect b="b" l="l" r="r" t="t"/>
              <a:pathLst>
                <a:path extrusionOk="0" h="8255" w="12728">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1" name="Google Shape;5501;p63"/>
          <p:cNvGrpSpPr/>
          <p:nvPr/>
        </p:nvGrpSpPr>
        <p:grpSpPr>
          <a:xfrm>
            <a:off x="3046115" y="3192355"/>
            <a:ext cx="366364" cy="366248"/>
            <a:chOff x="-60255350" y="3733825"/>
            <a:chExt cx="316650" cy="316550"/>
          </a:xfrm>
        </p:grpSpPr>
        <p:sp>
          <p:nvSpPr>
            <p:cNvPr id="5502" name="Google Shape;5502;p63"/>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63"/>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63"/>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63"/>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63"/>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63"/>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63"/>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9" name="Google Shape;5509;p63"/>
          <p:cNvGrpSpPr/>
          <p:nvPr/>
        </p:nvGrpSpPr>
        <p:grpSpPr>
          <a:xfrm>
            <a:off x="3073912" y="3651263"/>
            <a:ext cx="310770" cy="365467"/>
            <a:chOff x="-60232500" y="4101525"/>
            <a:chExt cx="268600" cy="315875"/>
          </a:xfrm>
        </p:grpSpPr>
        <p:sp>
          <p:nvSpPr>
            <p:cNvPr id="5510" name="Google Shape;5510;p63"/>
            <p:cNvSpPr/>
            <p:nvPr/>
          </p:nvSpPr>
          <p:spPr>
            <a:xfrm>
              <a:off x="-60222275" y="4273225"/>
              <a:ext cx="63025" cy="144175"/>
            </a:xfrm>
            <a:custGeom>
              <a:rect b="b" l="l" r="r" t="t"/>
              <a:pathLst>
                <a:path extrusionOk="0" h="5767" w="2521">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63"/>
            <p:cNvSpPr/>
            <p:nvPr/>
          </p:nvSpPr>
          <p:spPr>
            <a:xfrm>
              <a:off x="-60232500" y="4101525"/>
              <a:ext cx="268600" cy="315875"/>
            </a:xfrm>
            <a:custGeom>
              <a:rect b="b" l="l" r="r" t="t"/>
              <a:pathLst>
                <a:path extrusionOk="0" h="12635" w="10744">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2" name="Google Shape;5512;p63"/>
          <p:cNvSpPr/>
          <p:nvPr/>
        </p:nvSpPr>
        <p:spPr>
          <a:xfrm>
            <a:off x="2161686" y="4120197"/>
            <a:ext cx="366335" cy="367290"/>
          </a:xfrm>
          <a:custGeom>
            <a:rect b="b" l="l" r="r" t="t"/>
            <a:pathLst>
              <a:path extrusionOk="0" h="12698" w="12665">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3" name="Google Shape;5513;p63"/>
          <p:cNvGrpSpPr/>
          <p:nvPr/>
        </p:nvGrpSpPr>
        <p:grpSpPr>
          <a:xfrm>
            <a:off x="2606912" y="1377094"/>
            <a:ext cx="368186" cy="366364"/>
            <a:chOff x="-63679950" y="3360375"/>
            <a:chExt cx="318225" cy="316650"/>
          </a:xfrm>
        </p:grpSpPr>
        <p:sp>
          <p:nvSpPr>
            <p:cNvPr id="5514" name="Google Shape;5514;p63"/>
            <p:cNvSpPr/>
            <p:nvPr/>
          </p:nvSpPr>
          <p:spPr>
            <a:xfrm>
              <a:off x="-63497200" y="3423400"/>
              <a:ext cx="40975" cy="40975"/>
            </a:xfrm>
            <a:custGeom>
              <a:rect b="b" l="l" r="r" t="t"/>
              <a:pathLst>
                <a:path extrusionOk="0" h="1639" w="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63"/>
            <p:cNvSpPr/>
            <p:nvPr/>
          </p:nvSpPr>
          <p:spPr>
            <a:xfrm>
              <a:off x="-63516900" y="3485625"/>
              <a:ext cx="79575" cy="29950"/>
            </a:xfrm>
            <a:custGeom>
              <a:rect b="b" l="l" r="r" t="t"/>
              <a:pathLst>
                <a:path extrusionOk="0" h="1198" w="3183">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63"/>
            <p:cNvSpPr/>
            <p:nvPr/>
          </p:nvSpPr>
          <p:spPr>
            <a:xfrm>
              <a:off x="-63618500" y="3360375"/>
              <a:ext cx="256775" cy="256600"/>
            </a:xfrm>
            <a:custGeom>
              <a:rect b="b" l="l" r="r" t="t"/>
              <a:pathLst>
                <a:path extrusionOk="0" h="10264" w="10271">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63"/>
            <p:cNvSpPr/>
            <p:nvPr/>
          </p:nvSpPr>
          <p:spPr>
            <a:xfrm>
              <a:off x="-63679950" y="3576200"/>
              <a:ext cx="102425" cy="100825"/>
            </a:xfrm>
            <a:custGeom>
              <a:rect b="b" l="l" r="r" t="t"/>
              <a:pathLst>
                <a:path extrusionOk="0" h="4033" w="4097">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8" name="Google Shape;5518;p63"/>
          <p:cNvSpPr/>
          <p:nvPr/>
        </p:nvSpPr>
        <p:spPr>
          <a:xfrm>
            <a:off x="2605879" y="1819397"/>
            <a:ext cx="370009" cy="367724"/>
          </a:xfrm>
          <a:custGeom>
            <a:rect b="b" l="l" r="r" t="t"/>
            <a:pathLst>
              <a:path extrusionOk="0" h="12713" w="12792">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9" name="Google Shape;5519;p63"/>
          <p:cNvGrpSpPr/>
          <p:nvPr/>
        </p:nvGrpSpPr>
        <p:grpSpPr>
          <a:xfrm>
            <a:off x="2605539" y="2248431"/>
            <a:ext cx="370934" cy="367521"/>
            <a:chOff x="-63679950" y="4093450"/>
            <a:chExt cx="320600" cy="317650"/>
          </a:xfrm>
        </p:grpSpPr>
        <p:sp>
          <p:nvSpPr>
            <p:cNvPr id="5520" name="Google Shape;5520;p63"/>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63"/>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63"/>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3" name="Google Shape;5523;p63"/>
          <p:cNvGrpSpPr/>
          <p:nvPr/>
        </p:nvGrpSpPr>
        <p:grpSpPr>
          <a:xfrm>
            <a:off x="1265656" y="2741433"/>
            <a:ext cx="366364" cy="367290"/>
            <a:chOff x="-61784125" y="3377700"/>
            <a:chExt cx="316650" cy="317450"/>
          </a:xfrm>
        </p:grpSpPr>
        <p:sp>
          <p:nvSpPr>
            <p:cNvPr id="5524" name="Google Shape;5524;p63"/>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63"/>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63"/>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63"/>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63"/>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63"/>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63"/>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1" name="Google Shape;5531;p63"/>
          <p:cNvGrpSpPr/>
          <p:nvPr/>
        </p:nvGrpSpPr>
        <p:grpSpPr>
          <a:xfrm>
            <a:off x="1265656" y="3191835"/>
            <a:ext cx="366364" cy="367290"/>
            <a:chOff x="-61783350" y="3743950"/>
            <a:chExt cx="316650" cy="317450"/>
          </a:xfrm>
        </p:grpSpPr>
        <p:sp>
          <p:nvSpPr>
            <p:cNvPr id="5532" name="Google Shape;5532;p63"/>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63"/>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4" name="Google Shape;5534;p63"/>
          <p:cNvSpPr/>
          <p:nvPr/>
        </p:nvSpPr>
        <p:spPr>
          <a:xfrm>
            <a:off x="1265537" y="3650636"/>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63"/>
          <p:cNvSpPr/>
          <p:nvPr/>
        </p:nvSpPr>
        <p:spPr>
          <a:xfrm>
            <a:off x="3488339" y="2751280"/>
            <a:ext cx="366364" cy="347563"/>
          </a:xfrm>
          <a:custGeom>
            <a:rect b="b" l="l" r="r" t="t"/>
            <a:pathLst>
              <a:path extrusionOk="0" h="12016" w="1266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63"/>
          <p:cNvSpPr/>
          <p:nvPr/>
        </p:nvSpPr>
        <p:spPr>
          <a:xfrm>
            <a:off x="3487428" y="3231921"/>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7" name="Google Shape;5537;p63"/>
          <p:cNvGrpSpPr/>
          <p:nvPr/>
        </p:nvGrpSpPr>
        <p:grpSpPr>
          <a:xfrm>
            <a:off x="3487080" y="3651668"/>
            <a:ext cx="369112" cy="364657"/>
            <a:chOff x="-59869425" y="4102225"/>
            <a:chExt cx="319025" cy="315175"/>
          </a:xfrm>
        </p:grpSpPr>
        <p:sp>
          <p:nvSpPr>
            <p:cNvPr id="5538" name="Google Shape;5538;p63"/>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63"/>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63"/>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63"/>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2" name="Google Shape;5542;p63"/>
          <p:cNvGrpSpPr/>
          <p:nvPr/>
        </p:nvGrpSpPr>
        <p:grpSpPr>
          <a:xfrm>
            <a:off x="2605883" y="4120490"/>
            <a:ext cx="366364" cy="365467"/>
            <a:chOff x="-59029025" y="3711650"/>
            <a:chExt cx="316650" cy="315875"/>
          </a:xfrm>
        </p:grpSpPr>
        <p:sp>
          <p:nvSpPr>
            <p:cNvPr id="5543" name="Google Shape;5543;p63"/>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63"/>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63"/>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63"/>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63"/>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63"/>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63"/>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0" name="Google Shape;5550;p63"/>
          <p:cNvGrpSpPr/>
          <p:nvPr/>
        </p:nvGrpSpPr>
        <p:grpSpPr>
          <a:xfrm>
            <a:off x="4841373" y="1398014"/>
            <a:ext cx="351940" cy="348188"/>
            <a:chOff x="581525" y="3254850"/>
            <a:chExt cx="297750" cy="294575"/>
          </a:xfrm>
        </p:grpSpPr>
        <p:sp>
          <p:nvSpPr>
            <p:cNvPr id="5551" name="Google Shape;5551;p63"/>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63"/>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63"/>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4" name="Google Shape;5554;p63"/>
          <p:cNvGrpSpPr/>
          <p:nvPr/>
        </p:nvGrpSpPr>
        <p:grpSpPr>
          <a:xfrm>
            <a:off x="4840442" y="1836950"/>
            <a:ext cx="353802" cy="351497"/>
            <a:chOff x="580725" y="3617925"/>
            <a:chExt cx="299325" cy="297375"/>
          </a:xfrm>
        </p:grpSpPr>
        <p:sp>
          <p:nvSpPr>
            <p:cNvPr id="5555" name="Google Shape;5555;p63"/>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63"/>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63"/>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63"/>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63"/>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0" name="Google Shape;5560;p63"/>
          <p:cNvGrpSpPr/>
          <p:nvPr/>
        </p:nvGrpSpPr>
        <p:grpSpPr>
          <a:xfrm>
            <a:off x="4842304" y="2284140"/>
            <a:ext cx="350079" cy="350079"/>
            <a:chOff x="583100" y="3982600"/>
            <a:chExt cx="296175" cy="296175"/>
          </a:xfrm>
        </p:grpSpPr>
        <p:sp>
          <p:nvSpPr>
            <p:cNvPr id="5561" name="Google Shape;5561;p63"/>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63"/>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63"/>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63"/>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63"/>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63"/>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63"/>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8" name="Google Shape;5568;p63"/>
          <p:cNvGrpSpPr/>
          <p:nvPr/>
        </p:nvGrpSpPr>
        <p:grpSpPr>
          <a:xfrm>
            <a:off x="7074918" y="1397764"/>
            <a:ext cx="307231" cy="348690"/>
            <a:chOff x="2423775" y="3226875"/>
            <a:chExt cx="259925" cy="295000"/>
          </a:xfrm>
        </p:grpSpPr>
        <p:sp>
          <p:nvSpPr>
            <p:cNvPr id="5569" name="Google Shape;5569;p63"/>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63"/>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63"/>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2" name="Google Shape;5572;p63"/>
          <p:cNvGrpSpPr/>
          <p:nvPr/>
        </p:nvGrpSpPr>
        <p:grpSpPr>
          <a:xfrm>
            <a:off x="7052106" y="1839049"/>
            <a:ext cx="352857" cy="347301"/>
            <a:chOff x="2404875" y="3592725"/>
            <a:chExt cx="298525" cy="293825"/>
          </a:xfrm>
        </p:grpSpPr>
        <p:sp>
          <p:nvSpPr>
            <p:cNvPr id="5573" name="Google Shape;5573;p63"/>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63"/>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63"/>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6" name="Google Shape;5576;p63"/>
          <p:cNvGrpSpPr/>
          <p:nvPr/>
        </p:nvGrpSpPr>
        <p:grpSpPr>
          <a:xfrm>
            <a:off x="7053036" y="2284614"/>
            <a:ext cx="350995" cy="349133"/>
            <a:chOff x="2404875" y="3955825"/>
            <a:chExt cx="296950" cy="295375"/>
          </a:xfrm>
        </p:grpSpPr>
        <p:sp>
          <p:nvSpPr>
            <p:cNvPr id="5577" name="Google Shape;5577;p63"/>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63"/>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63"/>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63"/>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1" name="Google Shape;5581;p63"/>
          <p:cNvGrpSpPr/>
          <p:nvPr/>
        </p:nvGrpSpPr>
        <p:grpSpPr>
          <a:xfrm>
            <a:off x="5747016" y="2748808"/>
            <a:ext cx="349163" cy="350079"/>
            <a:chOff x="4263650" y="3235150"/>
            <a:chExt cx="295400" cy="296175"/>
          </a:xfrm>
        </p:grpSpPr>
        <p:sp>
          <p:nvSpPr>
            <p:cNvPr id="5582" name="Google Shape;5582;p63"/>
            <p:cNvSpPr/>
            <p:nvPr/>
          </p:nvSpPr>
          <p:spPr>
            <a:xfrm>
              <a:off x="4393625" y="3391100"/>
              <a:ext cx="35450" cy="35475"/>
            </a:xfrm>
            <a:custGeom>
              <a:rect b="b" l="l" r="r" t="t"/>
              <a:pathLst>
                <a:path extrusionOk="0" h="1419" w="1418">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63"/>
            <p:cNvSpPr/>
            <p:nvPr/>
          </p:nvSpPr>
          <p:spPr>
            <a:xfrm>
              <a:off x="4377075" y="3443875"/>
              <a:ext cx="70125" cy="34675"/>
            </a:xfrm>
            <a:custGeom>
              <a:rect b="b" l="l" r="r" t="t"/>
              <a:pathLst>
                <a:path extrusionOk="0" h="1387" w="2805">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63"/>
            <p:cNvSpPr/>
            <p:nvPr/>
          </p:nvSpPr>
          <p:spPr>
            <a:xfrm>
              <a:off x="4333750" y="3357225"/>
              <a:ext cx="156775" cy="174100"/>
            </a:xfrm>
            <a:custGeom>
              <a:rect b="b" l="l" r="r" t="t"/>
              <a:pathLst>
                <a:path extrusionOk="0" h="6964" w="6271">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63"/>
            <p:cNvSpPr/>
            <p:nvPr/>
          </p:nvSpPr>
          <p:spPr>
            <a:xfrm>
              <a:off x="4316425" y="3235150"/>
              <a:ext cx="191425" cy="35475"/>
            </a:xfrm>
            <a:custGeom>
              <a:rect b="b" l="l" r="r" t="t"/>
              <a:pathLst>
                <a:path extrusionOk="0" h="1419" w="7657">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63"/>
            <p:cNvSpPr/>
            <p:nvPr/>
          </p:nvSpPr>
          <p:spPr>
            <a:xfrm>
              <a:off x="4263650" y="3288700"/>
              <a:ext cx="295400" cy="137875"/>
            </a:xfrm>
            <a:custGeom>
              <a:rect b="b" l="l" r="r" t="t"/>
              <a:pathLst>
                <a:path extrusionOk="0" h="5515" w="11816">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7" name="Google Shape;5587;p63"/>
          <p:cNvGrpSpPr/>
          <p:nvPr/>
        </p:nvGrpSpPr>
        <p:grpSpPr>
          <a:xfrm>
            <a:off x="5744696" y="3207969"/>
            <a:ext cx="353802" cy="327739"/>
            <a:chOff x="4266025" y="3609275"/>
            <a:chExt cx="299325" cy="277275"/>
          </a:xfrm>
        </p:grpSpPr>
        <p:sp>
          <p:nvSpPr>
            <p:cNvPr id="5588" name="Google Shape;5588;p63"/>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63"/>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0" name="Google Shape;5590;p63"/>
          <p:cNvGrpSpPr/>
          <p:nvPr/>
        </p:nvGrpSpPr>
        <p:grpSpPr>
          <a:xfrm>
            <a:off x="5745154" y="3673356"/>
            <a:ext cx="352886" cy="349133"/>
            <a:chOff x="4263650" y="3963700"/>
            <a:chExt cx="298550" cy="295375"/>
          </a:xfrm>
        </p:grpSpPr>
        <p:sp>
          <p:nvSpPr>
            <p:cNvPr id="5591" name="Google Shape;5591;p63"/>
            <p:cNvSpPr/>
            <p:nvPr/>
          </p:nvSpPr>
          <p:spPr>
            <a:xfrm>
              <a:off x="4384950" y="3963700"/>
              <a:ext cx="53575" cy="51225"/>
            </a:xfrm>
            <a:custGeom>
              <a:rect b="b" l="l" r="r" t="t"/>
              <a:pathLst>
                <a:path extrusionOk="0" h="2049" w="2143">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63"/>
            <p:cNvSpPr/>
            <p:nvPr/>
          </p:nvSpPr>
          <p:spPr>
            <a:xfrm>
              <a:off x="43156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63"/>
            <p:cNvSpPr/>
            <p:nvPr/>
          </p:nvSpPr>
          <p:spPr>
            <a:xfrm>
              <a:off x="44558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63"/>
            <p:cNvSpPr/>
            <p:nvPr/>
          </p:nvSpPr>
          <p:spPr>
            <a:xfrm>
              <a:off x="4263650" y="4085000"/>
              <a:ext cx="298550" cy="122100"/>
            </a:xfrm>
            <a:custGeom>
              <a:rect b="b" l="l" r="r" t="t"/>
              <a:pathLst>
                <a:path extrusionOk="0" h="4884" w="11942">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63"/>
            <p:cNvSpPr/>
            <p:nvPr/>
          </p:nvSpPr>
          <p:spPr>
            <a:xfrm>
              <a:off x="4431425" y="4196825"/>
              <a:ext cx="104000" cy="62250"/>
            </a:xfrm>
            <a:custGeom>
              <a:rect b="b" l="l" r="r" t="t"/>
              <a:pathLst>
                <a:path extrusionOk="0" h="2490" w="416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63"/>
            <p:cNvSpPr/>
            <p:nvPr/>
          </p:nvSpPr>
          <p:spPr>
            <a:xfrm>
              <a:off x="4359750" y="4022775"/>
              <a:ext cx="104775" cy="44125"/>
            </a:xfrm>
            <a:custGeom>
              <a:rect b="b" l="l" r="r" t="t"/>
              <a:pathLst>
                <a:path extrusionOk="0" h="1765" w="4191">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63"/>
            <p:cNvSpPr/>
            <p:nvPr/>
          </p:nvSpPr>
          <p:spPr>
            <a:xfrm>
              <a:off x="4291225" y="4196825"/>
              <a:ext cx="102425" cy="62250"/>
            </a:xfrm>
            <a:custGeom>
              <a:rect b="b" l="l" r="r" t="t"/>
              <a:pathLst>
                <a:path extrusionOk="0" h="2490" w="4097">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8" name="Google Shape;5598;p63"/>
          <p:cNvGrpSpPr/>
          <p:nvPr/>
        </p:nvGrpSpPr>
        <p:grpSpPr>
          <a:xfrm>
            <a:off x="8023491" y="2748809"/>
            <a:ext cx="226264" cy="350079"/>
            <a:chOff x="6164975" y="3211525"/>
            <a:chExt cx="191425" cy="296175"/>
          </a:xfrm>
        </p:grpSpPr>
        <p:sp>
          <p:nvSpPr>
            <p:cNvPr id="5599" name="Google Shape;5599;p63"/>
            <p:cNvSpPr/>
            <p:nvPr/>
          </p:nvSpPr>
          <p:spPr>
            <a:xfrm>
              <a:off x="6269750" y="3371400"/>
              <a:ext cx="68525" cy="84300"/>
            </a:xfrm>
            <a:custGeom>
              <a:rect b="b" l="l" r="r" t="t"/>
              <a:pathLst>
                <a:path extrusionOk="0" h="3372" w="2741">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63"/>
            <p:cNvSpPr/>
            <p:nvPr/>
          </p:nvSpPr>
          <p:spPr>
            <a:xfrm>
              <a:off x="6228775" y="3424175"/>
              <a:ext cx="62250" cy="30750"/>
            </a:xfrm>
            <a:custGeom>
              <a:rect b="b" l="l" r="r" t="t"/>
              <a:pathLst>
                <a:path extrusionOk="0" h="1230" w="2490">
                  <a:moveTo>
                    <a:pt x="1229" y="1"/>
                  </a:moveTo>
                  <a:lnTo>
                    <a:pt x="1" y="1229"/>
                  </a:lnTo>
                  <a:lnTo>
                    <a:pt x="2490" y="1229"/>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63"/>
            <p:cNvSpPr/>
            <p:nvPr/>
          </p:nvSpPr>
          <p:spPr>
            <a:xfrm>
              <a:off x="6182300" y="3369825"/>
              <a:ext cx="69350" cy="85100"/>
            </a:xfrm>
            <a:custGeom>
              <a:rect b="b" l="l" r="r" t="t"/>
              <a:pathLst>
                <a:path extrusionOk="0" h="3404" w="277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63"/>
            <p:cNvSpPr/>
            <p:nvPr/>
          </p:nvSpPr>
          <p:spPr>
            <a:xfrm>
              <a:off x="6164975" y="3472225"/>
              <a:ext cx="191425" cy="35475"/>
            </a:xfrm>
            <a:custGeom>
              <a:rect b="b" l="l" r="r" t="t"/>
              <a:pathLst>
                <a:path extrusionOk="0" h="1419" w="7657">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63"/>
            <p:cNvSpPr/>
            <p:nvPr/>
          </p:nvSpPr>
          <p:spPr>
            <a:xfrm>
              <a:off x="6164975" y="3211525"/>
              <a:ext cx="191425" cy="35475"/>
            </a:xfrm>
            <a:custGeom>
              <a:rect b="b" l="l" r="r" t="t"/>
              <a:pathLst>
                <a:path extrusionOk="0" h="1419" w="7657">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63"/>
            <p:cNvSpPr/>
            <p:nvPr/>
          </p:nvSpPr>
          <p:spPr>
            <a:xfrm>
              <a:off x="6183100" y="3262725"/>
              <a:ext cx="155175" cy="35650"/>
            </a:xfrm>
            <a:custGeom>
              <a:rect b="b" l="l" r="r" t="t"/>
              <a:pathLst>
                <a:path extrusionOk="0" h="1426" w="6207">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63"/>
            <p:cNvSpPr/>
            <p:nvPr/>
          </p:nvSpPr>
          <p:spPr>
            <a:xfrm>
              <a:off x="6181525" y="3294225"/>
              <a:ext cx="155975" cy="74050"/>
            </a:xfrm>
            <a:custGeom>
              <a:rect b="b" l="l" r="r" t="t"/>
              <a:pathLst>
                <a:path extrusionOk="0" h="2962" w="6239">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6" name="Google Shape;5606;p63"/>
          <p:cNvGrpSpPr/>
          <p:nvPr/>
        </p:nvGrpSpPr>
        <p:grpSpPr>
          <a:xfrm>
            <a:off x="5285528" y="1397084"/>
            <a:ext cx="352886" cy="350049"/>
            <a:chOff x="946175" y="3253275"/>
            <a:chExt cx="298550" cy="296150"/>
          </a:xfrm>
        </p:grpSpPr>
        <p:sp>
          <p:nvSpPr>
            <p:cNvPr id="5607" name="Google Shape;5607;p63"/>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63"/>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63"/>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63"/>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63"/>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2" name="Google Shape;5612;p63"/>
          <p:cNvGrpSpPr/>
          <p:nvPr/>
        </p:nvGrpSpPr>
        <p:grpSpPr>
          <a:xfrm>
            <a:off x="5286459" y="1839048"/>
            <a:ext cx="351024" cy="347301"/>
            <a:chOff x="946175" y="3619500"/>
            <a:chExt cx="296975" cy="293825"/>
          </a:xfrm>
        </p:grpSpPr>
        <p:sp>
          <p:nvSpPr>
            <p:cNvPr id="5613" name="Google Shape;5613;p63"/>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63"/>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63"/>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63"/>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63"/>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63"/>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9" name="Google Shape;5619;p63"/>
          <p:cNvGrpSpPr/>
          <p:nvPr/>
        </p:nvGrpSpPr>
        <p:grpSpPr>
          <a:xfrm>
            <a:off x="5286001" y="2283682"/>
            <a:ext cx="351940" cy="350995"/>
            <a:chOff x="944600" y="3981825"/>
            <a:chExt cx="297750" cy="296950"/>
          </a:xfrm>
        </p:grpSpPr>
        <p:sp>
          <p:nvSpPr>
            <p:cNvPr id="5620" name="Google Shape;5620;p63"/>
            <p:cNvSpPr/>
            <p:nvPr/>
          </p:nvSpPr>
          <p:spPr>
            <a:xfrm>
              <a:off x="944600" y="3981825"/>
              <a:ext cx="297750" cy="296950"/>
            </a:xfrm>
            <a:custGeom>
              <a:rect b="b" l="l" r="r" t="t"/>
              <a:pathLst>
                <a:path extrusionOk="0" h="11878" w="1191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63"/>
            <p:cNvSpPr/>
            <p:nvPr/>
          </p:nvSpPr>
          <p:spPr>
            <a:xfrm>
              <a:off x="1058025" y="4155875"/>
              <a:ext cx="72500" cy="52000"/>
            </a:xfrm>
            <a:custGeom>
              <a:rect b="b" l="l" r="r" t="t"/>
              <a:pathLst>
                <a:path extrusionOk="0" h="2080" w="290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63"/>
            <p:cNvSpPr/>
            <p:nvPr/>
          </p:nvSpPr>
          <p:spPr>
            <a:xfrm>
              <a:off x="1076150" y="4103900"/>
              <a:ext cx="35475" cy="35475"/>
            </a:xfrm>
            <a:custGeom>
              <a:rect b="b" l="l" r="r" t="t"/>
              <a:pathLst>
                <a:path extrusionOk="0" h="1419" w="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63"/>
            <p:cNvSpPr/>
            <p:nvPr/>
          </p:nvSpPr>
          <p:spPr>
            <a:xfrm>
              <a:off x="1016275" y="4051125"/>
              <a:ext cx="155975" cy="137075"/>
            </a:xfrm>
            <a:custGeom>
              <a:rect b="b" l="l" r="r" t="t"/>
              <a:pathLst>
                <a:path extrusionOk="0" h="5483" w="6239">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4" name="Google Shape;5624;p63"/>
          <p:cNvGrpSpPr/>
          <p:nvPr/>
        </p:nvGrpSpPr>
        <p:grpSpPr>
          <a:xfrm>
            <a:off x="7502937" y="1397542"/>
            <a:ext cx="350079" cy="349133"/>
            <a:chOff x="2768750" y="3227275"/>
            <a:chExt cx="296175" cy="295375"/>
          </a:xfrm>
        </p:grpSpPr>
        <p:sp>
          <p:nvSpPr>
            <p:cNvPr id="5625" name="Google Shape;5625;p63"/>
            <p:cNvSpPr/>
            <p:nvPr/>
          </p:nvSpPr>
          <p:spPr>
            <a:xfrm>
              <a:off x="2882950" y="3227275"/>
              <a:ext cx="68550" cy="69325"/>
            </a:xfrm>
            <a:custGeom>
              <a:rect b="b" l="l" r="r" t="t"/>
              <a:pathLst>
                <a:path extrusionOk="0" h="2773" w="2742">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63"/>
            <p:cNvSpPr/>
            <p:nvPr/>
          </p:nvSpPr>
          <p:spPr>
            <a:xfrm>
              <a:off x="2856175" y="3436000"/>
              <a:ext cx="17350" cy="34675"/>
            </a:xfrm>
            <a:custGeom>
              <a:rect b="b" l="l" r="r" t="t"/>
              <a:pathLst>
                <a:path extrusionOk="0" h="1387" w="694">
                  <a:moveTo>
                    <a:pt x="0" y="0"/>
                  </a:moveTo>
                  <a:lnTo>
                    <a:pt x="0" y="1386"/>
                  </a:lnTo>
                  <a:lnTo>
                    <a:pt x="694" y="1386"/>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63"/>
            <p:cNvSpPr/>
            <p:nvPr/>
          </p:nvSpPr>
          <p:spPr>
            <a:xfrm>
              <a:off x="2890050" y="3436000"/>
              <a:ext cx="18125" cy="34675"/>
            </a:xfrm>
            <a:custGeom>
              <a:rect b="b" l="l" r="r" t="t"/>
              <a:pathLst>
                <a:path extrusionOk="0" h="1387" w="725">
                  <a:moveTo>
                    <a:pt x="0" y="0"/>
                  </a:moveTo>
                  <a:lnTo>
                    <a:pt x="0" y="1386"/>
                  </a:lnTo>
                  <a:lnTo>
                    <a:pt x="725" y="138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63"/>
            <p:cNvSpPr/>
            <p:nvPr/>
          </p:nvSpPr>
          <p:spPr>
            <a:xfrm>
              <a:off x="2821525" y="3436000"/>
              <a:ext cx="17350" cy="34675"/>
            </a:xfrm>
            <a:custGeom>
              <a:rect b="b" l="l" r="r" t="t"/>
              <a:pathLst>
                <a:path extrusionOk="0" h="1387" w="694">
                  <a:moveTo>
                    <a:pt x="0" y="0"/>
                  </a:moveTo>
                  <a:lnTo>
                    <a:pt x="0" y="1386"/>
                  </a:lnTo>
                  <a:lnTo>
                    <a:pt x="693" y="1386"/>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63"/>
            <p:cNvSpPr/>
            <p:nvPr/>
          </p:nvSpPr>
          <p:spPr>
            <a:xfrm>
              <a:off x="2924700" y="3436000"/>
              <a:ext cx="34675" cy="34675"/>
            </a:xfrm>
            <a:custGeom>
              <a:rect b="b" l="l" r="r" t="t"/>
              <a:pathLst>
                <a:path extrusionOk="0" h="1387" w="1387">
                  <a:moveTo>
                    <a:pt x="0" y="0"/>
                  </a:moveTo>
                  <a:lnTo>
                    <a:pt x="0" y="1386"/>
                  </a:lnTo>
                  <a:lnTo>
                    <a:pt x="1387" y="138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63"/>
            <p:cNvSpPr/>
            <p:nvPr/>
          </p:nvSpPr>
          <p:spPr>
            <a:xfrm>
              <a:off x="2768750" y="3384800"/>
              <a:ext cx="244175" cy="137850"/>
            </a:xfrm>
            <a:custGeom>
              <a:rect b="b" l="l" r="r" t="t"/>
              <a:pathLst>
                <a:path extrusionOk="0" h="5514" w="9767">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63"/>
            <p:cNvSpPr/>
            <p:nvPr/>
          </p:nvSpPr>
          <p:spPr>
            <a:xfrm>
              <a:off x="3030250" y="3419450"/>
              <a:ext cx="34675" cy="68550"/>
            </a:xfrm>
            <a:custGeom>
              <a:rect b="b" l="l" r="r" t="t"/>
              <a:pathLst>
                <a:path extrusionOk="0" h="2742" w="1387">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63"/>
            <p:cNvSpPr/>
            <p:nvPr/>
          </p:nvSpPr>
          <p:spPr>
            <a:xfrm>
              <a:off x="2856175" y="3294225"/>
              <a:ext cx="122100" cy="73275"/>
            </a:xfrm>
            <a:custGeom>
              <a:rect b="b" l="l" r="r" t="t"/>
              <a:pathLst>
                <a:path extrusionOk="0" h="2931" w="4884">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3" name="Google Shape;5633;p63"/>
          <p:cNvGrpSpPr/>
          <p:nvPr/>
        </p:nvGrpSpPr>
        <p:grpSpPr>
          <a:xfrm>
            <a:off x="7523888" y="1838414"/>
            <a:ext cx="308177" cy="348572"/>
            <a:chOff x="2786075" y="3591800"/>
            <a:chExt cx="260725" cy="294900"/>
          </a:xfrm>
        </p:grpSpPr>
        <p:sp>
          <p:nvSpPr>
            <p:cNvPr id="5634" name="Google Shape;5634;p63"/>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63"/>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63"/>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63"/>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63"/>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9" name="Google Shape;5639;p63"/>
          <p:cNvGrpSpPr/>
          <p:nvPr/>
        </p:nvGrpSpPr>
        <p:grpSpPr>
          <a:xfrm>
            <a:off x="7564387" y="2284141"/>
            <a:ext cx="227180" cy="350079"/>
            <a:chOff x="2819150" y="3955025"/>
            <a:chExt cx="192200" cy="296175"/>
          </a:xfrm>
        </p:grpSpPr>
        <p:sp>
          <p:nvSpPr>
            <p:cNvPr id="5640" name="Google Shape;5640;p63"/>
            <p:cNvSpPr/>
            <p:nvPr/>
          </p:nvSpPr>
          <p:spPr>
            <a:xfrm>
              <a:off x="2856175" y="4007025"/>
              <a:ext cx="122100" cy="70125"/>
            </a:xfrm>
            <a:custGeom>
              <a:rect b="b" l="l" r="r" t="t"/>
              <a:pathLst>
                <a:path extrusionOk="0" h="2805" w="4884">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63"/>
            <p:cNvSpPr/>
            <p:nvPr/>
          </p:nvSpPr>
          <p:spPr>
            <a:xfrm>
              <a:off x="2819150" y="4180300"/>
              <a:ext cx="192200" cy="70900"/>
            </a:xfrm>
            <a:custGeom>
              <a:rect b="b" l="l" r="r" t="t"/>
              <a:pathLst>
                <a:path extrusionOk="0" h="2836" w="7688">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63"/>
            <p:cNvSpPr/>
            <p:nvPr/>
          </p:nvSpPr>
          <p:spPr>
            <a:xfrm>
              <a:off x="2882950" y="3955025"/>
              <a:ext cx="68550" cy="35475"/>
            </a:xfrm>
            <a:custGeom>
              <a:rect b="b" l="l" r="r" t="t"/>
              <a:pathLst>
                <a:path extrusionOk="0" h="1419" w="2742">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63"/>
            <p:cNvSpPr/>
            <p:nvPr/>
          </p:nvSpPr>
          <p:spPr>
            <a:xfrm>
              <a:off x="2856975" y="4093650"/>
              <a:ext cx="118950" cy="70125"/>
            </a:xfrm>
            <a:custGeom>
              <a:rect b="b" l="l" r="r" t="t"/>
              <a:pathLst>
                <a:path extrusionOk="0" h="2805" w="4758">
                  <a:moveTo>
                    <a:pt x="473" y="1"/>
                  </a:moveTo>
                  <a:lnTo>
                    <a:pt x="0" y="2805"/>
                  </a:lnTo>
                  <a:lnTo>
                    <a:pt x="4757" y="2805"/>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63"/>
          <p:cNvGrpSpPr/>
          <p:nvPr/>
        </p:nvGrpSpPr>
        <p:grpSpPr>
          <a:xfrm>
            <a:off x="6188160" y="2749739"/>
            <a:ext cx="349133" cy="348217"/>
            <a:chOff x="4629125" y="3235150"/>
            <a:chExt cx="295375" cy="294600"/>
          </a:xfrm>
        </p:grpSpPr>
        <p:sp>
          <p:nvSpPr>
            <p:cNvPr id="5645" name="Google Shape;5645;p63"/>
            <p:cNvSpPr/>
            <p:nvPr/>
          </p:nvSpPr>
          <p:spPr>
            <a:xfrm>
              <a:off x="4696850" y="3391100"/>
              <a:ext cx="35475" cy="35475"/>
            </a:xfrm>
            <a:custGeom>
              <a:rect b="b" l="l" r="r" t="t"/>
              <a:pathLst>
                <a:path extrusionOk="0" h="1419" w="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63"/>
            <p:cNvSpPr/>
            <p:nvPr/>
          </p:nvSpPr>
          <p:spPr>
            <a:xfrm>
              <a:off x="4680300" y="3443875"/>
              <a:ext cx="69350" cy="34675"/>
            </a:xfrm>
            <a:custGeom>
              <a:rect b="b" l="l" r="r" t="t"/>
              <a:pathLst>
                <a:path extrusionOk="0" h="1387" w="2774">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63"/>
            <p:cNvSpPr/>
            <p:nvPr/>
          </p:nvSpPr>
          <p:spPr>
            <a:xfrm>
              <a:off x="4629125" y="3339900"/>
              <a:ext cx="295375" cy="189850"/>
            </a:xfrm>
            <a:custGeom>
              <a:rect b="b" l="l" r="r" t="t"/>
              <a:pathLst>
                <a:path extrusionOk="0" h="7594" w="11815">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63"/>
            <p:cNvSpPr/>
            <p:nvPr/>
          </p:nvSpPr>
          <p:spPr>
            <a:xfrm>
              <a:off x="4714975" y="3287125"/>
              <a:ext cx="122100" cy="70125"/>
            </a:xfrm>
            <a:custGeom>
              <a:rect b="b" l="l" r="r" t="t"/>
              <a:pathLst>
                <a:path extrusionOk="0" h="2805" w="4884">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63"/>
            <p:cNvSpPr/>
            <p:nvPr/>
          </p:nvSpPr>
          <p:spPr>
            <a:xfrm>
              <a:off x="4732300" y="3235150"/>
              <a:ext cx="86650" cy="35475"/>
            </a:xfrm>
            <a:custGeom>
              <a:rect b="b" l="l" r="r" t="t"/>
              <a:pathLst>
                <a:path extrusionOk="0" h="1419" w="3466">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0" name="Google Shape;5650;p63"/>
          <p:cNvGrpSpPr/>
          <p:nvPr/>
        </p:nvGrpSpPr>
        <p:grpSpPr>
          <a:xfrm>
            <a:off x="6188145" y="3197272"/>
            <a:ext cx="349163" cy="349133"/>
            <a:chOff x="4628325" y="3599825"/>
            <a:chExt cx="295400" cy="295375"/>
          </a:xfrm>
        </p:grpSpPr>
        <p:sp>
          <p:nvSpPr>
            <p:cNvPr id="5651" name="Google Shape;5651;p63"/>
            <p:cNvSpPr/>
            <p:nvPr/>
          </p:nvSpPr>
          <p:spPr>
            <a:xfrm>
              <a:off x="4679525" y="3686450"/>
              <a:ext cx="17350" cy="86675"/>
            </a:xfrm>
            <a:custGeom>
              <a:rect b="b" l="l" r="r" t="t"/>
              <a:pathLst>
                <a:path extrusionOk="0" h="3467" w="694">
                  <a:moveTo>
                    <a:pt x="0" y="1"/>
                  </a:moveTo>
                  <a:lnTo>
                    <a:pt x="0" y="3466"/>
                  </a:lnTo>
                  <a:lnTo>
                    <a:pt x="694" y="3466"/>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63"/>
            <p:cNvSpPr/>
            <p:nvPr/>
          </p:nvSpPr>
          <p:spPr>
            <a:xfrm>
              <a:off x="4854375" y="3686450"/>
              <a:ext cx="18150" cy="86675"/>
            </a:xfrm>
            <a:custGeom>
              <a:rect b="b" l="l" r="r" t="t"/>
              <a:pathLst>
                <a:path extrusionOk="0" h="3467" w="726">
                  <a:moveTo>
                    <a:pt x="1" y="1"/>
                  </a:moveTo>
                  <a:lnTo>
                    <a:pt x="1" y="3466"/>
                  </a:lnTo>
                  <a:lnTo>
                    <a:pt x="725" y="3466"/>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63"/>
            <p:cNvSpPr/>
            <p:nvPr/>
          </p:nvSpPr>
          <p:spPr>
            <a:xfrm>
              <a:off x="4679525" y="3790425"/>
              <a:ext cx="17350" cy="104000"/>
            </a:xfrm>
            <a:custGeom>
              <a:rect b="b" l="l" r="r" t="t"/>
              <a:pathLst>
                <a:path extrusionOk="0" h="4160" w="694">
                  <a:moveTo>
                    <a:pt x="0" y="0"/>
                  </a:moveTo>
                  <a:lnTo>
                    <a:pt x="0" y="4159"/>
                  </a:lnTo>
                  <a:lnTo>
                    <a:pt x="694" y="4159"/>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63"/>
            <p:cNvSpPr/>
            <p:nvPr/>
          </p:nvSpPr>
          <p:spPr>
            <a:xfrm>
              <a:off x="4854375" y="3790425"/>
              <a:ext cx="18150" cy="104000"/>
            </a:xfrm>
            <a:custGeom>
              <a:rect b="b" l="l" r="r" t="t"/>
              <a:pathLst>
                <a:path extrusionOk="0" h="4160" w="726">
                  <a:moveTo>
                    <a:pt x="1" y="0"/>
                  </a:moveTo>
                  <a:lnTo>
                    <a:pt x="1" y="4159"/>
                  </a:lnTo>
                  <a:lnTo>
                    <a:pt x="725" y="4159"/>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63"/>
            <p:cNvSpPr/>
            <p:nvPr/>
          </p:nvSpPr>
          <p:spPr>
            <a:xfrm>
              <a:off x="4628325" y="3686450"/>
              <a:ext cx="34675" cy="86675"/>
            </a:xfrm>
            <a:custGeom>
              <a:rect b="b" l="l" r="r" t="t"/>
              <a:pathLst>
                <a:path extrusionOk="0" h="3467" w="138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63"/>
            <p:cNvSpPr/>
            <p:nvPr/>
          </p:nvSpPr>
          <p:spPr>
            <a:xfrm>
              <a:off x="4714975" y="3686450"/>
              <a:ext cx="122100" cy="86675"/>
            </a:xfrm>
            <a:custGeom>
              <a:rect b="b" l="l" r="r" t="t"/>
              <a:pathLst>
                <a:path extrusionOk="0" h="3467" w="4884">
                  <a:moveTo>
                    <a:pt x="0" y="1"/>
                  </a:moveTo>
                  <a:lnTo>
                    <a:pt x="0" y="3466"/>
                  </a:lnTo>
                  <a:lnTo>
                    <a:pt x="4883" y="3466"/>
                  </a:lnTo>
                  <a:lnTo>
                    <a:pt x="4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63"/>
            <p:cNvSpPr/>
            <p:nvPr/>
          </p:nvSpPr>
          <p:spPr>
            <a:xfrm>
              <a:off x="4889025" y="3777825"/>
              <a:ext cx="34700" cy="117375"/>
            </a:xfrm>
            <a:custGeom>
              <a:rect b="b" l="l" r="r" t="t"/>
              <a:pathLst>
                <a:path extrusionOk="0" h="4695" w="1388">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63"/>
            <p:cNvSpPr/>
            <p:nvPr/>
          </p:nvSpPr>
          <p:spPr>
            <a:xfrm>
              <a:off x="4628325" y="3777825"/>
              <a:ext cx="34675" cy="116600"/>
            </a:xfrm>
            <a:custGeom>
              <a:rect b="b" l="l" r="r" t="t"/>
              <a:pathLst>
                <a:path extrusionOk="0" h="4664" w="1387">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63"/>
            <p:cNvSpPr/>
            <p:nvPr/>
          </p:nvSpPr>
          <p:spPr>
            <a:xfrm>
              <a:off x="4766950" y="3790425"/>
              <a:ext cx="17350" cy="18150"/>
            </a:xfrm>
            <a:custGeom>
              <a:rect b="b" l="l" r="r" t="t"/>
              <a:pathLst>
                <a:path extrusionOk="0" h="726" w="694">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63"/>
            <p:cNvSpPr/>
            <p:nvPr/>
          </p:nvSpPr>
          <p:spPr>
            <a:xfrm>
              <a:off x="4889025" y="3686450"/>
              <a:ext cx="34700" cy="86675"/>
            </a:xfrm>
            <a:custGeom>
              <a:rect b="b" l="l" r="r" t="t"/>
              <a:pathLst>
                <a:path extrusionOk="0" h="3467" w="1388">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63"/>
            <p:cNvSpPr/>
            <p:nvPr/>
          </p:nvSpPr>
          <p:spPr>
            <a:xfrm>
              <a:off x="4714975" y="3790425"/>
              <a:ext cx="122100" cy="104000"/>
            </a:xfrm>
            <a:custGeom>
              <a:rect b="b" l="l" r="r" t="t"/>
              <a:pathLst>
                <a:path extrusionOk="0" h="4160" w="4884">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63"/>
            <p:cNvSpPr/>
            <p:nvPr/>
          </p:nvSpPr>
          <p:spPr>
            <a:xfrm>
              <a:off x="4714175" y="3599825"/>
              <a:ext cx="122100" cy="69325"/>
            </a:xfrm>
            <a:custGeom>
              <a:rect b="b" l="l" r="r" t="t"/>
              <a:pathLst>
                <a:path extrusionOk="0" h="2773" w="4884">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3" name="Google Shape;5663;p63"/>
          <p:cNvGrpSpPr/>
          <p:nvPr/>
        </p:nvGrpSpPr>
        <p:grpSpPr>
          <a:xfrm>
            <a:off x="6209096" y="3672883"/>
            <a:ext cx="307261" cy="350079"/>
            <a:chOff x="4645650" y="3962900"/>
            <a:chExt cx="259950" cy="296175"/>
          </a:xfrm>
        </p:grpSpPr>
        <p:sp>
          <p:nvSpPr>
            <p:cNvPr id="5664" name="Google Shape;5664;p63"/>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63"/>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63"/>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63"/>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63"/>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63"/>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0" name="Google Shape;5670;p63"/>
          <p:cNvGrpSpPr/>
          <p:nvPr/>
        </p:nvGrpSpPr>
        <p:grpSpPr>
          <a:xfrm>
            <a:off x="7962056" y="3197745"/>
            <a:ext cx="349133" cy="348188"/>
            <a:chOff x="6143725" y="3582500"/>
            <a:chExt cx="295375" cy="294575"/>
          </a:xfrm>
        </p:grpSpPr>
        <p:sp>
          <p:nvSpPr>
            <p:cNvPr id="5671" name="Google Shape;5671;p63"/>
            <p:cNvSpPr/>
            <p:nvPr/>
          </p:nvSpPr>
          <p:spPr>
            <a:xfrm>
              <a:off x="6143725" y="3720325"/>
              <a:ext cx="295375" cy="156750"/>
            </a:xfrm>
            <a:custGeom>
              <a:rect b="b" l="l" r="r" t="t"/>
              <a:pathLst>
                <a:path extrusionOk="0" h="6270" w="11815">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63"/>
            <p:cNvSpPr/>
            <p:nvPr/>
          </p:nvSpPr>
          <p:spPr>
            <a:xfrm>
              <a:off x="6246900" y="3773100"/>
              <a:ext cx="88225" cy="17350"/>
            </a:xfrm>
            <a:custGeom>
              <a:rect b="b" l="l" r="r" t="t"/>
              <a:pathLst>
                <a:path extrusionOk="0" h="694" w="3529">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63"/>
            <p:cNvSpPr/>
            <p:nvPr/>
          </p:nvSpPr>
          <p:spPr>
            <a:xfrm>
              <a:off x="6161050" y="3582500"/>
              <a:ext cx="86650" cy="34675"/>
            </a:xfrm>
            <a:custGeom>
              <a:rect b="b" l="l" r="r" t="t"/>
              <a:pathLst>
                <a:path extrusionOk="0" h="1387" w="3466">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63"/>
            <p:cNvSpPr/>
            <p:nvPr/>
          </p:nvSpPr>
          <p:spPr>
            <a:xfrm>
              <a:off x="6160250" y="3633675"/>
              <a:ext cx="86675" cy="69350"/>
            </a:xfrm>
            <a:custGeom>
              <a:rect b="b" l="l" r="r" t="t"/>
              <a:pathLst>
                <a:path extrusionOk="0" h="2774" w="3467">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63"/>
            <p:cNvSpPr/>
            <p:nvPr/>
          </p:nvSpPr>
          <p:spPr>
            <a:xfrm>
              <a:off x="6336675" y="3599025"/>
              <a:ext cx="85875" cy="69350"/>
            </a:xfrm>
            <a:custGeom>
              <a:rect b="b" l="l" r="r" t="t"/>
              <a:pathLst>
                <a:path extrusionOk="0" h="2774" w="3435">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63"/>
            <p:cNvSpPr/>
            <p:nvPr/>
          </p:nvSpPr>
          <p:spPr>
            <a:xfrm>
              <a:off x="6335100" y="3686450"/>
              <a:ext cx="86675" cy="17350"/>
            </a:xfrm>
            <a:custGeom>
              <a:rect b="b" l="l" r="r" t="t"/>
              <a:pathLst>
                <a:path extrusionOk="0" h="694" w="3467">
                  <a:moveTo>
                    <a:pt x="1" y="1"/>
                  </a:moveTo>
                  <a:lnTo>
                    <a:pt x="1" y="694"/>
                  </a:lnTo>
                  <a:lnTo>
                    <a:pt x="3466" y="694"/>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63"/>
            <p:cNvSpPr/>
            <p:nvPr/>
          </p:nvSpPr>
          <p:spPr>
            <a:xfrm>
              <a:off x="6264225" y="3617150"/>
              <a:ext cx="53575" cy="86650"/>
            </a:xfrm>
            <a:custGeom>
              <a:rect b="b" l="l" r="r" t="t"/>
              <a:pathLst>
                <a:path extrusionOk="0" h="3466" w="2143">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8" name="Google Shape;5678;p63"/>
          <p:cNvGrpSpPr/>
          <p:nvPr/>
        </p:nvGrpSpPr>
        <p:grpSpPr>
          <a:xfrm>
            <a:off x="5730883" y="1397084"/>
            <a:ext cx="350995" cy="350049"/>
            <a:chOff x="1310075" y="3253275"/>
            <a:chExt cx="296950" cy="296150"/>
          </a:xfrm>
        </p:grpSpPr>
        <p:sp>
          <p:nvSpPr>
            <p:cNvPr id="5679" name="Google Shape;5679;p63"/>
            <p:cNvSpPr/>
            <p:nvPr/>
          </p:nvSpPr>
          <p:spPr>
            <a:xfrm>
              <a:off x="1423475" y="3359600"/>
              <a:ext cx="69350" cy="68550"/>
            </a:xfrm>
            <a:custGeom>
              <a:rect b="b" l="l" r="r" t="t"/>
              <a:pathLst>
                <a:path extrusionOk="0" h="2742"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63"/>
            <p:cNvSpPr/>
            <p:nvPr/>
          </p:nvSpPr>
          <p:spPr>
            <a:xfrm>
              <a:off x="1310075" y="3253275"/>
              <a:ext cx="296950" cy="296150"/>
            </a:xfrm>
            <a:custGeom>
              <a:rect b="b" l="l" r="r" t="t"/>
              <a:pathLst>
                <a:path extrusionOk="0" h="11846" w="11878">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63"/>
            <p:cNvSpPr/>
            <p:nvPr/>
          </p:nvSpPr>
          <p:spPr>
            <a:xfrm>
              <a:off x="1399850" y="3426550"/>
              <a:ext cx="116600" cy="52800"/>
            </a:xfrm>
            <a:custGeom>
              <a:rect b="b" l="l" r="r" t="t"/>
              <a:pathLst>
                <a:path extrusionOk="0" h="2112" w="4664">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2" name="Google Shape;5682;p63"/>
          <p:cNvSpPr/>
          <p:nvPr/>
        </p:nvSpPr>
        <p:spPr>
          <a:xfrm>
            <a:off x="5732303" y="1839172"/>
            <a:ext cx="348217" cy="347272"/>
          </a:xfrm>
          <a:custGeom>
            <a:rect b="b" l="l" r="r" t="t"/>
            <a:pathLst>
              <a:path extrusionOk="0" h="11752" w="11784">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3" name="Google Shape;5683;p63"/>
          <p:cNvGrpSpPr/>
          <p:nvPr/>
        </p:nvGrpSpPr>
        <p:grpSpPr>
          <a:xfrm>
            <a:off x="5730410" y="2283343"/>
            <a:ext cx="351941" cy="351675"/>
            <a:chOff x="1310075" y="3980250"/>
            <a:chExt cx="297750" cy="297525"/>
          </a:xfrm>
        </p:grpSpPr>
        <p:sp>
          <p:nvSpPr>
            <p:cNvPr id="5684" name="Google Shape;5684;p63"/>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63"/>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63"/>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63"/>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8" name="Google Shape;5688;p63"/>
          <p:cNvGrpSpPr/>
          <p:nvPr/>
        </p:nvGrpSpPr>
        <p:grpSpPr>
          <a:xfrm>
            <a:off x="7995198" y="1397542"/>
            <a:ext cx="266305" cy="349133"/>
            <a:chOff x="3167275" y="3227275"/>
            <a:chExt cx="225300" cy="295375"/>
          </a:xfrm>
        </p:grpSpPr>
        <p:sp>
          <p:nvSpPr>
            <p:cNvPr id="5689" name="Google Shape;5689;p63"/>
            <p:cNvSpPr/>
            <p:nvPr/>
          </p:nvSpPr>
          <p:spPr>
            <a:xfrm>
              <a:off x="3167275" y="3227275"/>
              <a:ext cx="225300" cy="207950"/>
            </a:xfrm>
            <a:custGeom>
              <a:rect b="b" l="l" r="r" t="t"/>
              <a:pathLst>
                <a:path extrusionOk="0" h="8318" w="9012">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63"/>
            <p:cNvSpPr/>
            <p:nvPr/>
          </p:nvSpPr>
          <p:spPr>
            <a:xfrm>
              <a:off x="3262600" y="3278475"/>
              <a:ext cx="35450" cy="35475"/>
            </a:xfrm>
            <a:custGeom>
              <a:rect b="b" l="l" r="r" t="t"/>
              <a:pathLst>
                <a:path extrusionOk="0" h="1419" w="1418">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63"/>
            <p:cNvSpPr/>
            <p:nvPr/>
          </p:nvSpPr>
          <p:spPr>
            <a:xfrm>
              <a:off x="3220050" y="3452525"/>
              <a:ext cx="121325" cy="35475"/>
            </a:xfrm>
            <a:custGeom>
              <a:rect b="b" l="l" r="r" t="t"/>
              <a:pathLst>
                <a:path extrusionOk="0" h="1419" w="4853">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63"/>
            <p:cNvSpPr/>
            <p:nvPr/>
          </p:nvSpPr>
          <p:spPr>
            <a:xfrm>
              <a:off x="3237375" y="3332025"/>
              <a:ext cx="86675" cy="52000"/>
            </a:xfrm>
            <a:custGeom>
              <a:rect b="b" l="l" r="r" t="t"/>
              <a:pathLst>
                <a:path extrusionOk="0" h="2080" w="3467">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63"/>
            <p:cNvSpPr/>
            <p:nvPr/>
          </p:nvSpPr>
          <p:spPr>
            <a:xfrm>
              <a:off x="3237375" y="3505300"/>
              <a:ext cx="87450" cy="17350"/>
            </a:xfrm>
            <a:custGeom>
              <a:rect b="b" l="l" r="r" t="t"/>
              <a:pathLst>
                <a:path extrusionOk="0" h="694" w="3498">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4" name="Google Shape;5694;p63"/>
          <p:cNvSpPr/>
          <p:nvPr/>
        </p:nvSpPr>
        <p:spPr>
          <a:xfrm>
            <a:off x="7944537" y="1837428"/>
            <a:ext cx="367779" cy="350758"/>
          </a:xfrm>
          <a:custGeom>
            <a:rect b="b" l="l" r="r" t="t"/>
            <a:pathLst>
              <a:path extrusionOk="0" h="11870" w="12446">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5" name="Google Shape;5695;p63"/>
          <p:cNvGrpSpPr/>
          <p:nvPr/>
        </p:nvGrpSpPr>
        <p:grpSpPr>
          <a:xfrm>
            <a:off x="7952380" y="2284599"/>
            <a:ext cx="351940" cy="349163"/>
            <a:chOff x="3133425" y="3955025"/>
            <a:chExt cx="297750" cy="295400"/>
          </a:xfrm>
        </p:grpSpPr>
        <p:sp>
          <p:nvSpPr>
            <p:cNvPr id="5696" name="Google Shape;5696;p63"/>
            <p:cNvSpPr/>
            <p:nvPr/>
          </p:nvSpPr>
          <p:spPr>
            <a:xfrm>
              <a:off x="3133425" y="4058225"/>
              <a:ext cx="297750" cy="192200"/>
            </a:xfrm>
            <a:custGeom>
              <a:rect b="b" l="l" r="r" t="t"/>
              <a:pathLst>
                <a:path extrusionOk="0" h="7688" w="1191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63"/>
            <p:cNvSpPr/>
            <p:nvPr/>
          </p:nvSpPr>
          <p:spPr>
            <a:xfrm>
              <a:off x="3263375" y="4007025"/>
              <a:ext cx="35475" cy="35450"/>
            </a:xfrm>
            <a:custGeom>
              <a:rect b="b" l="l" r="r" t="t"/>
              <a:pathLst>
                <a:path extrusionOk="0" h="1418" w="1419">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63"/>
            <p:cNvSpPr/>
            <p:nvPr/>
          </p:nvSpPr>
          <p:spPr>
            <a:xfrm>
              <a:off x="3203525" y="3955025"/>
              <a:ext cx="155175" cy="135500"/>
            </a:xfrm>
            <a:custGeom>
              <a:rect b="b" l="l" r="r" t="t"/>
              <a:pathLst>
                <a:path extrusionOk="0" h="5420" w="6207">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9" name="Google Shape;5699;p63"/>
          <p:cNvGrpSpPr/>
          <p:nvPr/>
        </p:nvGrpSpPr>
        <p:grpSpPr>
          <a:xfrm>
            <a:off x="6632554" y="2748187"/>
            <a:ext cx="350079" cy="351320"/>
            <a:chOff x="4991425" y="3234750"/>
            <a:chExt cx="296175" cy="297225"/>
          </a:xfrm>
        </p:grpSpPr>
        <p:sp>
          <p:nvSpPr>
            <p:cNvPr id="5700" name="Google Shape;5700;p63"/>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63"/>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63"/>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63"/>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63"/>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63"/>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6" name="Google Shape;5706;p63"/>
          <p:cNvGrpSpPr/>
          <p:nvPr/>
        </p:nvGrpSpPr>
        <p:grpSpPr>
          <a:xfrm>
            <a:off x="6632554" y="3217750"/>
            <a:ext cx="350079" cy="308177"/>
            <a:chOff x="4991425" y="3617150"/>
            <a:chExt cx="296175" cy="260725"/>
          </a:xfrm>
        </p:grpSpPr>
        <p:sp>
          <p:nvSpPr>
            <p:cNvPr id="5707" name="Google Shape;5707;p63"/>
            <p:cNvSpPr/>
            <p:nvPr/>
          </p:nvSpPr>
          <p:spPr>
            <a:xfrm>
              <a:off x="5069400" y="3738450"/>
              <a:ext cx="139425" cy="139425"/>
            </a:xfrm>
            <a:custGeom>
              <a:rect b="b" l="l" r="r" t="t"/>
              <a:pathLst>
                <a:path extrusionOk="0" h="5577" w="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63"/>
            <p:cNvSpPr/>
            <p:nvPr/>
          </p:nvSpPr>
          <p:spPr>
            <a:xfrm>
              <a:off x="5200150" y="3617150"/>
              <a:ext cx="69325" cy="69325"/>
            </a:xfrm>
            <a:custGeom>
              <a:rect b="b" l="l" r="r" t="t"/>
              <a:pathLst>
                <a:path extrusionOk="0" h="2773" w="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63"/>
            <p:cNvSpPr/>
            <p:nvPr/>
          </p:nvSpPr>
          <p:spPr>
            <a:xfrm>
              <a:off x="5009550" y="3617150"/>
              <a:ext cx="68525" cy="69325"/>
            </a:xfrm>
            <a:custGeom>
              <a:rect b="b" l="l" r="r" t="t"/>
              <a:pathLst>
                <a:path extrusionOk="0" h="2773" w="2741">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63"/>
            <p:cNvSpPr/>
            <p:nvPr/>
          </p:nvSpPr>
          <p:spPr>
            <a:xfrm>
              <a:off x="4991425" y="3686450"/>
              <a:ext cx="104775" cy="52025"/>
            </a:xfrm>
            <a:custGeom>
              <a:rect b="b" l="l" r="r" t="t"/>
              <a:pathLst>
                <a:path extrusionOk="0" h="2081" w="419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63"/>
            <p:cNvSpPr/>
            <p:nvPr/>
          </p:nvSpPr>
          <p:spPr>
            <a:xfrm>
              <a:off x="5183600" y="3686450"/>
              <a:ext cx="104000" cy="52025"/>
            </a:xfrm>
            <a:custGeom>
              <a:rect b="b" l="l" r="r" t="t"/>
              <a:pathLst>
                <a:path extrusionOk="0" h="2081" w="416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63"/>
            <p:cNvSpPr/>
            <p:nvPr/>
          </p:nvSpPr>
          <p:spPr>
            <a:xfrm>
              <a:off x="5187550" y="3755775"/>
              <a:ext cx="100050" cy="52800"/>
            </a:xfrm>
            <a:custGeom>
              <a:rect b="b" l="l" r="r" t="t"/>
              <a:pathLst>
                <a:path extrusionOk="0" h="2112" w="400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63"/>
            <p:cNvSpPr/>
            <p:nvPr/>
          </p:nvSpPr>
          <p:spPr>
            <a:xfrm>
              <a:off x="4991425" y="3755775"/>
              <a:ext cx="100850" cy="52000"/>
            </a:xfrm>
            <a:custGeom>
              <a:rect b="b" l="l" r="r" t="t"/>
              <a:pathLst>
                <a:path extrusionOk="0" h="2080" w="4034">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4" name="Google Shape;5714;p63"/>
          <p:cNvGrpSpPr/>
          <p:nvPr/>
        </p:nvGrpSpPr>
        <p:grpSpPr>
          <a:xfrm>
            <a:off x="6709827" y="3673341"/>
            <a:ext cx="195532" cy="349163"/>
            <a:chOff x="5056800" y="3962900"/>
            <a:chExt cx="165425" cy="295400"/>
          </a:xfrm>
        </p:grpSpPr>
        <p:sp>
          <p:nvSpPr>
            <p:cNvPr id="5715" name="Google Shape;5715;p63"/>
            <p:cNvSpPr/>
            <p:nvPr/>
          </p:nvSpPr>
          <p:spPr>
            <a:xfrm>
              <a:off x="5155250" y="4042450"/>
              <a:ext cx="66975" cy="104800"/>
            </a:xfrm>
            <a:custGeom>
              <a:rect b="b" l="l" r="r" t="t"/>
              <a:pathLst>
                <a:path extrusionOk="0" h="4192" w="2679">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63"/>
            <p:cNvSpPr/>
            <p:nvPr/>
          </p:nvSpPr>
          <p:spPr>
            <a:xfrm>
              <a:off x="5065450" y="3962900"/>
              <a:ext cx="88250" cy="52025"/>
            </a:xfrm>
            <a:custGeom>
              <a:rect b="b" l="l" r="r" t="t"/>
              <a:pathLst>
                <a:path extrusionOk="0" h="2081" w="353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63"/>
            <p:cNvSpPr/>
            <p:nvPr/>
          </p:nvSpPr>
          <p:spPr>
            <a:xfrm>
              <a:off x="5056800" y="4032225"/>
              <a:ext cx="104000" cy="226075"/>
            </a:xfrm>
            <a:custGeom>
              <a:rect b="b" l="l" r="r" t="t"/>
              <a:pathLst>
                <a:path extrusionOk="0" h="9043" w="416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8" name="Google Shape;5718;p63"/>
          <p:cNvGrpSpPr/>
          <p:nvPr/>
        </p:nvGrpSpPr>
        <p:grpSpPr>
          <a:xfrm>
            <a:off x="7961125" y="3673357"/>
            <a:ext cx="350995" cy="349133"/>
            <a:chOff x="6168925" y="3936925"/>
            <a:chExt cx="296950" cy="295375"/>
          </a:xfrm>
        </p:grpSpPr>
        <p:sp>
          <p:nvSpPr>
            <p:cNvPr id="5719" name="Google Shape;5719;p63"/>
            <p:cNvSpPr/>
            <p:nvPr/>
          </p:nvSpPr>
          <p:spPr>
            <a:xfrm>
              <a:off x="6220900" y="416455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63"/>
            <p:cNvSpPr/>
            <p:nvPr/>
          </p:nvSpPr>
          <p:spPr>
            <a:xfrm>
              <a:off x="6168925" y="3972375"/>
              <a:ext cx="227650" cy="259925"/>
            </a:xfrm>
            <a:custGeom>
              <a:rect b="b" l="l" r="r" t="t"/>
              <a:pathLst>
                <a:path extrusionOk="0" h="10397" w="9106">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63"/>
            <p:cNvSpPr/>
            <p:nvPr/>
          </p:nvSpPr>
          <p:spPr>
            <a:xfrm>
              <a:off x="6228775" y="3936925"/>
              <a:ext cx="106350" cy="53575"/>
            </a:xfrm>
            <a:custGeom>
              <a:rect b="b" l="l" r="r" t="t"/>
              <a:pathLst>
                <a:path extrusionOk="0" h="2143" w="4254">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63"/>
            <p:cNvSpPr/>
            <p:nvPr/>
          </p:nvSpPr>
          <p:spPr>
            <a:xfrm>
              <a:off x="6412300" y="4059000"/>
              <a:ext cx="52000" cy="105575"/>
            </a:xfrm>
            <a:custGeom>
              <a:rect b="b" l="l" r="r" t="t"/>
              <a:pathLst>
                <a:path extrusionOk="0" h="4223" w="208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63"/>
            <p:cNvSpPr/>
            <p:nvPr/>
          </p:nvSpPr>
          <p:spPr>
            <a:xfrm>
              <a:off x="6413875" y="4007025"/>
              <a:ext cx="52000" cy="34675"/>
            </a:xfrm>
            <a:custGeom>
              <a:rect b="b" l="l" r="r" t="t"/>
              <a:pathLst>
                <a:path extrusionOk="0" h="1387" w="208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63"/>
            <p:cNvSpPr/>
            <p:nvPr/>
          </p:nvSpPr>
          <p:spPr>
            <a:xfrm>
              <a:off x="6417800" y="4173200"/>
              <a:ext cx="43350" cy="43350"/>
            </a:xfrm>
            <a:custGeom>
              <a:rect b="b" l="l" r="r" t="t"/>
              <a:pathLst>
                <a:path extrusionOk="0" h="1734" w="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5" name="Google Shape;5725;p63"/>
          <p:cNvGrpSpPr/>
          <p:nvPr/>
        </p:nvGrpSpPr>
        <p:grpSpPr>
          <a:xfrm>
            <a:off x="6174844" y="1390429"/>
            <a:ext cx="348188" cy="349133"/>
            <a:chOff x="1674750" y="3254050"/>
            <a:chExt cx="294575" cy="295375"/>
          </a:xfrm>
        </p:grpSpPr>
        <p:sp>
          <p:nvSpPr>
            <p:cNvPr id="5726" name="Google Shape;5726;p63"/>
            <p:cNvSpPr/>
            <p:nvPr/>
          </p:nvSpPr>
          <p:spPr>
            <a:xfrm>
              <a:off x="1691275" y="3351700"/>
              <a:ext cx="278050" cy="197725"/>
            </a:xfrm>
            <a:custGeom>
              <a:rect b="b" l="l" r="r" t="t"/>
              <a:pathLst>
                <a:path extrusionOk="0" h="7909" w="11122">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63"/>
            <p:cNvSpPr/>
            <p:nvPr/>
          </p:nvSpPr>
          <p:spPr>
            <a:xfrm>
              <a:off x="1674750" y="3254050"/>
              <a:ext cx="277250" cy="197900"/>
            </a:xfrm>
            <a:custGeom>
              <a:rect b="b" l="l" r="r" t="t"/>
              <a:pathLst>
                <a:path extrusionOk="0" h="7916" w="1109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63"/>
            <p:cNvSpPr/>
            <p:nvPr/>
          </p:nvSpPr>
          <p:spPr>
            <a:xfrm>
              <a:off x="1727500" y="3306825"/>
              <a:ext cx="189075" cy="189050"/>
            </a:xfrm>
            <a:custGeom>
              <a:rect b="b" l="l" r="r" t="t"/>
              <a:pathLst>
                <a:path extrusionOk="0" h="7562" w="7563">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9" name="Google Shape;5729;p63"/>
          <p:cNvGrpSpPr/>
          <p:nvPr/>
        </p:nvGrpSpPr>
        <p:grpSpPr>
          <a:xfrm>
            <a:off x="6189239" y="1838132"/>
            <a:ext cx="319347" cy="349133"/>
            <a:chOff x="1687350" y="3618725"/>
            <a:chExt cx="270175" cy="295375"/>
          </a:xfrm>
        </p:grpSpPr>
        <p:sp>
          <p:nvSpPr>
            <p:cNvPr id="5730" name="Google Shape;5730;p63"/>
            <p:cNvSpPr/>
            <p:nvPr/>
          </p:nvSpPr>
          <p:spPr>
            <a:xfrm>
              <a:off x="1829900" y="3808550"/>
              <a:ext cx="18150" cy="35450"/>
            </a:xfrm>
            <a:custGeom>
              <a:rect b="b" l="l" r="r" t="t"/>
              <a:pathLst>
                <a:path extrusionOk="0" h="1418" w="726">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63"/>
            <p:cNvSpPr/>
            <p:nvPr/>
          </p:nvSpPr>
          <p:spPr>
            <a:xfrm>
              <a:off x="1795250" y="3755775"/>
              <a:ext cx="18125" cy="35450"/>
            </a:xfrm>
            <a:custGeom>
              <a:rect b="b" l="l" r="r" t="t"/>
              <a:pathLst>
                <a:path extrusionOk="0" h="1418" w="725">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63"/>
            <p:cNvSpPr/>
            <p:nvPr/>
          </p:nvSpPr>
          <p:spPr>
            <a:xfrm>
              <a:off x="1687350" y="3618725"/>
              <a:ext cx="270175" cy="295375"/>
            </a:xfrm>
            <a:custGeom>
              <a:rect b="b" l="l" r="r" t="t"/>
              <a:pathLst>
                <a:path extrusionOk="0" h="11815" w="10807">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3" name="Google Shape;5733;p63"/>
          <p:cNvGrpSpPr/>
          <p:nvPr/>
        </p:nvGrpSpPr>
        <p:grpSpPr>
          <a:xfrm>
            <a:off x="6172942" y="2284613"/>
            <a:ext cx="351940" cy="349133"/>
            <a:chOff x="1672375" y="3982600"/>
            <a:chExt cx="297750" cy="295375"/>
          </a:xfrm>
        </p:grpSpPr>
        <p:sp>
          <p:nvSpPr>
            <p:cNvPr id="5734" name="Google Shape;5734;p63"/>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63"/>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63"/>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7" name="Google Shape;5737;p63"/>
          <p:cNvGrpSpPr/>
          <p:nvPr/>
        </p:nvGrpSpPr>
        <p:grpSpPr>
          <a:xfrm>
            <a:off x="4864934" y="2748808"/>
            <a:ext cx="350079" cy="350079"/>
            <a:chOff x="3497300" y="3227275"/>
            <a:chExt cx="296175" cy="296175"/>
          </a:xfrm>
        </p:grpSpPr>
        <p:sp>
          <p:nvSpPr>
            <p:cNvPr id="5738" name="Google Shape;5738;p63"/>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63"/>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63"/>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63"/>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63"/>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63"/>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63"/>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63"/>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6" name="Google Shape;5746;p63"/>
          <p:cNvGrpSpPr/>
          <p:nvPr/>
        </p:nvGrpSpPr>
        <p:grpSpPr>
          <a:xfrm>
            <a:off x="4865407" y="3198203"/>
            <a:ext cx="349133" cy="347272"/>
            <a:chOff x="3497300" y="3591950"/>
            <a:chExt cx="295375" cy="293800"/>
          </a:xfrm>
        </p:grpSpPr>
        <p:sp>
          <p:nvSpPr>
            <p:cNvPr id="5747" name="Google Shape;5747;p63"/>
            <p:cNvSpPr/>
            <p:nvPr/>
          </p:nvSpPr>
          <p:spPr>
            <a:xfrm>
              <a:off x="3628825" y="3724275"/>
              <a:ext cx="18150" cy="16550"/>
            </a:xfrm>
            <a:custGeom>
              <a:rect b="b" l="l" r="r" t="t"/>
              <a:pathLst>
                <a:path extrusionOk="0" h="662" w="726">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63"/>
            <p:cNvSpPr/>
            <p:nvPr/>
          </p:nvSpPr>
          <p:spPr>
            <a:xfrm>
              <a:off x="3590250" y="3689400"/>
              <a:ext cx="94525" cy="86675"/>
            </a:xfrm>
            <a:custGeom>
              <a:rect b="b" l="l" r="r" t="t"/>
              <a:pathLst>
                <a:path extrusionOk="0" h="3467" w="3781">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63"/>
            <p:cNvSpPr/>
            <p:nvPr/>
          </p:nvSpPr>
          <p:spPr>
            <a:xfrm>
              <a:off x="3674525" y="3601400"/>
              <a:ext cx="118150" cy="118950"/>
            </a:xfrm>
            <a:custGeom>
              <a:rect b="b" l="l" r="r" t="t"/>
              <a:pathLst>
                <a:path extrusionOk="0" h="4758" w="4726">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63"/>
            <p:cNvSpPr/>
            <p:nvPr/>
          </p:nvSpPr>
          <p:spPr>
            <a:xfrm>
              <a:off x="3631200" y="3774675"/>
              <a:ext cx="103200" cy="102400"/>
            </a:xfrm>
            <a:custGeom>
              <a:rect b="b" l="l" r="r" t="t"/>
              <a:pathLst>
                <a:path extrusionOk="0" h="4096" w="4128">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63"/>
            <p:cNvSpPr/>
            <p:nvPr/>
          </p:nvSpPr>
          <p:spPr>
            <a:xfrm>
              <a:off x="3691850" y="3726625"/>
              <a:ext cx="89800" cy="89050"/>
            </a:xfrm>
            <a:custGeom>
              <a:rect b="b" l="l" r="r" t="t"/>
              <a:pathLst>
                <a:path extrusionOk="0" h="3562" w="359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63"/>
            <p:cNvSpPr/>
            <p:nvPr/>
          </p:nvSpPr>
          <p:spPr>
            <a:xfrm>
              <a:off x="3505175" y="3767575"/>
              <a:ext cx="120525" cy="118175"/>
            </a:xfrm>
            <a:custGeom>
              <a:rect b="b" l="l" r="r" t="t"/>
              <a:pathLst>
                <a:path extrusionOk="0" h="4727" w="4821">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63"/>
            <p:cNvSpPr/>
            <p:nvPr/>
          </p:nvSpPr>
          <p:spPr>
            <a:xfrm>
              <a:off x="3631200" y="3591950"/>
              <a:ext cx="104000" cy="84300"/>
            </a:xfrm>
            <a:custGeom>
              <a:rect b="b" l="l" r="r" t="t"/>
              <a:pathLst>
                <a:path extrusionOk="0" h="3372" w="416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63"/>
            <p:cNvSpPr/>
            <p:nvPr/>
          </p:nvSpPr>
          <p:spPr>
            <a:xfrm>
              <a:off x="3497300" y="3721900"/>
              <a:ext cx="84300" cy="107150"/>
            </a:xfrm>
            <a:custGeom>
              <a:rect b="b" l="l" r="r" t="t"/>
              <a:pathLst>
                <a:path extrusionOk="0" h="4286" w="3372">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5" name="Google Shape;5755;p63"/>
          <p:cNvGrpSpPr/>
          <p:nvPr/>
        </p:nvGrpSpPr>
        <p:grpSpPr>
          <a:xfrm>
            <a:off x="4865407" y="3673341"/>
            <a:ext cx="349133" cy="349163"/>
            <a:chOff x="3497300" y="3955025"/>
            <a:chExt cx="295375" cy="295400"/>
          </a:xfrm>
        </p:grpSpPr>
        <p:sp>
          <p:nvSpPr>
            <p:cNvPr id="5756" name="Google Shape;5756;p63"/>
            <p:cNvSpPr/>
            <p:nvPr/>
          </p:nvSpPr>
          <p:spPr>
            <a:xfrm>
              <a:off x="3660350" y="4035375"/>
              <a:ext cx="132325" cy="155175"/>
            </a:xfrm>
            <a:custGeom>
              <a:rect b="b" l="l" r="r" t="t"/>
              <a:pathLst>
                <a:path extrusionOk="0" h="6207" w="5293">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63"/>
            <p:cNvSpPr/>
            <p:nvPr/>
          </p:nvSpPr>
          <p:spPr>
            <a:xfrm>
              <a:off x="3653250" y="3955025"/>
              <a:ext cx="114225" cy="133150"/>
            </a:xfrm>
            <a:custGeom>
              <a:rect b="b" l="l" r="r" t="t"/>
              <a:pathLst>
                <a:path extrusionOk="0" h="5326" w="4569">
                  <a:moveTo>
                    <a:pt x="1" y="1"/>
                  </a:moveTo>
                  <a:lnTo>
                    <a:pt x="1" y="5325"/>
                  </a:lnTo>
                  <a:lnTo>
                    <a:pt x="4569" y="2679"/>
                  </a:lnTo>
                  <a:cubicBezTo>
                    <a:pt x="3561" y="1167"/>
                    <a:pt x="1891"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63"/>
            <p:cNvSpPr/>
            <p:nvPr/>
          </p:nvSpPr>
          <p:spPr>
            <a:xfrm>
              <a:off x="3497300" y="3955025"/>
              <a:ext cx="256000" cy="295400"/>
            </a:xfrm>
            <a:custGeom>
              <a:rect b="b" l="l" r="r" t="t"/>
              <a:pathLst>
                <a:path extrusionOk="0" h="11816" w="1024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9" name="Google Shape;5759;p63"/>
          <p:cNvGrpSpPr/>
          <p:nvPr/>
        </p:nvGrpSpPr>
        <p:grpSpPr>
          <a:xfrm>
            <a:off x="7089979" y="2749532"/>
            <a:ext cx="327739" cy="348631"/>
            <a:chOff x="5364750" y="3235150"/>
            <a:chExt cx="277275" cy="294950"/>
          </a:xfrm>
        </p:grpSpPr>
        <p:sp>
          <p:nvSpPr>
            <p:cNvPr id="5760" name="Google Shape;5760;p63"/>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63"/>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63"/>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63"/>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63"/>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63"/>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63"/>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63"/>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8" name="Google Shape;5768;p63"/>
          <p:cNvGrpSpPr/>
          <p:nvPr/>
        </p:nvGrpSpPr>
        <p:grpSpPr>
          <a:xfrm>
            <a:off x="7078337" y="3195868"/>
            <a:ext cx="351024" cy="351941"/>
            <a:chOff x="5355300" y="3598250"/>
            <a:chExt cx="296975" cy="297750"/>
          </a:xfrm>
        </p:grpSpPr>
        <p:sp>
          <p:nvSpPr>
            <p:cNvPr id="5769" name="Google Shape;5769;p63"/>
            <p:cNvSpPr/>
            <p:nvPr/>
          </p:nvSpPr>
          <p:spPr>
            <a:xfrm>
              <a:off x="5355300" y="3703000"/>
              <a:ext cx="35475" cy="191425"/>
            </a:xfrm>
            <a:custGeom>
              <a:rect b="b" l="l" r="r" t="t"/>
              <a:pathLst>
                <a:path extrusionOk="0" h="7657" w="1419">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63"/>
            <p:cNvSpPr/>
            <p:nvPr/>
          </p:nvSpPr>
          <p:spPr>
            <a:xfrm>
              <a:off x="5389175" y="3773100"/>
              <a:ext cx="122900" cy="122900"/>
            </a:xfrm>
            <a:custGeom>
              <a:rect b="b" l="l" r="r" t="t"/>
              <a:pathLst>
                <a:path extrusionOk="0" h="4916" w="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63"/>
            <p:cNvSpPr/>
            <p:nvPr/>
          </p:nvSpPr>
          <p:spPr>
            <a:xfrm>
              <a:off x="5527800" y="3598250"/>
              <a:ext cx="105550" cy="35450"/>
            </a:xfrm>
            <a:custGeom>
              <a:rect b="b" l="l" r="r" t="t"/>
              <a:pathLst>
                <a:path extrusionOk="0" h="1418" w="4222">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63"/>
            <p:cNvSpPr/>
            <p:nvPr/>
          </p:nvSpPr>
          <p:spPr>
            <a:xfrm>
              <a:off x="5545900" y="3651800"/>
              <a:ext cx="104800" cy="35475"/>
            </a:xfrm>
            <a:custGeom>
              <a:rect b="b" l="l" r="r" t="t"/>
              <a:pathLst>
                <a:path extrusionOk="0" h="1419" w="4192">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63"/>
            <p:cNvSpPr/>
            <p:nvPr/>
          </p:nvSpPr>
          <p:spPr>
            <a:xfrm>
              <a:off x="5529375" y="3754975"/>
              <a:ext cx="122100" cy="35475"/>
            </a:xfrm>
            <a:custGeom>
              <a:rect b="b" l="l" r="r" t="t"/>
              <a:pathLst>
                <a:path extrusionOk="0" h="1419" w="4884">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63"/>
            <p:cNvSpPr/>
            <p:nvPr/>
          </p:nvSpPr>
          <p:spPr>
            <a:xfrm>
              <a:off x="5511250" y="3703000"/>
              <a:ext cx="140225" cy="33900"/>
            </a:xfrm>
            <a:custGeom>
              <a:rect b="b" l="l" r="r" t="t"/>
              <a:pathLst>
                <a:path extrusionOk="0" h="1356" w="5609">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63"/>
            <p:cNvSpPr/>
            <p:nvPr/>
          </p:nvSpPr>
          <p:spPr>
            <a:xfrm>
              <a:off x="5529375" y="3808550"/>
              <a:ext cx="122900" cy="87450"/>
            </a:xfrm>
            <a:custGeom>
              <a:rect b="b" l="l" r="r" t="t"/>
              <a:pathLst>
                <a:path extrusionOk="0" h="3498" w="4916">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63"/>
            <p:cNvSpPr/>
            <p:nvPr/>
          </p:nvSpPr>
          <p:spPr>
            <a:xfrm>
              <a:off x="5408075" y="3651025"/>
              <a:ext cx="86675" cy="103975"/>
            </a:xfrm>
            <a:custGeom>
              <a:rect b="b" l="l" r="r" t="t"/>
              <a:pathLst>
                <a:path extrusionOk="0" h="4159" w="3467">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7" name="Google Shape;5777;p63"/>
          <p:cNvGrpSpPr/>
          <p:nvPr/>
        </p:nvGrpSpPr>
        <p:grpSpPr>
          <a:xfrm>
            <a:off x="7082533" y="3734790"/>
            <a:ext cx="342632" cy="226264"/>
            <a:chOff x="5358450" y="4015675"/>
            <a:chExt cx="289875" cy="191425"/>
          </a:xfrm>
        </p:grpSpPr>
        <p:sp>
          <p:nvSpPr>
            <p:cNvPr id="5778" name="Google Shape;5778;p63"/>
            <p:cNvSpPr/>
            <p:nvPr/>
          </p:nvSpPr>
          <p:spPr>
            <a:xfrm>
              <a:off x="5358450" y="4015675"/>
              <a:ext cx="289875" cy="89025"/>
            </a:xfrm>
            <a:custGeom>
              <a:rect b="b" l="l" r="r" t="t"/>
              <a:pathLst>
                <a:path extrusionOk="0" h="3561" w="11595">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63"/>
            <p:cNvSpPr/>
            <p:nvPr/>
          </p:nvSpPr>
          <p:spPr>
            <a:xfrm>
              <a:off x="5494725" y="4101525"/>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63"/>
            <p:cNvSpPr/>
            <p:nvPr/>
          </p:nvSpPr>
          <p:spPr>
            <a:xfrm>
              <a:off x="5460050" y="4077125"/>
              <a:ext cx="86675" cy="78000"/>
            </a:xfrm>
            <a:custGeom>
              <a:rect b="b" l="l" r="r" t="t"/>
              <a:pathLst>
                <a:path extrusionOk="0" h="3120" w="3467">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63"/>
            <p:cNvSpPr/>
            <p:nvPr/>
          </p:nvSpPr>
          <p:spPr>
            <a:xfrm>
              <a:off x="5362400" y="4084200"/>
              <a:ext cx="282000" cy="122900"/>
            </a:xfrm>
            <a:custGeom>
              <a:rect b="b" l="l" r="r" t="t"/>
              <a:pathLst>
                <a:path extrusionOk="0" h="4916" w="1128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2" name="Google Shape;5782;p63"/>
          <p:cNvGrpSpPr/>
          <p:nvPr/>
        </p:nvGrpSpPr>
        <p:grpSpPr>
          <a:xfrm>
            <a:off x="6209015" y="4117322"/>
            <a:ext cx="351024" cy="325464"/>
            <a:chOff x="6543825" y="3202075"/>
            <a:chExt cx="296975" cy="275350"/>
          </a:xfrm>
        </p:grpSpPr>
        <p:sp>
          <p:nvSpPr>
            <p:cNvPr id="5783" name="Google Shape;5783;p63"/>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63"/>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63"/>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63"/>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63"/>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63"/>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63"/>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0" name="Google Shape;5790;p63"/>
          <p:cNvGrpSpPr/>
          <p:nvPr/>
        </p:nvGrpSpPr>
        <p:grpSpPr>
          <a:xfrm>
            <a:off x="6615996" y="1397069"/>
            <a:ext cx="350079" cy="350079"/>
            <a:chOff x="2037825" y="3254050"/>
            <a:chExt cx="296175" cy="296175"/>
          </a:xfrm>
        </p:grpSpPr>
        <p:sp>
          <p:nvSpPr>
            <p:cNvPr id="5791" name="Google Shape;5791;p63"/>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63"/>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63"/>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63"/>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63"/>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63"/>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7" name="Google Shape;5797;p63"/>
          <p:cNvGrpSpPr/>
          <p:nvPr/>
        </p:nvGrpSpPr>
        <p:grpSpPr>
          <a:xfrm>
            <a:off x="6614135" y="1838236"/>
            <a:ext cx="353802" cy="348926"/>
            <a:chOff x="2034675" y="3617925"/>
            <a:chExt cx="299325" cy="295200"/>
          </a:xfrm>
        </p:grpSpPr>
        <p:sp>
          <p:nvSpPr>
            <p:cNvPr id="5798" name="Google Shape;5798;p63"/>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63"/>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63"/>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63"/>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63"/>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3" name="Google Shape;5803;p63"/>
          <p:cNvGrpSpPr/>
          <p:nvPr/>
        </p:nvGrpSpPr>
        <p:grpSpPr>
          <a:xfrm>
            <a:off x="6615996" y="2284613"/>
            <a:ext cx="350079" cy="349133"/>
            <a:chOff x="2037825" y="3981825"/>
            <a:chExt cx="296175" cy="295375"/>
          </a:xfrm>
        </p:grpSpPr>
        <p:sp>
          <p:nvSpPr>
            <p:cNvPr id="5804" name="Google Shape;5804;p63"/>
            <p:cNvSpPr/>
            <p:nvPr/>
          </p:nvSpPr>
          <p:spPr>
            <a:xfrm>
              <a:off x="2072500" y="4085775"/>
              <a:ext cx="88225" cy="86675"/>
            </a:xfrm>
            <a:custGeom>
              <a:rect b="b" l="l" r="r" t="t"/>
              <a:pathLst>
                <a:path extrusionOk="0" h="3467" w="3529">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63"/>
            <p:cNvSpPr/>
            <p:nvPr/>
          </p:nvSpPr>
          <p:spPr>
            <a:xfrm>
              <a:off x="2176450" y="3981825"/>
              <a:ext cx="157550" cy="155975"/>
            </a:xfrm>
            <a:custGeom>
              <a:rect b="b" l="l" r="r" t="t"/>
              <a:pathLst>
                <a:path extrusionOk="0" h="6239" w="6302">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63"/>
            <p:cNvSpPr/>
            <p:nvPr/>
          </p:nvSpPr>
          <p:spPr>
            <a:xfrm>
              <a:off x="2037825" y="4168475"/>
              <a:ext cx="157550" cy="108725"/>
            </a:xfrm>
            <a:custGeom>
              <a:rect b="b" l="l" r="r" t="t"/>
              <a:pathLst>
                <a:path extrusionOk="0" h="4349" w="6302">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7" name="Google Shape;5807;p63"/>
          <p:cNvGrpSpPr/>
          <p:nvPr/>
        </p:nvGrpSpPr>
        <p:grpSpPr>
          <a:xfrm>
            <a:off x="5301014" y="2780929"/>
            <a:ext cx="350079" cy="285837"/>
            <a:chOff x="3860400" y="3254050"/>
            <a:chExt cx="296175" cy="241825"/>
          </a:xfrm>
        </p:grpSpPr>
        <p:sp>
          <p:nvSpPr>
            <p:cNvPr id="5808" name="Google Shape;5808;p63"/>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63"/>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63"/>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63"/>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63"/>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63"/>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63"/>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5" name="Google Shape;5815;p63"/>
          <p:cNvGrpSpPr/>
          <p:nvPr/>
        </p:nvGrpSpPr>
        <p:grpSpPr>
          <a:xfrm>
            <a:off x="5300541" y="3196800"/>
            <a:ext cx="351024" cy="350079"/>
            <a:chOff x="3859600" y="3591950"/>
            <a:chExt cx="296975" cy="296175"/>
          </a:xfrm>
        </p:grpSpPr>
        <p:sp>
          <p:nvSpPr>
            <p:cNvPr id="5816" name="Google Shape;5816;p63"/>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63"/>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63"/>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9" name="Google Shape;5819;p63"/>
          <p:cNvGrpSpPr/>
          <p:nvPr/>
        </p:nvGrpSpPr>
        <p:grpSpPr>
          <a:xfrm>
            <a:off x="5301014" y="3672883"/>
            <a:ext cx="350079" cy="350079"/>
            <a:chOff x="3860400" y="3955025"/>
            <a:chExt cx="296175" cy="296175"/>
          </a:xfrm>
        </p:grpSpPr>
        <p:sp>
          <p:nvSpPr>
            <p:cNvPr id="5820" name="Google Shape;5820;p63"/>
            <p:cNvSpPr/>
            <p:nvPr/>
          </p:nvSpPr>
          <p:spPr>
            <a:xfrm>
              <a:off x="3973825" y="3955025"/>
              <a:ext cx="68525" cy="68550"/>
            </a:xfrm>
            <a:custGeom>
              <a:rect b="b" l="l" r="r" t="t"/>
              <a:pathLst>
                <a:path extrusionOk="0" h="2742" w="2741">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63"/>
            <p:cNvSpPr/>
            <p:nvPr/>
          </p:nvSpPr>
          <p:spPr>
            <a:xfrm>
              <a:off x="3947025" y="4021975"/>
              <a:ext cx="122125" cy="71700"/>
            </a:xfrm>
            <a:custGeom>
              <a:rect b="b" l="l" r="r" t="t"/>
              <a:pathLst>
                <a:path extrusionOk="0" h="2868" w="4885">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63"/>
            <p:cNvSpPr/>
            <p:nvPr/>
          </p:nvSpPr>
          <p:spPr>
            <a:xfrm>
              <a:off x="4086450" y="4145650"/>
              <a:ext cx="70125" cy="104775"/>
            </a:xfrm>
            <a:custGeom>
              <a:rect b="b" l="l" r="r" t="t"/>
              <a:pathLst>
                <a:path extrusionOk="0" h="4191" w="2805">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63"/>
            <p:cNvSpPr/>
            <p:nvPr/>
          </p:nvSpPr>
          <p:spPr>
            <a:xfrm>
              <a:off x="3860400" y="4180300"/>
              <a:ext cx="70125" cy="70125"/>
            </a:xfrm>
            <a:custGeom>
              <a:rect b="b" l="l" r="r" t="t"/>
              <a:pathLst>
                <a:path extrusionOk="0" h="2805" w="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63"/>
            <p:cNvSpPr/>
            <p:nvPr/>
          </p:nvSpPr>
          <p:spPr>
            <a:xfrm>
              <a:off x="3947025" y="4111775"/>
              <a:ext cx="122125" cy="139425"/>
            </a:xfrm>
            <a:custGeom>
              <a:rect b="b" l="l" r="r" t="t"/>
              <a:pathLst>
                <a:path extrusionOk="0" h="5577" w="4885">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5" name="Google Shape;5825;p63"/>
          <p:cNvGrpSpPr/>
          <p:nvPr/>
        </p:nvGrpSpPr>
        <p:grpSpPr>
          <a:xfrm>
            <a:off x="7516230" y="2749281"/>
            <a:ext cx="355664" cy="349133"/>
            <a:chOff x="5716825" y="3235950"/>
            <a:chExt cx="300900" cy="295375"/>
          </a:xfrm>
        </p:grpSpPr>
        <p:sp>
          <p:nvSpPr>
            <p:cNvPr id="5826" name="Google Shape;5826;p63"/>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63"/>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63"/>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63"/>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0" name="Google Shape;5830;p63"/>
          <p:cNvGrpSpPr/>
          <p:nvPr/>
        </p:nvGrpSpPr>
        <p:grpSpPr>
          <a:xfrm>
            <a:off x="7529261" y="3207969"/>
            <a:ext cx="329601" cy="327739"/>
            <a:chOff x="5727850" y="3609275"/>
            <a:chExt cx="278850" cy="277275"/>
          </a:xfrm>
        </p:grpSpPr>
        <p:sp>
          <p:nvSpPr>
            <p:cNvPr id="5831" name="Google Shape;5831;p63"/>
            <p:cNvSpPr/>
            <p:nvPr/>
          </p:nvSpPr>
          <p:spPr>
            <a:xfrm>
              <a:off x="5884600" y="3765225"/>
              <a:ext cx="122100" cy="121325"/>
            </a:xfrm>
            <a:custGeom>
              <a:rect b="b" l="l" r="r" t="t"/>
              <a:pathLst>
                <a:path extrusionOk="0" h="4853" w="4884">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63"/>
            <p:cNvSpPr/>
            <p:nvPr/>
          </p:nvSpPr>
          <p:spPr>
            <a:xfrm>
              <a:off x="5727850" y="3669125"/>
              <a:ext cx="35475" cy="216625"/>
            </a:xfrm>
            <a:custGeom>
              <a:rect b="b" l="l" r="r" t="t"/>
              <a:pathLst>
                <a:path extrusionOk="0" h="8665" w="1419">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63"/>
            <p:cNvSpPr/>
            <p:nvPr/>
          </p:nvSpPr>
          <p:spPr>
            <a:xfrm>
              <a:off x="5779825" y="3677800"/>
              <a:ext cx="174900" cy="207950"/>
            </a:xfrm>
            <a:custGeom>
              <a:rect b="b" l="l" r="r" t="t"/>
              <a:pathLst>
                <a:path extrusionOk="0" h="8318" w="6996">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63"/>
            <p:cNvSpPr/>
            <p:nvPr/>
          </p:nvSpPr>
          <p:spPr>
            <a:xfrm>
              <a:off x="5815275" y="3781750"/>
              <a:ext cx="66200" cy="17350"/>
            </a:xfrm>
            <a:custGeom>
              <a:rect b="b" l="l" r="r" t="t"/>
              <a:pathLst>
                <a:path extrusionOk="0" h="694" w="2648">
                  <a:moveTo>
                    <a:pt x="1" y="1"/>
                  </a:moveTo>
                  <a:lnTo>
                    <a:pt x="1" y="694"/>
                  </a:lnTo>
                  <a:lnTo>
                    <a:pt x="2301" y="694"/>
                  </a:lnTo>
                  <a:cubicBezTo>
                    <a:pt x="2364" y="473"/>
                    <a:pt x="2490" y="221"/>
                    <a:pt x="2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63"/>
            <p:cNvSpPr/>
            <p:nvPr/>
          </p:nvSpPr>
          <p:spPr>
            <a:xfrm>
              <a:off x="5727850" y="3609275"/>
              <a:ext cx="226075" cy="51225"/>
            </a:xfrm>
            <a:custGeom>
              <a:rect b="b" l="l" r="r" t="t"/>
              <a:pathLst>
                <a:path extrusionOk="0" h="2049" w="9043">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6" name="Google Shape;5836;p63"/>
          <p:cNvGrpSpPr/>
          <p:nvPr/>
        </p:nvGrpSpPr>
        <p:grpSpPr>
          <a:xfrm>
            <a:off x="7540446" y="3673356"/>
            <a:ext cx="307231" cy="349133"/>
            <a:chOff x="5736525" y="3963700"/>
            <a:chExt cx="259925" cy="295375"/>
          </a:xfrm>
        </p:grpSpPr>
        <p:sp>
          <p:nvSpPr>
            <p:cNvPr id="5837" name="Google Shape;5837;p63"/>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63"/>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63"/>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63"/>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63"/>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63"/>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63"/>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4" name="Google Shape;5844;p63"/>
          <p:cNvGrpSpPr/>
          <p:nvPr/>
        </p:nvGrpSpPr>
        <p:grpSpPr>
          <a:xfrm>
            <a:off x="6632026" y="4122683"/>
            <a:ext cx="351024" cy="350079"/>
            <a:chOff x="6553275" y="3604550"/>
            <a:chExt cx="296975" cy="296175"/>
          </a:xfrm>
        </p:grpSpPr>
        <p:sp>
          <p:nvSpPr>
            <p:cNvPr id="5845" name="Google Shape;5845;p63"/>
            <p:cNvSpPr/>
            <p:nvPr/>
          </p:nvSpPr>
          <p:spPr>
            <a:xfrm>
              <a:off x="6657250" y="3604550"/>
              <a:ext cx="86650" cy="86650"/>
            </a:xfrm>
            <a:custGeom>
              <a:rect b="b" l="l" r="r" t="t"/>
              <a:pathLst>
                <a:path extrusionOk="0" h="3466" w="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63"/>
            <p:cNvSpPr/>
            <p:nvPr/>
          </p:nvSpPr>
          <p:spPr>
            <a:xfrm>
              <a:off x="6553275" y="3777825"/>
              <a:ext cx="296975" cy="122900"/>
            </a:xfrm>
            <a:custGeom>
              <a:rect b="b" l="l" r="r" t="t"/>
              <a:pathLst>
                <a:path extrusionOk="0" h="4916" w="11879">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63"/>
            <p:cNvSpPr/>
            <p:nvPr/>
          </p:nvSpPr>
          <p:spPr>
            <a:xfrm>
              <a:off x="6755700" y="3640000"/>
              <a:ext cx="74850" cy="121300"/>
            </a:xfrm>
            <a:custGeom>
              <a:rect b="b" l="l" r="r" t="t"/>
              <a:pathLst>
                <a:path extrusionOk="0" h="4852" w="2994">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63"/>
            <p:cNvSpPr/>
            <p:nvPr/>
          </p:nvSpPr>
          <p:spPr>
            <a:xfrm>
              <a:off x="6570600" y="3640000"/>
              <a:ext cx="74850" cy="121300"/>
            </a:xfrm>
            <a:custGeom>
              <a:rect b="b" l="l" r="r" t="t"/>
              <a:pathLst>
                <a:path extrusionOk="0" h="4852" w="2994">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63"/>
            <p:cNvSpPr/>
            <p:nvPr/>
          </p:nvSpPr>
          <p:spPr>
            <a:xfrm>
              <a:off x="6707650" y="3688025"/>
              <a:ext cx="70925" cy="70925"/>
            </a:xfrm>
            <a:custGeom>
              <a:rect b="b" l="l" r="r" t="t"/>
              <a:pathLst>
                <a:path extrusionOk="0" h="2837" w="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63"/>
            <p:cNvSpPr/>
            <p:nvPr/>
          </p:nvSpPr>
          <p:spPr>
            <a:xfrm>
              <a:off x="6621025" y="3688825"/>
              <a:ext cx="70900" cy="73275"/>
            </a:xfrm>
            <a:custGeom>
              <a:rect b="b" l="l" r="r" t="t"/>
              <a:pathLst>
                <a:path extrusionOk="0" h="2931" w="2836">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51" name="Google Shape;5851;p63"/>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Business Icons</a:t>
            </a:r>
            <a:endParaRPr sz="2400">
              <a:solidFill>
                <a:schemeClr val="lt1"/>
              </a:solidFill>
            </a:endParaRPr>
          </a:p>
        </p:txBody>
      </p:sp>
      <p:sp>
        <p:nvSpPr>
          <p:cNvPr id="5852" name="Google Shape;5852;p63"/>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856" name="Shape 5856"/>
        <p:cNvGrpSpPr/>
        <p:nvPr/>
      </p:nvGrpSpPr>
      <p:grpSpPr>
        <a:xfrm>
          <a:off x="0" y="0"/>
          <a:ext cx="0" cy="0"/>
          <a:chOff x="0" y="0"/>
          <a:chExt cx="0" cy="0"/>
        </a:xfrm>
      </p:grpSpPr>
      <p:grpSp>
        <p:nvGrpSpPr>
          <p:cNvPr id="5857" name="Google Shape;5857;p64"/>
          <p:cNvGrpSpPr/>
          <p:nvPr/>
        </p:nvGrpSpPr>
        <p:grpSpPr>
          <a:xfrm>
            <a:off x="859032" y="1380546"/>
            <a:ext cx="294401" cy="353645"/>
            <a:chOff x="-35814600" y="3202075"/>
            <a:chExt cx="242625" cy="291450"/>
          </a:xfrm>
        </p:grpSpPr>
        <p:sp>
          <p:nvSpPr>
            <p:cNvPr id="5858" name="Google Shape;5858;p64"/>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64"/>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64"/>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64"/>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64"/>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64"/>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64"/>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5" name="Google Shape;5865;p64"/>
          <p:cNvGrpSpPr/>
          <p:nvPr/>
        </p:nvGrpSpPr>
        <p:grpSpPr>
          <a:xfrm>
            <a:off x="829410" y="1821466"/>
            <a:ext cx="353645" cy="353888"/>
            <a:chOff x="-35839800" y="3561025"/>
            <a:chExt cx="291450" cy="291650"/>
          </a:xfrm>
        </p:grpSpPr>
        <p:sp>
          <p:nvSpPr>
            <p:cNvPr id="5866" name="Google Shape;5866;p64"/>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64"/>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64"/>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64"/>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64"/>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64"/>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64"/>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3" name="Google Shape;5873;p64"/>
          <p:cNvSpPr/>
          <p:nvPr/>
        </p:nvSpPr>
        <p:spPr>
          <a:xfrm>
            <a:off x="827834" y="2257004"/>
            <a:ext cx="355557" cy="35364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74" name="Google Shape;5874;p64"/>
          <p:cNvGrpSpPr/>
          <p:nvPr/>
        </p:nvGrpSpPr>
        <p:grpSpPr>
          <a:xfrm>
            <a:off x="3066955" y="1380546"/>
            <a:ext cx="353645" cy="353645"/>
            <a:chOff x="-34003850" y="3227275"/>
            <a:chExt cx="291450" cy="291450"/>
          </a:xfrm>
        </p:grpSpPr>
        <p:sp>
          <p:nvSpPr>
            <p:cNvPr id="5875" name="Google Shape;5875;p64"/>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64"/>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64"/>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64"/>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64"/>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0" name="Google Shape;5880;p64"/>
          <p:cNvGrpSpPr/>
          <p:nvPr/>
        </p:nvGrpSpPr>
        <p:grpSpPr>
          <a:xfrm>
            <a:off x="3066485" y="1821238"/>
            <a:ext cx="354586" cy="354343"/>
            <a:chOff x="-34004625" y="3585850"/>
            <a:chExt cx="292225" cy="292025"/>
          </a:xfrm>
        </p:grpSpPr>
        <p:sp>
          <p:nvSpPr>
            <p:cNvPr id="5881" name="Google Shape;5881;p64"/>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64"/>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64"/>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64"/>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64"/>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6" name="Google Shape;5886;p64"/>
          <p:cNvGrpSpPr/>
          <p:nvPr/>
        </p:nvGrpSpPr>
        <p:grpSpPr>
          <a:xfrm>
            <a:off x="3066000" y="2256439"/>
            <a:ext cx="355557" cy="354616"/>
            <a:chOff x="-34005425" y="3945575"/>
            <a:chExt cx="293025" cy="292250"/>
          </a:xfrm>
        </p:grpSpPr>
        <p:sp>
          <p:nvSpPr>
            <p:cNvPr id="5887" name="Google Shape;5887;p64"/>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64"/>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64"/>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0" name="Google Shape;5890;p64"/>
          <p:cNvGrpSpPr/>
          <p:nvPr/>
        </p:nvGrpSpPr>
        <p:grpSpPr>
          <a:xfrm>
            <a:off x="1713099" y="2729615"/>
            <a:ext cx="358408" cy="355557"/>
            <a:chOff x="-32174975" y="3192625"/>
            <a:chExt cx="295375" cy="293025"/>
          </a:xfrm>
        </p:grpSpPr>
        <p:sp>
          <p:nvSpPr>
            <p:cNvPr id="5891" name="Google Shape;5891;p64"/>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64"/>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64"/>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64"/>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95" name="Google Shape;5895;p64"/>
          <p:cNvSpPr/>
          <p:nvPr/>
        </p:nvSpPr>
        <p:spPr>
          <a:xfrm>
            <a:off x="1710145" y="3200679"/>
            <a:ext cx="363201" cy="354859"/>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64"/>
          <p:cNvSpPr/>
          <p:nvPr/>
        </p:nvSpPr>
        <p:spPr>
          <a:xfrm>
            <a:off x="1714923" y="3665764"/>
            <a:ext cx="353645" cy="354586"/>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97" name="Google Shape;5897;p64"/>
          <p:cNvGrpSpPr/>
          <p:nvPr/>
        </p:nvGrpSpPr>
        <p:grpSpPr>
          <a:xfrm>
            <a:off x="3952249" y="2730570"/>
            <a:ext cx="354586" cy="353645"/>
            <a:chOff x="-30345325" y="3184750"/>
            <a:chExt cx="292225" cy="291450"/>
          </a:xfrm>
        </p:grpSpPr>
        <p:sp>
          <p:nvSpPr>
            <p:cNvPr id="5898" name="Google Shape;5898;p64"/>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64"/>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64"/>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64"/>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64"/>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3" name="Google Shape;5903;p64"/>
          <p:cNvGrpSpPr/>
          <p:nvPr/>
        </p:nvGrpSpPr>
        <p:grpSpPr>
          <a:xfrm>
            <a:off x="1277001" y="1380546"/>
            <a:ext cx="353645" cy="353645"/>
            <a:chOff x="-35481425" y="3202075"/>
            <a:chExt cx="291450" cy="291450"/>
          </a:xfrm>
        </p:grpSpPr>
        <p:sp>
          <p:nvSpPr>
            <p:cNvPr id="5904" name="Google Shape;5904;p64"/>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64"/>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64"/>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64"/>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64"/>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64"/>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64"/>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1" name="Google Shape;5911;p64"/>
          <p:cNvGrpSpPr/>
          <p:nvPr/>
        </p:nvGrpSpPr>
        <p:grpSpPr>
          <a:xfrm>
            <a:off x="1276531" y="1822072"/>
            <a:ext cx="354586" cy="352675"/>
            <a:chOff x="-35482200" y="3561225"/>
            <a:chExt cx="292225" cy="290650"/>
          </a:xfrm>
        </p:grpSpPr>
        <p:sp>
          <p:nvSpPr>
            <p:cNvPr id="5912" name="Google Shape;5912;p64"/>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64"/>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64"/>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5" name="Google Shape;5915;p64"/>
          <p:cNvGrpSpPr/>
          <p:nvPr/>
        </p:nvGrpSpPr>
        <p:grpSpPr>
          <a:xfrm>
            <a:off x="1277001" y="2256940"/>
            <a:ext cx="353645" cy="353615"/>
            <a:chOff x="-35481425" y="3919600"/>
            <a:chExt cx="291450" cy="291425"/>
          </a:xfrm>
        </p:grpSpPr>
        <p:sp>
          <p:nvSpPr>
            <p:cNvPr id="5916" name="Google Shape;5916;p64"/>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64"/>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64"/>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64"/>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64"/>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64"/>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64"/>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64"/>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4" name="Google Shape;5924;p64"/>
          <p:cNvGrpSpPr/>
          <p:nvPr/>
        </p:nvGrpSpPr>
        <p:grpSpPr>
          <a:xfrm>
            <a:off x="3512636" y="1381031"/>
            <a:ext cx="357468" cy="352675"/>
            <a:chOff x="-33645475" y="3228075"/>
            <a:chExt cx="294600" cy="290650"/>
          </a:xfrm>
        </p:grpSpPr>
        <p:sp>
          <p:nvSpPr>
            <p:cNvPr id="5925" name="Google Shape;5925;p64"/>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64"/>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64"/>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64"/>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64"/>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64"/>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64"/>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2" name="Google Shape;5932;p64"/>
          <p:cNvGrpSpPr/>
          <p:nvPr/>
        </p:nvGrpSpPr>
        <p:grpSpPr>
          <a:xfrm>
            <a:off x="3513606" y="1821116"/>
            <a:ext cx="355526" cy="354586"/>
            <a:chOff x="-33646250" y="3586425"/>
            <a:chExt cx="293000" cy="292225"/>
          </a:xfrm>
        </p:grpSpPr>
        <p:sp>
          <p:nvSpPr>
            <p:cNvPr id="5933" name="Google Shape;5933;p64"/>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64"/>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5" name="Google Shape;5935;p64"/>
          <p:cNvGrpSpPr/>
          <p:nvPr/>
        </p:nvGrpSpPr>
        <p:grpSpPr>
          <a:xfrm>
            <a:off x="3514076" y="2255969"/>
            <a:ext cx="354586" cy="355557"/>
            <a:chOff x="-33645475" y="3944800"/>
            <a:chExt cx="292225" cy="293025"/>
          </a:xfrm>
        </p:grpSpPr>
        <p:sp>
          <p:nvSpPr>
            <p:cNvPr id="5936" name="Google Shape;5936;p64"/>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7" name="Google Shape;5937;p64"/>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8" name="Google Shape;5938;p64"/>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64"/>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64"/>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64"/>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64"/>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64"/>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64"/>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64"/>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6" name="Google Shape;5946;p64"/>
          <p:cNvGrpSpPr/>
          <p:nvPr/>
        </p:nvGrpSpPr>
        <p:grpSpPr>
          <a:xfrm>
            <a:off x="2167295" y="2729706"/>
            <a:ext cx="352675" cy="355375"/>
            <a:chOff x="-31809525" y="3192625"/>
            <a:chExt cx="290650" cy="292875"/>
          </a:xfrm>
        </p:grpSpPr>
        <p:sp>
          <p:nvSpPr>
            <p:cNvPr id="5947" name="Google Shape;5947;p64"/>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64"/>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64"/>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64"/>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1" name="Google Shape;5951;p64"/>
          <p:cNvGrpSpPr/>
          <p:nvPr/>
        </p:nvGrpSpPr>
        <p:grpSpPr>
          <a:xfrm>
            <a:off x="2166810" y="3200258"/>
            <a:ext cx="353645" cy="355557"/>
            <a:chOff x="-31811100" y="3550975"/>
            <a:chExt cx="291450" cy="293025"/>
          </a:xfrm>
        </p:grpSpPr>
        <p:sp>
          <p:nvSpPr>
            <p:cNvPr id="5952" name="Google Shape;5952;p64"/>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64"/>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64"/>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64"/>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64"/>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64"/>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64"/>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9" name="Google Shape;5959;p64"/>
          <p:cNvGrpSpPr/>
          <p:nvPr/>
        </p:nvGrpSpPr>
        <p:grpSpPr>
          <a:xfrm>
            <a:off x="2160606" y="3664562"/>
            <a:ext cx="366052" cy="356831"/>
            <a:chOff x="-31817400" y="3910025"/>
            <a:chExt cx="301675" cy="294075"/>
          </a:xfrm>
        </p:grpSpPr>
        <p:sp>
          <p:nvSpPr>
            <p:cNvPr id="5960" name="Google Shape;5960;p64"/>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64"/>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64"/>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3" name="Google Shape;5963;p64"/>
          <p:cNvGrpSpPr/>
          <p:nvPr/>
        </p:nvGrpSpPr>
        <p:grpSpPr>
          <a:xfrm>
            <a:off x="3952234" y="3200743"/>
            <a:ext cx="354616" cy="354586"/>
            <a:chOff x="-30354000" y="3569100"/>
            <a:chExt cx="292250" cy="292225"/>
          </a:xfrm>
        </p:grpSpPr>
        <p:sp>
          <p:nvSpPr>
            <p:cNvPr id="5964" name="Google Shape;5964;p64"/>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64"/>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64"/>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64"/>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64"/>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64"/>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0" name="Google Shape;5970;p64"/>
          <p:cNvGrpSpPr/>
          <p:nvPr/>
        </p:nvGrpSpPr>
        <p:grpSpPr>
          <a:xfrm>
            <a:off x="1730812" y="1380546"/>
            <a:ext cx="342148" cy="353645"/>
            <a:chOff x="-35118325" y="3202075"/>
            <a:chExt cx="281975" cy="291450"/>
          </a:xfrm>
        </p:grpSpPr>
        <p:sp>
          <p:nvSpPr>
            <p:cNvPr id="5971" name="Google Shape;5971;p64"/>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64"/>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64"/>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64"/>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5" name="Google Shape;5975;p64"/>
          <p:cNvGrpSpPr/>
          <p:nvPr/>
        </p:nvGrpSpPr>
        <p:grpSpPr>
          <a:xfrm>
            <a:off x="1724593" y="1821799"/>
            <a:ext cx="354586" cy="353221"/>
            <a:chOff x="-35123050" y="3561225"/>
            <a:chExt cx="292225" cy="291100"/>
          </a:xfrm>
        </p:grpSpPr>
        <p:sp>
          <p:nvSpPr>
            <p:cNvPr id="5976" name="Google Shape;5976;p64"/>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64"/>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8" name="Google Shape;5978;p64"/>
          <p:cNvGrpSpPr/>
          <p:nvPr/>
        </p:nvGrpSpPr>
        <p:grpSpPr>
          <a:xfrm>
            <a:off x="1766652" y="2256940"/>
            <a:ext cx="270467" cy="353615"/>
            <a:chOff x="-35089175" y="3919600"/>
            <a:chExt cx="222900" cy="291425"/>
          </a:xfrm>
        </p:grpSpPr>
        <p:sp>
          <p:nvSpPr>
            <p:cNvPr id="5979" name="Google Shape;5979;p64"/>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64"/>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1" name="Google Shape;5981;p64"/>
          <p:cNvGrpSpPr/>
          <p:nvPr/>
        </p:nvGrpSpPr>
        <p:grpSpPr>
          <a:xfrm>
            <a:off x="3963648" y="1380303"/>
            <a:ext cx="336445" cy="354131"/>
            <a:chOff x="-33277650" y="3226875"/>
            <a:chExt cx="277275" cy="291850"/>
          </a:xfrm>
        </p:grpSpPr>
        <p:sp>
          <p:nvSpPr>
            <p:cNvPr id="5982" name="Google Shape;5982;p64"/>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64"/>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64"/>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64"/>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64"/>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64"/>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64"/>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9" name="Google Shape;5989;p64"/>
          <p:cNvGrpSpPr/>
          <p:nvPr/>
        </p:nvGrpSpPr>
        <p:grpSpPr>
          <a:xfrm>
            <a:off x="3955048" y="1821587"/>
            <a:ext cx="353645" cy="353645"/>
            <a:chOff x="-33286325" y="3586425"/>
            <a:chExt cx="291450" cy="291450"/>
          </a:xfrm>
        </p:grpSpPr>
        <p:sp>
          <p:nvSpPr>
            <p:cNvPr id="5990" name="Google Shape;5990;p64"/>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64"/>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64"/>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64"/>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64"/>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5" name="Google Shape;5995;p64"/>
          <p:cNvGrpSpPr/>
          <p:nvPr/>
        </p:nvGrpSpPr>
        <p:grpSpPr>
          <a:xfrm>
            <a:off x="3955048" y="2255969"/>
            <a:ext cx="353645" cy="355557"/>
            <a:chOff x="-33286325" y="3944800"/>
            <a:chExt cx="291450" cy="293025"/>
          </a:xfrm>
        </p:grpSpPr>
        <p:sp>
          <p:nvSpPr>
            <p:cNvPr id="5996" name="Google Shape;5996;p64"/>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64"/>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64"/>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64"/>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0" name="Google Shape;6000;p64"/>
          <p:cNvGrpSpPr/>
          <p:nvPr/>
        </p:nvGrpSpPr>
        <p:grpSpPr>
          <a:xfrm>
            <a:off x="2613445" y="2729129"/>
            <a:ext cx="353645" cy="356527"/>
            <a:chOff x="-31452725" y="3191825"/>
            <a:chExt cx="291450" cy="293825"/>
          </a:xfrm>
        </p:grpSpPr>
        <p:sp>
          <p:nvSpPr>
            <p:cNvPr id="6001" name="Google Shape;6001;p64"/>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64"/>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64"/>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64"/>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5" name="Google Shape;6005;p64"/>
          <p:cNvGrpSpPr/>
          <p:nvPr/>
        </p:nvGrpSpPr>
        <p:grpSpPr>
          <a:xfrm>
            <a:off x="2612975" y="3200744"/>
            <a:ext cx="354586" cy="354586"/>
            <a:chOff x="-31452725" y="3551775"/>
            <a:chExt cx="292225" cy="292225"/>
          </a:xfrm>
        </p:grpSpPr>
        <p:sp>
          <p:nvSpPr>
            <p:cNvPr id="6006" name="Google Shape;6006;p64"/>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64"/>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64"/>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64"/>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0" name="Google Shape;6010;p64"/>
          <p:cNvGrpSpPr/>
          <p:nvPr/>
        </p:nvGrpSpPr>
        <p:grpSpPr>
          <a:xfrm>
            <a:off x="2611534" y="3664729"/>
            <a:ext cx="357468" cy="356497"/>
            <a:chOff x="-31455100" y="3909350"/>
            <a:chExt cx="294600" cy="293800"/>
          </a:xfrm>
        </p:grpSpPr>
        <p:sp>
          <p:nvSpPr>
            <p:cNvPr id="6011" name="Google Shape;6011;p64"/>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64"/>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3" name="Google Shape;6013;p64"/>
          <p:cNvGrpSpPr/>
          <p:nvPr/>
        </p:nvGrpSpPr>
        <p:grpSpPr>
          <a:xfrm>
            <a:off x="3952719" y="3665684"/>
            <a:ext cx="353645" cy="354586"/>
            <a:chOff x="-30345325" y="3918800"/>
            <a:chExt cx="291450" cy="292225"/>
          </a:xfrm>
        </p:grpSpPr>
        <p:sp>
          <p:nvSpPr>
            <p:cNvPr id="6014" name="Google Shape;6014;p64"/>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64"/>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64"/>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64"/>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64"/>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9" name="Google Shape;6019;p64"/>
          <p:cNvGrpSpPr/>
          <p:nvPr/>
        </p:nvGrpSpPr>
        <p:grpSpPr>
          <a:xfrm>
            <a:off x="2172184" y="1821587"/>
            <a:ext cx="353645" cy="353645"/>
            <a:chOff x="-34763900" y="3561225"/>
            <a:chExt cx="291450" cy="291450"/>
          </a:xfrm>
        </p:grpSpPr>
        <p:sp>
          <p:nvSpPr>
            <p:cNvPr id="6020" name="Google Shape;6020;p64"/>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64"/>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64"/>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3" name="Google Shape;6023;p64"/>
          <p:cNvSpPr/>
          <p:nvPr/>
        </p:nvSpPr>
        <p:spPr>
          <a:xfrm>
            <a:off x="2171583" y="2257019"/>
            <a:ext cx="353645" cy="35361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24" name="Google Shape;6024;p64"/>
          <p:cNvGrpSpPr/>
          <p:nvPr/>
        </p:nvGrpSpPr>
        <p:grpSpPr>
          <a:xfrm>
            <a:off x="827081" y="2730099"/>
            <a:ext cx="354586" cy="354586"/>
            <a:chOff x="-32927950" y="3227275"/>
            <a:chExt cx="292225" cy="292225"/>
          </a:xfrm>
        </p:grpSpPr>
        <p:sp>
          <p:nvSpPr>
            <p:cNvPr id="6025" name="Google Shape;6025;p64"/>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64"/>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64"/>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64"/>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64"/>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0" name="Google Shape;6030;p64"/>
          <p:cNvGrpSpPr/>
          <p:nvPr/>
        </p:nvGrpSpPr>
        <p:grpSpPr>
          <a:xfrm>
            <a:off x="826596" y="3201213"/>
            <a:ext cx="355557" cy="353645"/>
            <a:chOff x="-32927950" y="3586425"/>
            <a:chExt cx="293025" cy="291450"/>
          </a:xfrm>
        </p:grpSpPr>
        <p:sp>
          <p:nvSpPr>
            <p:cNvPr id="6031" name="Google Shape;6031;p64"/>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64"/>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64"/>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64"/>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64"/>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6" name="Google Shape;6036;p64"/>
          <p:cNvGrpSpPr/>
          <p:nvPr/>
        </p:nvGrpSpPr>
        <p:grpSpPr>
          <a:xfrm>
            <a:off x="827081" y="3665198"/>
            <a:ext cx="354586" cy="355557"/>
            <a:chOff x="-32927950" y="3944800"/>
            <a:chExt cx="292225" cy="293025"/>
          </a:xfrm>
        </p:grpSpPr>
        <p:sp>
          <p:nvSpPr>
            <p:cNvPr id="6037" name="Google Shape;6037;p64"/>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64"/>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64"/>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64"/>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64"/>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64"/>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64"/>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64"/>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64"/>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6" name="Google Shape;6046;p64"/>
          <p:cNvGrpSpPr/>
          <p:nvPr/>
        </p:nvGrpSpPr>
        <p:grpSpPr>
          <a:xfrm>
            <a:off x="3055873" y="2730449"/>
            <a:ext cx="354586" cy="353888"/>
            <a:chOff x="-31094350" y="3194000"/>
            <a:chExt cx="292225" cy="291650"/>
          </a:xfrm>
        </p:grpSpPr>
        <p:sp>
          <p:nvSpPr>
            <p:cNvPr id="6047" name="Google Shape;6047;p64"/>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8" name="Google Shape;6048;p64"/>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64"/>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64"/>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64"/>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64"/>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64"/>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64"/>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5" name="Google Shape;6055;p64"/>
          <p:cNvGrpSpPr/>
          <p:nvPr/>
        </p:nvGrpSpPr>
        <p:grpSpPr>
          <a:xfrm>
            <a:off x="3056343" y="3200941"/>
            <a:ext cx="353645" cy="354191"/>
            <a:chOff x="-31093575" y="3552550"/>
            <a:chExt cx="291450" cy="291900"/>
          </a:xfrm>
        </p:grpSpPr>
        <p:sp>
          <p:nvSpPr>
            <p:cNvPr id="6056" name="Google Shape;6056;p64"/>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64"/>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64"/>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64"/>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0" name="Google Shape;6060;p64"/>
          <p:cNvGrpSpPr/>
          <p:nvPr/>
        </p:nvGrpSpPr>
        <p:grpSpPr>
          <a:xfrm>
            <a:off x="2182711" y="1380546"/>
            <a:ext cx="332593" cy="353645"/>
            <a:chOff x="-34755225" y="3202075"/>
            <a:chExt cx="274100" cy="291450"/>
          </a:xfrm>
        </p:grpSpPr>
        <p:sp>
          <p:nvSpPr>
            <p:cNvPr id="6061" name="Google Shape;6061;p64"/>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64"/>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64"/>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64"/>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64"/>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64"/>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64"/>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8" name="Google Shape;6068;p64"/>
          <p:cNvGrpSpPr/>
          <p:nvPr/>
        </p:nvGrpSpPr>
        <p:grpSpPr>
          <a:xfrm>
            <a:off x="3056343" y="3666169"/>
            <a:ext cx="353645" cy="353615"/>
            <a:chOff x="-31093575" y="3911725"/>
            <a:chExt cx="291450" cy="291425"/>
          </a:xfrm>
        </p:grpSpPr>
        <p:sp>
          <p:nvSpPr>
            <p:cNvPr id="6069" name="Google Shape;6069;p64"/>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64"/>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1" name="Google Shape;6071;p64"/>
          <p:cNvGrpSpPr/>
          <p:nvPr/>
        </p:nvGrpSpPr>
        <p:grpSpPr>
          <a:xfrm>
            <a:off x="2165773" y="4123136"/>
            <a:ext cx="356497" cy="354586"/>
            <a:chOff x="-29946000" y="3183175"/>
            <a:chExt cx="293800" cy="292225"/>
          </a:xfrm>
        </p:grpSpPr>
        <p:sp>
          <p:nvSpPr>
            <p:cNvPr id="6072" name="Google Shape;6072;p64"/>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3" name="Google Shape;6073;p64"/>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64"/>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64"/>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64"/>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64"/>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8" name="Google Shape;6078;p64"/>
          <p:cNvGrpSpPr/>
          <p:nvPr/>
        </p:nvGrpSpPr>
        <p:grpSpPr>
          <a:xfrm>
            <a:off x="2610305" y="1380289"/>
            <a:ext cx="358408" cy="354161"/>
            <a:chOff x="-34408675" y="3202075"/>
            <a:chExt cx="295375" cy="291875"/>
          </a:xfrm>
        </p:grpSpPr>
        <p:sp>
          <p:nvSpPr>
            <p:cNvPr id="6079" name="Google Shape;6079;p64"/>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64"/>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64"/>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64"/>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3" name="Google Shape;6083;p64"/>
          <p:cNvGrpSpPr/>
          <p:nvPr/>
        </p:nvGrpSpPr>
        <p:grpSpPr>
          <a:xfrm>
            <a:off x="2612216" y="1820283"/>
            <a:ext cx="354586" cy="356254"/>
            <a:chOff x="-34405525" y="3558075"/>
            <a:chExt cx="292225" cy="293600"/>
          </a:xfrm>
        </p:grpSpPr>
        <p:sp>
          <p:nvSpPr>
            <p:cNvPr id="6084" name="Google Shape;6084;p64"/>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64"/>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64"/>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7" name="Google Shape;6087;p64"/>
          <p:cNvGrpSpPr/>
          <p:nvPr/>
        </p:nvGrpSpPr>
        <p:grpSpPr>
          <a:xfrm>
            <a:off x="2611730" y="2256940"/>
            <a:ext cx="355557" cy="353615"/>
            <a:chOff x="-34406325" y="3919600"/>
            <a:chExt cx="293025" cy="291425"/>
          </a:xfrm>
        </p:grpSpPr>
        <p:sp>
          <p:nvSpPr>
            <p:cNvPr id="6088" name="Google Shape;6088;p64"/>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64"/>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64"/>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64"/>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64"/>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64"/>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64"/>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5" name="Google Shape;6095;p64"/>
          <p:cNvGrpSpPr/>
          <p:nvPr/>
        </p:nvGrpSpPr>
        <p:grpSpPr>
          <a:xfrm>
            <a:off x="1275628" y="2736303"/>
            <a:ext cx="353645" cy="342179"/>
            <a:chOff x="-32568800" y="3232000"/>
            <a:chExt cx="291450" cy="282000"/>
          </a:xfrm>
        </p:grpSpPr>
        <p:sp>
          <p:nvSpPr>
            <p:cNvPr id="6096" name="Google Shape;6096;p64"/>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64"/>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8" name="Google Shape;6098;p64"/>
          <p:cNvGrpSpPr/>
          <p:nvPr/>
        </p:nvGrpSpPr>
        <p:grpSpPr>
          <a:xfrm>
            <a:off x="1275158" y="3201213"/>
            <a:ext cx="354586" cy="353645"/>
            <a:chOff x="-32569575" y="3586425"/>
            <a:chExt cx="292225" cy="291450"/>
          </a:xfrm>
        </p:grpSpPr>
        <p:sp>
          <p:nvSpPr>
            <p:cNvPr id="6099" name="Google Shape;6099;p64"/>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64"/>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1" name="Google Shape;6101;p64"/>
          <p:cNvGrpSpPr/>
          <p:nvPr/>
        </p:nvGrpSpPr>
        <p:grpSpPr>
          <a:xfrm>
            <a:off x="1266073" y="3665805"/>
            <a:ext cx="372756" cy="354343"/>
            <a:chOff x="-32576675" y="3944600"/>
            <a:chExt cx="307200" cy="292025"/>
          </a:xfrm>
        </p:grpSpPr>
        <p:sp>
          <p:nvSpPr>
            <p:cNvPr id="6102" name="Google Shape;6102;p64"/>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64"/>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4" name="Google Shape;6104;p64"/>
          <p:cNvGrpSpPr/>
          <p:nvPr/>
        </p:nvGrpSpPr>
        <p:grpSpPr>
          <a:xfrm>
            <a:off x="3511040" y="2730100"/>
            <a:ext cx="354586" cy="354586"/>
            <a:chOff x="-30735200" y="3192625"/>
            <a:chExt cx="292225" cy="292225"/>
          </a:xfrm>
        </p:grpSpPr>
        <p:sp>
          <p:nvSpPr>
            <p:cNvPr id="6105" name="Google Shape;6105;p64"/>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64"/>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64"/>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8" name="Google Shape;6108;p64"/>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9" name="Google Shape;6109;p64"/>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64"/>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64"/>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2" name="Google Shape;6112;p64"/>
          <p:cNvGrpSpPr/>
          <p:nvPr/>
        </p:nvGrpSpPr>
        <p:grpSpPr>
          <a:xfrm>
            <a:off x="3511040" y="3201532"/>
            <a:ext cx="354586" cy="353008"/>
            <a:chOff x="-30735200" y="3552550"/>
            <a:chExt cx="292225" cy="290925"/>
          </a:xfrm>
        </p:grpSpPr>
        <p:sp>
          <p:nvSpPr>
            <p:cNvPr id="6113" name="Google Shape;6113;p64"/>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64"/>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5" name="Google Shape;6115;p64"/>
          <p:cNvGrpSpPr/>
          <p:nvPr/>
        </p:nvGrpSpPr>
        <p:grpSpPr>
          <a:xfrm>
            <a:off x="3511040" y="3666154"/>
            <a:ext cx="354586" cy="353645"/>
            <a:chOff x="-30735200" y="3910925"/>
            <a:chExt cx="292225" cy="291450"/>
          </a:xfrm>
        </p:grpSpPr>
        <p:sp>
          <p:nvSpPr>
            <p:cNvPr id="6116" name="Google Shape;6116;p64"/>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64"/>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18" name="Google Shape;6118;p64"/>
          <p:cNvSpPr/>
          <p:nvPr/>
        </p:nvSpPr>
        <p:spPr>
          <a:xfrm>
            <a:off x="2614155" y="4123242"/>
            <a:ext cx="354586" cy="35364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19" name="Google Shape;6119;p64"/>
          <p:cNvGrpSpPr/>
          <p:nvPr/>
        </p:nvGrpSpPr>
        <p:grpSpPr>
          <a:xfrm>
            <a:off x="4864547" y="1375808"/>
            <a:ext cx="358971" cy="359224"/>
            <a:chOff x="-57956275" y="3197925"/>
            <a:chExt cx="319000" cy="319225"/>
          </a:xfrm>
        </p:grpSpPr>
        <p:sp>
          <p:nvSpPr>
            <p:cNvPr id="6120" name="Google Shape;6120;p64"/>
            <p:cNvSpPr/>
            <p:nvPr/>
          </p:nvSpPr>
          <p:spPr>
            <a:xfrm>
              <a:off x="-57940525" y="3353300"/>
              <a:ext cx="18150" cy="65400"/>
            </a:xfrm>
            <a:custGeom>
              <a:rect b="b" l="l" r="r" t="t"/>
              <a:pathLst>
                <a:path extrusionOk="0" h="2616" w="726">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64"/>
            <p:cNvSpPr/>
            <p:nvPr/>
          </p:nvSpPr>
          <p:spPr>
            <a:xfrm>
              <a:off x="-57679825" y="3353300"/>
              <a:ext cx="18925" cy="65400"/>
            </a:xfrm>
            <a:custGeom>
              <a:rect b="b" l="l" r="r" t="t"/>
              <a:pathLst>
                <a:path extrusionOk="0" h="2616" w="757">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64"/>
            <p:cNvSpPr/>
            <p:nvPr/>
          </p:nvSpPr>
          <p:spPr>
            <a:xfrm>
              <a:off x="-57956275" y="3255625"/>
              <a:ext cx="319000" cy="55175"/>
            </a:xfrm>
            <a:custGeom>
              <a:rect b="b" l="l" r="r" t="t"/>
              <a:pathLst>
                <a:path extrusionOk="0" h="2207" w="1276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64"/>
            <p:cNvSpPr/>
            <p:nvPr/>
          </p:nvSpPr>
          <p:spPr>
            <a:xfrm>
              <a:off x="-57868050" y="3494275"/>
              <a:ext cx="18900" cy="22875"/>
            </a:xfrm>
            <a:custGeom>
              <a:rect b="b" l="l" r="r" t="t"/>
              <a:pathLst>
                <a:path extrusionOk="0" h="915" w="756">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64"/>
            <p:cNvSpPr/>
            <p:nvPr/>
          </p:nvSpPr>
          <p:spPr>
            <a:xfrm>
              <a:off x="-57755425" y="3494275"/>
              <a:ext cx="18125" cy="22875"/>
            </a:xfrm>
            <a:custGeom>
              <a:rect b="b" l="l" r="r" t="t"/>
              <a:pathLst>
                <a:path extrusionOk="0" h="915" w="72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64"/>
            <p:cNvSpPr/>
            <p:nvPr/>
          </p:nvSpPr>
          <p:spPr>
            <a:xfrm>
              <a:off x="-57903500" y="3329675"/>
              <a:ext cx="204800" cy="187475"/>
            </a:xfrm>
            <a:custGeom>
              <a:rect b="b" l="l" r="r" t="t"/>
              <a:pathLst>
                <a:path extrusionOk="0" h="7499" w="8192">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64"/>
            <p:cNvSpPr/>
            <p:nvPr/>
          </p:nvSpPr>
          <p:spPr>
            <a:xfrm>
              <a:off x="-57860975" y="3197925"/>
              <a:ext cx="119750" cy="37250"/>
            </a:xfrm>
            <a:custGeom>
              <a:rect b="b" l="l" r="r" t="t"/>
              <a:pathLst>
                <a:path extrusionOk="0" h="1490" w="47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7" name="Google Shape;6127;p64"/>
          <p:cNvGrpSpPr/>
          <p:nvPr/>
        </p:nvGrpSpPr>
        <p:grpSpPr>
          <a:xfrm>
            <a:off x="4886701" y="1832234"/>
            <a:ext cx="314662" cy="358971"/>
            <a:chOff x="-57940525" y="3590375"/>
            <a:chExt cx="279625" cy="319000"/>
          </a:xfrm>
        </p:grpSpPr>
        <p:sp>
          <p:nvSpPr>
            <p:cNvPr id="6128" name="Google Shape;6128;p64"/>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64"/>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64"/>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64"/>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2" name="Google Shape;6132;p64"/>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3" name="Google Shape;6133;p64"/>
          <p:cNvGrpSpPr/>
          <p:nvPr/>
        </p:nvGrpSpPr>
        <p:grpSpPr>
          <a:xfrm>
            <a:off x="4857582" y="2273605"/>
            <a:ext cx="358099" cy="358999"/>
            <a:chOff x="-57959425" y="3982600"/>
            <a:chExt cx="318225" cy="319025"/>
          </a:xfrm>
        </p:grpSpPr>
        <p:sp>
          <p:nvSpPr>
            <p:cNvPr id="6134" name="Google Shape;6134;p64"/>
            <p:cNvSpPr/>
            <p:nvPr/>
          </p:nvSpPr>
          <p:spPr>
            <a:xfrm>
              <a:off x="-57771975" y="41503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64"/>
            <p:cNvSpPr/>
            <p:nvPr/>
          </p:nvSpPr>
          <p:spPr>
            <a:xfrm>
              <a:off x="-57959425" y="3982600"/>
              <a:ext cx="318225" cy="130775"/>
            </a:xfrm>
            <a:custGeom>
              <a:rect b="b" l="l" r="r" t="t"/>
              <a:pathLst>
                <a:path extrusionOk="0" h="5231" w="12729">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64"/>
            <p:cNvSpPr/>
            <p:nvPr/>
          </p:nvSpPr>
          <p:spPr>
            <a:xfrm>
              <a:off x="-57903500" y="4125950"/>
              <a:ext cx="204800" cy="175675"/>
            </a:xfrm>
            <a:custGeom>
              <a:rect b="b" l="l" r="r" t="t"/>
              <a:pathLst>
                <a:path extrusionOk="0" h="7027" w="8192">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64"/>
            <p:cNvSpPr/>
            <p:nvPr/>
          </p:nvSpPr>
          <p:spPr>
            <a:xfrm>
              <a:off x="-57835775" y="4113350"/>
              <a:ext cx="138650" cy="70125"/>
            </a:xfrm>
            <a:custGeom>
              <a:rect b="b" l="l" r="r" t="t"/>
              <a:pathLst>
                <a:path extrusionOk="0" h="2805" w="5546">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8" name="Google Shape;6138;p64"/>
          <p:cNvGrpSpPr/>
          <p:nvPr/>
        </p:nvGrpSpPr>
        <p:grpSpPr>
          <a:xfrm>
            <a:off x="7057749" y="1376934"/>
            <a:ext cx="357226" cy="357226"/>
            <a:chOff x="-55987225" y="3198925"/>
            <a:chExt cx="317450" cy="317450"/>
          </a:xfrm>
        </p:grpSpPr>
        <p:sp>
          <p:nvSpPr>
            <p:cNvPr id="6139" name="Google Shape;6139;p64"/>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0" name="Google Shape;6140;p64"/>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1" name="Google Shape;6141;p64"/>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64"/>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3" name="Google Shape;6143;p64"/>
          <p:cNvGrpSpPr/>
          <p:nvPr/>
        </p:nvGrpSpPr>
        <p:grpSpPr>
          <a:xfrm>
            <a:off x="7057749" y="1832965"/>
            <a:ext cx="357226" cy="357367"/>
            <a:chOff x="-55987225" y="3591025"/>
            <a:chExt cx="317450" cy="317575"/>
          </a:xfrm>
        </p:grpSpPr>
        <p:sp>
          <p:nvSpPr>
            <p:cNvPr id="6144" name="Google Shape;6144;p64"/>
            <p:cNvSpPr/>
            <p:nvPr/>
          </p:nvSpPr>
          <p:spPr>
            <a:xfrm>
              <a:off x="-55950200" y="3740025"/>
              <a:ext cx="204800" cy="168575"/>
            </a:xfrm>
            <a:custGeom>
              <a:rect b="b" l="l" r="r" t="t"/>
              <a:pathLst>
                <a:path extrusionOk="0" h="6743" w="8192">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64"/>
            <p:cNvSpPr/>
            <p:nvPr/>
          </p:nvSpPr>
          <p:spPr>
            <a:xfrm>
              <a:off x="-55967525" y="3591025"/>
              <a:ext cx="297750" cy="131700"/>
            </a:xfrm>
            <a:custGeom>
              <a:rect b="b" l="l" r="r" t="t"/>
              <a:pathLst>
                <a:path extrusionOk="0" h="5268" w="1191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64"/>
            <p:cNvSpPr/>
            <p:nvPr/>
          </p:nvSpPr>
          <p:spPr>
            <a:xfrm>
              <a:off x="-55875375" y="3703000"/>
              <a:ext cx="55950" cy="17350"/>
            </a:xfrm>
            <a:custGeom>
              <a:rect b="b" l="l" r="r" t="t"/>
              <a:pathLst>
                <a:path extrusionOk="0" h="694" w="2238">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64"/>
            <p:cNvSpPr/>
            <p:nvPr/>
          </p:nvSpPr>
          <p:spPr>
            <a:xfrm>
              <a:off x="-55987225" y="3746325"/>
              <a:ext cx="18150" cy="63825"/>
            </a:xfrm>
            <a:custGeom>
              <a:rect b="b" l="l" r="r" t="t"/>
              <a:pathLst>
                <a:path extrusionOk="0" h="2553" w="726">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64"/>
            <p:cNvSpPr/>
            <p:nvPr/>
          </p:nvSpPr>
          <p:spPr>
            <a:xfrm>
              <a:off x="-55725725"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9" name="Google Shape;6149;p64"/>
          <p:cNvGrpSpPr/>
          <p:nvPr/>
        </p:nvGrpSpPr>
        <p:grpSpPr>
          <a:xfrm>
            <a:off x="7071665" y="2273605"/>
            <a:ext cx="358999" cy="358999"/>
            <a:chOff x="-55988800" y="3982600"/>
            <a:chExt cx="319025" cy="319025"/>
          </a:xfrm>
        </p:grpSpPr>
        <p:sp>
          <p:nvSpPr>
            <p:cNvPr id="6150" name="Google Shape;6150;p64"/>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64"/>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64"/>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64"/>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64"/>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5" name="Google Shape;6155;p64"/>
          <p:cNvGrpSpPr/>
          <p:nvPr/>
        </p:nvGrpSpPr>
        <p:grpSpPr>
          <a:xfrm>
            <a:off x="5730184" y="2731562"/>
            <a:ext cx="356326" cy="358971"/>
            <a:chOff x="-54026025" y="3192625"/>
            <a:chExt cx="316650" cy="319000"/>
          </a:xfrm>
        </p:grpSpPr>
        <p:sp>
          <p:nvSpPr>
            <p:cNvPr id="6156" name="Google Shape;6156;p64"/>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64"/>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64"/>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64"/>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64"/>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64"/>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64"/>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64"/>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4" name="Google Shape;6164;p64"/>
          <p:cNvGrpSpPr/>
          <p:nvPr/>
        </p:nvGrpSpPr>
        <p:grpSpPr>
          <a:xfrm>
            <a:off x="5750130" y="3202536"/>
            <a:ext cx="316434" cy="358099"/>
            <a:chOff x="-54007925" y="3584850"/>
            <a:chExt cx="281200" cy="318225"/>
          </a:xfrm>
        </p:grpSpPr>
        <p:sp>
          <p:nvSpPr>
            <p:cNvPr id="6165" name="Google Shape;6165;p64"/>
            <p:cNvSpPr/>
            <p:nvPr/>
          </p:nvSpPr>
          <p:spPr>
            <a:xfrm>
              <a:off x="-53943325" y="3716375"/>
              <a:ext cx="151250" cy="18950"/>
            </a:xfrm>
            <a:custGeom>
              <a:rect b="b" l="l" r="r" t="t"/>
              <a:pathLst>
                <a:path extrusionOk="0" h="758" w="605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64"/>
            <p:cNvSpPr/>
            <p:nvPr/>
          </p:nvSpPr>
          <p:spPr>
            <a:xfrm>
              <a:off x="-53970100" y="3679375"/>
              <a:ext cx="205575" cy="18125"/>
            </a:xfrm>
            <a:custGeom>
              <a:rect b="b" l="l" r="r" t="t"/>
              <a:pathLst>
                <a:path extrusionOk="0" h="725" w="8223">
                  <a:moveTo>
                    <a:pt x="0" y="0"/>
                  </a:moveTo>
                  <a:lnTo>
                    <a:pt x="0" y="725"/>
                  </a:lnTo>
                  <a:lnTo>
                    <a:pt x="8223" y="725"/>
                  </a:lnTo>
                  <a:lnTo>
                    <a:pt x="82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64"/>
            <p:cNvSpPr/>
            <p:nvPr/>
          </p:nvSpPr>
          <p:spPr>
            <a:xfrm>
              <a:off x="-53970100" y="3715600"/>
              <a:ext cx="204800" cy="187475"/>
            </a:xfrm>
            <a:custGeom>
              <a:rect b="b" l="l" r="r" t="t"/>
              <a:pathLst>
                <a:path extrusionOk="0" h="7499" w="8192">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64"/>
            <p:cNvSpPr/>
            <p:nvPr/>
          </p:nvSpPr>
          <p:spPr>
            <a:xfrm>
              <a:off x="-54007125" y="3584850"/>
              <a:ext cx="278825" cy="74850"/>
            </a:xfrm>
            <a:custGeom>
              <a:rect b="b" l="l" r="r" t="t"/>
              <a:pathLst>
                <a:path extrusionOk="0" h="2994" w="11153">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64"/>
            <p:cNvSpPr/>
            <p:nvPr/>
          </p:nvSpPr>
          <p:spPr>
            <a:xfrm>
              <a:off x="-54007925"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64"/>
            <p:cNvSpPr/>
            <p:nvPr/>
          </p:nvSpPr>
          <p:spPr>
            <a:xfrm>
              <a:off x="-53745625" y="3740025"/>
              <a:ext cx="18900" cy="64600"/>
            </a:xfrm>
            <a:custGeom>
              <a:rect b="b" l="l" r="r" t="t"/>
              <a:pathLst>
                <a:path extrusionOk="0" h="2584" w="756">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1" name="Google Shape;6171;p64"/>
          <p:cNvGrpSpPr/>
          <p:nvPr/>
        </p:nvGrpSpPr>
        <p:grpSpPr>
          <a:xfrm>
            <a:off x="5750130" y="3664421"/>
            <a:ext cx="316434" cy="358914"/>
            <a:chOff x="-54007925" y="3975575"/>
            <a:chExt cx="281200" cy="318950"/>
          </a:xfrm>
        </p:grpSpPr>
        <p:sp>
          <p:nvSpPr>
            <p:cNvPr id="6172" name="Google Shape;6172;p64"/>
            <p:cNvSpPr/>
            <p:nvPr/>
          </p:nvSpPr>
          <p:spPr>
            <a:xfrm>
              <a:off x="-53988225" y="3975575"/>
              <a:ext cx="244175" cy="142825"/>
            </a:xfrm>
            <a:custGeom>
              <a:rect b="b" l="l" r="r" t="t"/>
              <a:pathLst>
                <a:path extrusionOk="0" h="5713" w="9767">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64"/>
            <p:cNvSpPr/>
            <p:nvPr/>
          </p:nvSpPr>
          <p:spPr>
            <a:xfrm>
              <a:off x="-53970100" y="4100750"/>
              <a:ext cx="204800" cy="193775"/>
            </a:xfrm>
            <a:custGeom>
              <a:rect b="b" l="l" r="r" t="t"/>
              <a:pathLst>
                <a:path extrusionOk="0" h="7751" w="8192">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64"/>
            <p:cNvSpPr/>
            <p:nvPr/>
          </p:nvSpPr>
          <p:spPr>
            <a:xfrm>
              <a:off x="-53745625" y="4132250"/>
              <a:ext cx="18900" cy="63825"/>
            </a:xfrm>
            <a:custGeom>
              <a:rect b="b" l="l" r="r" t="t"/>
              <a:pathLst>
                <a:path extrusionOk="0" h="2553" w="756">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64"/>
            <p:cNvSpPr/>
            <p:nvPr/>
          </p:nvSpPr>
          <p:spPr>
            <a:xfrm>
              <a:off x="-54007925"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6" name="Google Shape;6176;p64"/>
          <p:cNvGrpSpPr/>
          <p:nvPr/>
        </p:nvGrpSpPr>
        <p:grpSpPr>
          <a:xfrm>
            <a:off x="7984996" y="2748891"/>
            <a:ext cx="274770" cy="358492"/>
            <a:chOff x="-52005775" y="3208025"/>
            <a:chExt cx="244175" cy="318575"/>
          </a:xfrm>
        </p:grpSpPr>
        <p:sp>
          <p:nvSpPr>
            <p:cNvPr id="6177" name="Google Shape;6177;p64"/>
            <p:cNvSpPr/>
            <p:nvPr/>
          </p:nvSpPr>
          <p:spPr>
            <a:xfrm>
              <a:off x="-51800200" y="3469850"/>
              <a:ext cx="38600" cy="56750"/>
            </a:xfrm>
            <a:custGeom>
              <a:rect b="b" l="l" r="r" t="t"/>
              <a:pathLst>
                <a:path extrusionOk="0" h="2270" w="1544">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64"/>
            <p:cNvSpPr/>
            <p:nvPr/>
          </p:nvSpPr>
          <p:spPr>
            <a:xfrm>
              <a:off x="-52005775" y="3208025"/>
              <a:ext cx="111875" cy="131900"/>
            </a:xfrm>
            <a:custGeom>
              <a:rect b="b" l="l" r="r" t="t"/>
              <a:pathLst>
                <a:path extrusionOk="0" h="5276" w="4475">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64"/>
            <p:cNvSpPr/>
            <p:nvPr/>
          </p:nvSpPr>
          <p:spPr>
            <a:xfrm>
              <a:off x="-51800200" y="3385575"/>
              <a:ext cx="37025" cy="37850"/>
            </a:xfrm>
            <a:custGeom>
              <a:rect b="b" l="l" r="r" t="t"/>
              <a:pathLst>
                <a:path extrusionOk="0" h="1514" w="1481">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64"/>
            <p:cNvSpPr/>
            <p:nvPr/>
          </p:nvSpPr>
          <p:spPr>
            <a:xfrm>
              <a:off x="-51800200" y="3348575"/>
              <a:ext cx="37025" cy="37025"/>
            </a:xfrm>
            <a:custGeom>
              <a:rect b="b" l="l" r="r" t="t"/>
              <a:pathLst>
                <a:path extrusionOk="0" h="1481" w="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64"/>
            <p:cNvSpPr/>
            <p:nvPr/>
          </p:nvSpPr>
          <p:spPr>
            <a:xfrm>
              <a:off x="-51800200" y="3423400"/>
              <a:ext cx="37025" cy="37025"/>
            </a:xfrm>
            <a:custGeom>
              <a:rect b="b" l="l" r="r" t="t"/>
              <a:pathLst>
                <a:path extrusionOk="0" h="1481" w="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64"/>
            <p:cNvSpPr/>
            <p:nvPr/>
          </p:nvSpPr>
          <p:spPr>
            <a:xfrm>
              <a:off x="-51875025" y="3208025"/>
              <a:ext cx="111850" cy="131125"/>
            </a:xfrm>
            <a:custGeom>
              <a:rect b="b" l="l" r="r" t="t"/>
              <a:pathLst>
                <a:path extrusionOk="0" h="5245" w="4474">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64"/>
            <p:cNvSpPr/>
            <p:nvPr/>
          </p:nvSpPr>
          <p:spPr>
            <a:xfrm>
              <a:off x="-52005000" y="3469850"/>
              <a:ext cx="38625" cy="56750"/>
            </a:xfrm>
            <a:custGeom>
              <a:rect b="b" l="l" r="r" t="t"/>
              <a:pathLst>
                <a:path extrusionOk="0" h="2270" w="1545">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64"/>
            <p:cNvSpPr/>
            <p:nvPr/>
          </p:nvSpPr>
          <p:spPr>
            <a:xfrm>
              <a:off x="-52005000" y="3423400"/>
              <a:ext cx="37050" cy="37025"/>
            </a:xfrm>
            <a:custGeom>
              <a:rect b="b" l="l" r="r" t="t"/>
              <a:pathLst>
                <a:path extrusionOk="0" h="1481" w="1482">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64"/>
            <p:cNvSpPr/>
            <p:nvPr/>
          </p:nvSpPr>
          <p:spPr>
            <a:xfrm>
              <a:off x="-52005000" y="3385575"/>
              <a:ext cx="37050" cy="37850"/>
            </a:xfrm>
            <a:custGeom>
              <a:rect b="b" l="l" r="r" t="t"/>
              <a:pathLst>
                <a:path extrusionOk="0" h="1514" w="1482">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64"/>
            <p:cNvSpPr/>
            <p:nvPr/>
          </p:nvSpPr>
          <p:spPr>
            <a:xfrm>
              <a:off x="-51957725" y="3298150"/>
              <a:ext cx="148100" cy="209550"/>
            </a:xfrm>
            <a:custGeom>
              <a:rect b="b" l="l" r="r" t="t"/>
              <a:pathLst>
                <a:path extrusionOk="0" h="8382" w="5924">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64"/>
            <p:cNvSpPr/>
            <p:nvPr/>
          </p:nvSpPr>
          <p:spPr>
            <a:xfrm>
              <a:off x="-52005000" y="3348575"/>
              <a:ext cx="37050" cy="37025"/>
            </a:xfrm>
            <a:custGeom>
              <a:rect b="b" l="l" r="r" t="t"/>
              <a:pathLst>
                <a:path extrusionOk="0" h="1481" w="1482">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8" name="Google Shape;6188;p64"/>
          <p:cNvGrpSpPr/>
          <p:nvPr/>
        </p:nvGrpSpPr>
        <p:grpSpPr>
          <a:xfrm>
            <a:off x="5291462" y="1376934"/>
            <a:ext cx="358099" cy="358099"/>
            <a:chOff x="-57568775" y="3198925"/>
            <a:chExt cx="318225" cy="318225"/>
          </a:xfrm>
        </p:grpSpPr>
        <p:sp>
          <p:nvSpPr>
            <p:cNvPr id="6189" name="Google Shape;6189;p64"/>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64"/>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1" name="Google Shape;6191;p64"/>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2" name="Google Shape;6192;p64"/>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64"/>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64"/>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5" name="Google Shape;6195;p64"/>
          <p:cNvGrpSpPr/>
          <p:nvPr/>
        </p:nvGrpSpPr>
        <p:grpSpPr>
          <a:xfrm>
            <a:off x="5313181" y="1832234"/>
            <a:ext cx="314662" cy="358099"/>
            <a:chOff x="-57549075" y="3590375"/>
            <a:chExt cx="279625" cy="318225"/>
          </a:xfrm>
        </p:grpSpPr>
        <p:sp>
          <p:nvSpPr>
            <p:cNvPr id="6196" name="Google Shape;6196;p64"/>
            <p:cNvSpPr/>
            <p:nvPr/>
          </p:nvSpPr>
          <p:spPr>
            <a:xfrm>
              <a:off x="-57493150" y="3777825"/>
              <a:ext cx="167000" cy="74850"/>
            </a:xfrm>
            <a:custGeom>
              <a:rect b="b" l="l" r="r" t="t"/>
              <a:pathLst>
                <a:path extrusionOk="0" h="2994" w="668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64"/>
            <p:cNvSpPr/>
            <p:nvPr/>
          </p:nvSpPr>
          <p:spPr>
            <a:xfrm>
              <a:off x="-57478975" y="3647075"/>
              <a:ext cx="139425" cy="37050"/>
            </a:xfrm>
            <a:custGeom>
              <a:rect b="b" l="l" r="r" t="t"/>
              <a:pathLst>
                <a:path extrusionOk="0" h="1482" w="5577">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64"/>
            <p:cNvSpPr/>
            <p:nvPr/>
          </p:nvSpPr>
          <p:spPr>
            <a:xfrm>
              <a:off x="-57493950" y="3703775"/>
              <a:ext cx="168575" cy="55175"/>
            </a:xfrm>
            <a:custGeom>
              <a:rect b="b" l="l" r="r" t="t"/>
              <a:pathLst>
                <a:path extrusionOk="0" h="2207" w="6743">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64"/>
            <p:cNvSpPr/>
            <p:nvPr/>
          </p:nvSpPr>
          <p:spPr>
            <a:xfrm>
              <a:off x="-57549075" y="3590375"/>
              <a:ext cx="279625" cy="318225"/>
            </a:xfrm>
            <a:custGeom>
              <a:rect b="b" l="l" r="r" t="t"/>
              <a:pathLst>
                <a:path extrusionOk="0" h="12729" w="11185">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0" name="Google Shape;6200;p64"/>
          <p:cNvGrpSpPr/>
          <p:nvPr/>
        </p:nvGrpSpPr>
        <p:grpSpPr>
          <a:xfrm>
            <a:off x="5305378" y="2273605"/>
            <a:ext cx="359871" cy="359871"/>
            <a:chOff x="-57570350" y="3982600"/>
            <a:chExt cx="319800" cy="319800"/>
          </a:xfrm>
        </p:grpSpPr>
        <p:sp>
          <p:nvSpPr>
            <p:cNvPr id="6201" name="Google Shape;6201;p64"/>
            <p:cNvSpPr/>
            <p:nvPr/>
          </p:nvSpPr>
          <p:spPr>
            <a:xfrm>
              <a:off x="-57570350" y="4033000"/>
              <a:ext cx="319800" cy="269400"/>
            </a:xfrm>
            <a:custGeom>
              <a:rect b="b" l="l" r="r" t="t"/>
              <a:pathLst>
                <a:path extrusionOk="0" h="10776" w="12792">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64"/>
            <p:cNvSpPr/>
            <p:nvPr/>
          </p:nvSpPr>
          <p:spPr>
            <a:xfrm>
              <a:off x="-57493150" y="4151150"/>
              <a:ext cx="55150" cy="36250"/>
            </a:xfrm>
            <a:custGeom>
              <a:rect b="b" l="l" r="r" t="t"/>
              <a:pathLst>
                <a:path extrusionOk="0" h="1450" w="2206">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64"/>
            <p:cNvSpPr/>
            <p:nvPr/>
          </p:nvSpPr>
          <p:spPr>
            <a:xfrm>
              <a:off x="-57381300" y="4151150"/>
              <a:ext cx="55925" cy="36250"/>
            </a:xfrm>
            <a:custGeom>
              <a:rect b="b" l="l" r="r" t="t"/>
              <a:pathLst>
                <a:path extrusionOk="0" h="1450" w="2237">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64"/>
            <p:cNvSpPr/>
            <p:nvPr/>
          </p:nvSpPr>
          <p:spPr>
            <a:xfrm>
              <a:off x="-57442750" y="3982600"/>
              <a:ext cx="65400" cy="93750"/>
            </a:xfrm>
            <a:custGeom>
              <a:rect b="b" l="l" r="r" t="t"/>
              <a:pathLst>
                <a:path extrusionOk="0" h="3750" w="2616">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5" name="Google Shape;6205;p64"/>
          <p:cNvGrpSpPr/>
          <p:nvPr/>
        </p:nvGrpSpPr>
        <p:grpSpPr>
          <a:xfrm>
            <a:off x="7520416" y="1376033"/>
            <a:ext cx="314662" cy="358999"/>
            <a:chOff x="-55576850" y="3198125"/>
            <a:chExt cx="279625" cy="319025"/>
          </a:xfrm>
        </p:grpSpPr>
        <p:sp>
          <p:nvSpPr>
            <p:cNvPr id="6206" name="Google Shape;6206;p64"/>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64"/>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64"/>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64"/>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0" name="Google Shape;6210;p64"/>
          <p:cNvGrpSpPr/>
          <p:nvPr/>
        </p:nvGrpSpPr>
        <p:grpSpPr>
          <a:xfrm>
            <a:off x="7497812" y="1832009"/>
            <a:ext cx="359871" cy="358324"/>
            <a:chOff x="-55596550" y="3590175"/>
            <a:chExt cx="319800" cy="318425"/>
          </a:xfrm>
        </p:grpSpPr>
        <p:sp>
          <p:nvSpPr>
            <p:cNvPr id="6211" name="Google Shape;6211;p64"/>
            <p:cNvSpPr/>
            <p:nvPr/>
          </p:nvSpPr>
          <p:spPr>
            <a:xfrm>
              <a:off x="-55596550" y="3590175"/>
              <a:ext cx="319800" cy="112850"/>
            </a:xfrm>
            <a:custGeom>
              <a:rect b="b" l="l" r="r" t="t"/>
              <a:pathLst>
                <a:path extrusionOk="0" h="4514" w="12792">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64"/>
            <p:cNvSpPr/>
            <p:nvPr/>
          </p:nvSpPr>
          <p:spPr>
            <a:xfrm>
              <a:off x="-55539850" y="3721900"/>
              <a:ext cx="204800" cy="186700"/>
            </a:xfrm>
            <a:custGeom>
              <a:rect b="b" l="l" r="r" t="t"/>
              <a:pathLst>
                <a:path extrusionOk="0" h="7468" w="8192">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64"/>
            <p:cNvSpPr/>
            <p:nvPr/>
          </p:nvSpPr>
          <p:spPr>
            <a:xfrm>
              <a:off x="-55316150" y="3726625"/>
              <a:ext cx="18925" cy="63825"/>
            </a:xfrm>
            <a:custGeom>
              <a:rect b="b" l="l" r="r" t="t"/>
              <a:pathLst>
                <a:path extrusionOk="0" h="2553" w="757">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64"/>
            <p:cNvSpPr/>
            <p:nvPr/>
          </p:nvSpPr>
          <p:spPr>
            <a:xfrm>
              <a:off x="-55576850" y="3727425"/>
              <a:ext cx="18900" cy="63800"/>
            </a:xfrm>
            <a:custGeom>
              <a:rect b="b" l="l" r="r" t="t"/>
              <a:pathLst>
                <a:path extrusionOk="0" h="2552"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5" name="Google Shape;6215;p64"/>
          <p:cNvGrpSpPr/>
          <p:nvPr/>
        </p:nvGrpSpPr>
        <p:grpSpPr>
          <a:xfrm>
            <a:off x="7513049" y="2273351"/>
            <a:ext cx="358999" cy="359252"/>
            <a:chOff x="-55595775" y="3982375"/>
            <a:chExt cx="319025" cy="319250"/>
          </a:xfrm>
        </p:grpSpPr>
        <p:sp>
          <p:nvSpPr>
            <p:cNvPr id="6216" name="Google Shape;6216;p64"/>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64"/>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64"/>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64"/>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64"/>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64"/>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2" name="Google Shape;6222;p64"/>
          <p:cNvGrpSpPr/>
          <p:nvPr/>
        </p:nvGrpSpPr>
        <p:grpSpPr>
          <a:xfrm>
            <a:off x="6170232" y="2731562"/>
            <a:ext cx="358999" cy="358099"/>
            <a:chOff x="-53635375" y="3192625"/>
            <a:chExt cx="319025" cy="318225"/>
          </a:xfrm>
        </p:grpSpPr>
        <p:sp>
          <p:nvSpPr>
            <p:cNvPr id="6223" name="Google Shape;6223;p64"/>
            <p:cNvSpPr/>
            <p:nvPr/>
          </p:nvSpPr>
          <p:spPr>
            <a:xfrm>
              <a:off x="-53560550" y="3342275"/>
              <a:ext cx="167000" cy="151250"/>
            </a:xfrm>
            <a:custGeom>
              <a:rect b="b" l="l" r="r" t="t"/>
              <a:pathLst>
                <a:path extrusionOk="0" h="6050" w="668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64"/>
            <p:cNvSpPr/>
            <p:nvPr/>
          </p:nvSpPr>
          <p:spPr>
            <a:xfrm>
              <a:off x="-53559750" y="3305250"/>
              <a:ext cx="168575" cy="18150"/>
            </a:xfrm>
            <a:custGeom>
              <a:rect b="b" l="l" r="r" t="t"/>
              <a:pathLst>
                <a:path extrusionOk="0" h="726" w="6743">
                  <a:moveTo>
                    <a:pt x="0" y="0"/>
                  </a:moveTo>
                  <a:lnTo>
                    <a:pt x="0" y="725"/>
                  </a:lnTo>
                  <a:lnTo>
                    <a:pt x="6742" y="725"/>
                  </a:lnTo>
                  <a:lnTo>
                    <a:pt x="67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64"/>
            <p:cNvSpPr/>
            <p:nvPr/>
          </p:nvSpPr>
          <p:spPr>
            <a:xfrm>
              <a:off x="-53635375" y="3192625"/>
              <a:ext cx="319025" cy="318225"/>
            </a:xfrm>
            <a:custGeom>
              <a:rect b="b" l="l" r="r" t="t"/>
              <a:pathLst>
                <a:path extrusionOk="0" h="12729" w="12761">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6" name="Google Shape;6226;p64"/>
          <p:cNvGrpSpPr/>
          <p:nvPr/>
        </p:nvGrpSpPr>
        <p:grpSpPr>
          <a:xfrm>
            <a:off x="6192401" y="3202536"/>
            <a:ext cx="314662" cy="358999"/>
            <a:chOff x="-53615675" y="3584850"/>
            <a:chExt cx="279625" cy="319025"/>
          </a:xfrm>
        </p:grpSpPr>
        <p:sp>
          <p:nvSpPr>
            <p:cNvPr id="6227" name="Google Shape;6227;p64"/>
            <p:cNvSpPr/>
            <p:nvPr/>
          </p:nvSpPr>
          <p:spPr>
            <a:xfrm>
              <a:off x="-53577075" y="3584850"/>
              <a:ext cx="204800" cy="319025"/>
            </a:xfrm>
            <a:custGeom>
              <a:rect b="b" l="l" r="r" t="t"/>
              <a:pathLst>
                <a:path extrusionOk="0" h="12761" w="8192">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8" name="Google Shape;6228;p64"/>
            <p:cNvSpPr/>
            <p:nvPr/>
          </p:nvSpPr>
          <p:spPr>
            <a:xfrm>
              <a:off x="-53615675" y="3739225"/>
              <a:ext cx="20500" cy="65400"/>
            </a:xfrm>
            <a:custGeom>
              <a:rect b="b" l="l" r="r" t="t"/>
              <a:pathLst>
                <a:path extrusionOk="0" h="2616" w="82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64"/>
            <p:cNvSpPr/>
            <p:nvPr/>
          </p:nvSpPr>
          <p:spPr>
            <a:xfrm>
              <a:off x="-53356550" y="3738450"/>
              <a:ext cx="20500" cy="64600"/>
            </a:xfrm>
            <a:custGeom>
              <a:rect b="b" l="l" r="r" t="t"/>
              <a:pathLst>
                <a:path extrusionOk="0" h="2584" w="82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0" name="Google Shape;6230;p64"/>
          <p:cNvGrpSpPr/>
          <p:nvPr/>
        </p:nvGrpSpPr>
        <p:grpSpPr>
          <a:xfrm>
            <a:off x="6170246" y="3665461"/>
            <a:ext cx="358971" cy="357874"/>
            <a:chOff x="-53634575" y="3976500"/>
            <a:chExt cx="319000" cy="318025"/>
          </a:xfrm>
        </p:grpSpPr>
        <p:sp>
          <p:nvSpPr>
            <p:cNvPr id="6231" name="Google Shape;6231;p64"/>
            <p:cNvSpPr/>
            <p:nvPr/>
          </p:nvSpPr>
          <p:spPr>
            <a:xfrm>
              <a:off x="-53634575" y="3976500"/>
              <a:ext cx="319000" cy="93550"/>
            </a:xfrm>
            <a:custGeom>
              <a:rect b="b" l="l" r="r" t="t"/>
              <a:pathLst>
                <a:path extrusionOk="0" h="3742" w="1276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64"/>
            <p:cNvSpPr/>
            <p:nvPr/>
          </p:nvSpPr>
          <p:spPr>
            <a:xfrm>
              <a:off x="-53614900" y="4163750"/>
              <a:ext cx="140225" cy="130775"/>
            </a:xfrm>
            <a:custGeom>
              <a:rect b="b" l="l" r="r" t="t"/>
              <a:pathLst>
                <a:path extrusionOk="0" h="5231" w="5609">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64"/>
            <p:cNvSpPr/>
            <p:nvPr/>
          </p:nvSpPr>
          <p:spPr>
            <a:xfrm>
              <a:off x="-53616475" y="4088925"/>
              <a:ext cx="126050" cy="74850"/>
            </a:xfrm>
            <a:custGeom>
              <a:rect b="b" l="l" r="r" t="t"/>
              <a:pathLst>
                <a:path extrusionOk="0" h="2994" w="5042">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64"/>
            <p:cNvSpPr/>
            <p:nvPr/>
          </p:nvSpPr>
          <p:spPr>
            <a:xfrm>
              <a:off x="-53475475" y="4163750"/>
              <a:ext cx="139425" cy="130775"/>
            </a:xfrm>
            <a:custGeom>
              <a:rect b="b" l="l" r="r" t="t"/>
              <a:pathLst>
                <a:path extrusionOk="0" h="5231" w="5577">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64"/>
            <p:cNvSpPr/>
            <p:nvPr/>
          </p:nvSpPr>
          <p:spPr>
            <a:xfrm>
              <a:off x="-53559750" y="4100750"/>
              <a:ext cx="167775" cy="174875"/>
            </a:xfrm>
            <a:custGeom>
              <a:rect b="b" l="l" r="r" t="t"/>
              <a:pathLst>
                <a:path extrusionOk="0" h="6995" w="6711">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64"/>
            <p:cNvSpPr/>
            <p:nvPr/>
          </p:nvSpPr>
          <p:spPr>
            <a:xfrm>
              <a:off x="-53373875" y="4144850"/>
              <a:ext cx="18925" cy="37825"/>
            </a:xfrm>
            <a:custGeom>
              <a:rect b="b" l="l" r="r" t="t"/>
              <a:pathLst>
                <a:path extrusionOk="0" h="1513" w="757">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64"/>
            <p:cNvSpPr/>
            <p:nvPr/>
          </p:nvSpPr>
          <p:spPr>
            <a:xfrm>
              <a:off x="-53596775" y="4144850"/>
              <a:ext cx="18125" cy="37825"/>
            </a:xfrm>
            <a:custGeom>
              <a:rect b="b" l="l" r="r" t="t"/>
              <a:pathLst>
                <a:path extrusionOk="0" h="1513" w="725">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64"/>
            <p:cNvSpPr/>
            <p:nvPr/>
          </p:nvSpPr>
          <p:spPr>
            <a:xfrm>
              <a:off x="-53461300" y="4088925"/>
              <a:ext cx="125250" cy="74850"/>
            </a:xfrm>
            <a:custGeom>
              <a:rect b="b" l="l" r="r" t="t"/>
              <a:pathLst>
                <a:path extrusionOk="0" h="2994" w="501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9" name="Google Shape;6239;p64"/>
          <p:cNvGrpSpPr/>
          <p:nvPr/>
        </p:nvGrpSpPr>
        <p:grpSpPr>
          <a:xfrm>
            <a:off x="7965050" y="3208415"/>
            <a:ext cx="314662" cy="358436"/>
            <a:chOff x="-52023900" y="3590075"/>
            <a:chExt cx="279625" cy="318525"/>
          </a:xfrm>
        </p:grpSpPr>
        <p:sp>
          <p:nvSpPr>
            <p:cNvPr id="6240" name="Google Shape;6240;p64"/>
            <p:cNvSpPr/>
            <p:nvPr/>
          </p:nvSpPr>
          <p:spPr>
            <a:xfrm>
              <a:off x="-52005000" y="3611625"/>
              <a:ext cx="92175" cy="92175"/>
            </a:xfrm>
            <a:custGeom>
              <a:rect b="b" l="l" r="r" t="t"/>
              <a:pathLst>
                <a:path extrusionOk="0" h="3687" w="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64"/>
            <p:cNvSpPr/>
            <p:nvPr/>
          </p:nvSpPr>
          <p:spPr>
            <a:xfrm>
              <a:off x="-51894725" y="3614000"/>
              <a:ext cx="121325" cy="106350"/>
            </a:xfrm>
            <a:custGeom>
              <a:rect b="b" l="l" r="r" t="t"/>
              <a:pathLst>
                <a:path extrusionOk="0" h="4254" w="4853">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64"/>
            <p:cNvSpPr/>
            <p:nvPr/>
          </p:nvSpPr>
          <p:spPr>
            <a:xfrm>
              <a:off x="-51838000" y="3590075"/>
              <a:ext cx="76400" cy="74350"/>
            </a:xfrm>
            <a:custGeom>
              <a:rect b="b" l="l" r="r" t="t"/>
              <a:pathLst>
                <a:path extrusionOk="0" h="2974" w="3056">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3" name="Google Shape;6243;p64"/>
            <p:cNvSpPr/>
            <p:nvPr/>
          </p:nvSpPr>
          <p:spPr>
            <a:xfrm>
              <a:off x="-51988450" y="3666775"/>
              <a:ext cx="204800" cy="241825"/>
            </a:xfrm>
            <a:custGeom>
              <a:rect b="b" l="l" r="r" t="t"/>
              <a:pathLst>
                <a:path extrusionOk="0" h="9673" w="8192">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4" name="Google Shape;6244;p64"/>
            <p:cNvSpPr/>
            <p:nvPr/>
          </p:nvSpPr>
          <p:spPr>
            <a:xfrm>
              <a:off x="-51893150" y="3797500"/>
              <a:ext cx="18150" cy="17375"/>
            </a:xfrm>
            <a:custGeom>
              <a:rect b="b" l="l" r="r" t="t"/>
              <a:pathLst>
                <a:path extrusionOk="0" h="695" w="726">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64"/>
            <p:cNvSpPr/>
            <p:nvPr/>
          </p:nvSpPr>
          <p:spPr>
            <a:xfrm>
              <a:off x="-51763200"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64"/>
            <p:cNvSpPr/>
            <p:nvPr/>
          </p:nvSpPr>
          <p:spPr>
            <a:xfrm>
              <a:off x="-52023900" y="3746325"/>
              <a:ext cx="18925" cy="63825"/>
            </a:xfrm>
            <a:custGeom>
              <a:rect b="b" l="l" r="r" t="t"/>
              <a:pathLst>
                <a:path extrusionOk="0" h="2553" w="757">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7" name="Google Shape;6247;p64"/>
          <p:cNvGrpSpPr/>
          <p:nvPr/>
        </p:nvGrpSpPr>
        <p:grpSpPr>
          <a:xfrm>
            <a:off x="5728292" y="1376934"/>
            <a:ext cx="358971" cy="358971"/>
            <a:chOff x="-57173375" y="3198925"/>
            <a:chExt cx="319000" cy="319000"/>
          </a:xfrm>
        </p:grpSpPr>
        <p:sp>
          <p:nvSpPr>
            <p:cNvPr id="6248" name="Google Shape;6248;p64"/>
            <p:cNvSpPr/>
            <p:nvPr/>
          </p:nvSpPr>
          <p:spPr>
            <a:xfrm>
              <a:off x="-57120600" y="3237525"/>
              <a:ext cx="204800" cy="92825"/>
            </a:xfrm>
            <a:custGeom>
              <a:rect b="b" l="l" r="r" t="t"/>
              <a:pathLst>
                <a:path extrusionOk="0" h="3713" w="8192">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64"/>
            <p:cNvSpPr/>
            <p:nvPr/>
          </p:nvSpPr>
          <p:spPr>
            <a:xfrm>
              <a:off x="-57053650" y="3273750"/>
              <a:ext cx="70100" cy="74850"/>
            </a:xfrm>
            <a:custGeom>
              <a:rect b="b" l="l" r="r" t="t"/>
              <a:pathLst>
                <a:path extrusionOk="0" h="2994" w="280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64"/>
            <p:cNvSpPr/>
            <p:nvPr/>
          </p:nvSpPr>
          <p:spPr>
            <a:xfrm>
              <a:off x="-57058375" y="3198925"/>
              <a:ext cx="82700" cy="26800"/>
            </a:xfrm>
            <a:custGeom>
              <a:rect b="b" l="l" r="r" t="t"/>
              <a:pathLst>
                <a:path extrusionOk="0" h="1072" w="3308">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64"/>
            <p:cNvSpPr/>
            <p:nvPr/>
          </p:nvSpPr>
          <p:spPr>
            <a:xfrm>
              <a:off x="-57173375" y="3338325"/>
              <a:ext cx="319000" cy="179600"/>
            </a:xfrm>
            <a:custGeom>
              <a:rect b="b" l="l" r="r" t="t"/>
              <a:pathLst>
                <a:path extrusionOk="0" h="7184" w="1276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2" name="Google Shape;6252;p64"/>
          <p:cNvGrpSpPr/>
          <p:nvPr/>
        </p:nvGrpSpPr>
        <p:grpSpPr>
          <a:xfrm>
            <a:off x="5729178" y="1854374"/>
            <a:ext cx="357198" cy="314690"/>
            <a:chOff x="-57176525" y="3610050"/>
            <a:chExt cx="317425" cy="279650"/>
          </a:xfrm>
        </p:grpSpPr>
        <p:sp>
          <p:nvSpPr>
            <p:cNvPr id="6253" name="Google Shape;6253;p64"/>
            <p:cNvSpPr/>
            <p:nvPr/>
          </p:nvSpPr>
          <p:spPr>
            <a:xfrm>
              <a:off x="-57109575" y="3610050"/>
              <a:ext cx="181950" cy="56750"/>
            </a:xfrm>
            <a:custGeom>
              <a:rect b="b" l="l" r="r" t="t"/>
              <a:pathLst>
                <a:path extrusionOk="0" h="2270" w="7278">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64"/>
            <p:cNvSpPr/>
            <p:nvPr/>
          </p:nvSpPr>
          <p:spPr>
            <a:xfrm>
              <a:off x="-57120600" y="3684100"/>
              <a:ext cx="88225" cy="36375"/>
            </a:xfrm>
            <a:custGeom>
              <a:rect b="b" l="l" r="r" t="t"/>
              <a:pathLst>
                <a:path extrusionOk="0" h="1455" w="3529">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64"/>
            <p:cNvSpPr/>
            <p:nvPr/>
          </p:nvSpPr>
          <p:spPr>
            <a:xfrm>
              <a:off x="-57176525" y="3747100"/>
              <a:ext cx="28375" cy="67775"/>
            </a:xfrm>
            <a:custGeom>
              <a:rect b="b" l="l" r="r" t="t"/>
              <a:pathLst>
                <a:path extrusionOk="0" h="2711" w="1135">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64"/>
            <p:cNvSpPr/>
            <p:nvPr/>
          </p:nvSpPr>
          <p:spPr>
            <a:xfrm>
              <a:off x="-57139500" y="3743175"/>
              <a:ext cx="37825" cy="89025"/>
            </a:xfrm>
            <a:custGeom>
              <a:rect b="b" l="l" r="r" t="t"/>
              <a:pathLst>
                <a:path extrusionOk="0" h="3561" w="1513">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64"/>
            <p:cNvSpPr/>
            <p:nvPr/>
          </p:nvSpPr>
          <p:spPr>
            <a:xfrm>
              <a:off x="-57104075" y="3684875"/>
              <a:ext cx="244975" cy="204825"/>
            </a:xfrm>
            <a:custGeom>
              <a:rect b="b" l="l" r="r" t="t"/>
              <a:pathLst>
                <a:path extrusionOk="0" h="8193" w="9799">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8" name="Google Shape;6258;p64"/>
          <p:cNvGrpSpPr/>
          <p:nvPr/>
        </p:nvGrpSpPr>
        <p:grpSpPr>
          <a:xfrm>
            <a:off x="7939633" y="1376934"/>
            <a:ext cx="358099" cy="356326"/>
            <a:chOff x="-55202750" y="3198925"/>
            <a:chExt cx="318225" cy="316650"/>
          </a:xfrm>
        </p:grpSpPr>
        <p:sp>
          <p:nvSpPr>
            <p:cNvPr id="6259" name="Google Shape;6259;p64"/>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64"/>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1" name="Google Shape;6261;p64"/>
          <p:cNvGrpSpPr/>
          <p:nvPr/>
        </p:nvGrpSpPr>
        <p:grpSpPr>
          <a:xfrm>
            <a:off x="7950267" y="1832234"/>
            <a:ext cx="336830" cy="358099"/>
            <a:chOff x="-55194875" y="3590375"/>
            <a:chExt cx="299325" cy="318225"/>
          </a:xfrm>
        </p:grpSpPr>
        <p:sp>
          <p:nvSpPr>
            <p:cNvPr id="6262" name="Google Shape;6262;p64"/>
            <p:cNvSpPr/>
            <p:nvPr/>
          </p:nvSpPr>
          <p:spPr>
            <a:xfrm>
              <a:off x="-55194875" y="3667550"/>
              <a:ext cx="37050" cy="241050"/>
            </a:xfrm>
            <a:custGeom>
              <a:rect b="b" l="l" r="r" t="t"/>
              <a:pathLst>
                <a:path extrusionOk="0" h="9642" w="148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64"/>
            <p:cNvSpPr/>
            <p:nvPr/>
          </p:nvSpPr>
          <p:spPr>
            <a:xfrm>
              <a:off x="-55065700" y="3643925"/>
              <a:ext cx="132350" cy="40200"/>
            </a:xfrm>
            <a:custGeom>
              <a:rect b="b" l="l" r="r" t="t"/>
              <a:pathLst>
                <a:path extrusionOk="0" h="1608" w="5294">
                  <a:moveTo>
                    <a:pt x="5294" y="1"/>
                  </a:moveTo>
                  <a:lnTo>
                    <a:pt x="1" y="1607"/>
                  </a:lnTo>
                  <a:lnTo>
                    <a:pt x="5294" y="1607"/>
                  </a:lnTo>
                  <a:lnTo>
                    <a:pt x="5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64"/>
            <p:cNvSpPr/>
            <p:nvPr/>
          </p:nvSpPr>
          <p:spPr>
            <a:xfrm>
              <a:off x="-55138950" y="3703000"/>
              <a:ext cx="204800" cy="168575"/>
            </a:xfrm>
            <a:custGeom>
              <a:rect b="b" l="l" r="r" t="t"/>
              <a:pathLst>
                <a:path extrusionOk="0" h="6743" w="8192">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64"/>
            <p:cNvSpPr/>
            <p:nvPr/>
          </p:nvSpPr>
          <p:spPr>
            <a:xfrm>
              <a:off x="-55138950" y="3590375"/>
              <a:ext cx="204025" cy="92950"/>
            </a:xfrm>
            <a:custGeom>
              <a:rect b="b" l="l" r="r" t="t"/>
              <a:pathLst>
                <a:path extrusionOk="0" h="3718" w="8161">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64"/>
            <p:cNvSpPr/>
            <p:nvPr/>
          </p:nvSpPr>
          <p:spPr>
            <a:xfrm>
              <a:off x="-54914475" y="3688825"/>
              <a:ext cx="18925" cy="64600"/>
            </a:xfrm>
            <a:custGeom>
              <a:rect b="b" l="l" r="r" t="t"/>
              <a:pathLst>
                <a:path extrusionOk="0" h="2584" w="757">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7" name="Google Shape;6267;p64"/>
          <p:cNvGrpSpPr/>
          <p:nvPr/>
        </p:nvGrpSpPr>
        <p:grpSpPr>
          <a:xfrm>
            <a:off x="7954884" y="2274505"/>
            <a:ext cx="357198" cy="357198"/>
            <a:chOff x="-55203525" y="3983400"/>
            <a:chExt cx="317425" cy="317425"/>
          </a:xfrm>
        </p:grpSpPr>
        <p:sp>
          <p:nvSpPr>
            <p:cNvPr id="6268" name="Google Shape;6268;p64"/>
            <p:cNvSpPr/>
            <p:nvPr/>
          </p:nvSpPr>
          <p:spPr>
            <a:xfrm>
              <a:off x="-55147600" y="4094450"/>
              <a:ext cx="204800" cy="206375"/>
            </a:xfrm>
            <a:custGeom>
              <a:rect b="b" l="l" r="r" t="t"/>
              <a:pathLst>
                <a:path extrusionOk="0" h="8255" w="8192">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64"/>
            <p:cNvSpPr/>
            <p:nvPr/>
          </p:nvSpPr>
          <p:spPr>
            <a:xfrm>
              <a:off x="-55203525" y="4027500"/>
              <a:ext cx="317425" cy="196925"/>
            </a:xfrm>
            <a:custGeom>
              <a:rect b="b" l="l" r="r" t="t"/>
              <a:pathLst>
                <a:path extrusionOk="0" h="7877" w="1269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64"/>
            <p:cNvSpPr/>
            <p:nvPr/>
          </p:nvSpPr>
          <p:spPr>
            <a:xfrm>
              <a:off x="-55128700" y="3983400"/>
              <a:ext cx="166200" cy="54350"/>
            </a:xfrm>
            <a:custGeom>
              <a:rect b="b" l="l" r="r" t="t"/>
              <a:pathLst>
                <a:path extrusionOk="0" h="2174" w="6648">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1" name="Google Shape;6271;p64"/>
          <p:cNvGrpSpPr/>
          <p:nvPr/>
        </p:nvGrpSpPr>
        <p:grpSpPr>
          <a:xfrm>
            <a:off x="6621365" y="2731562"/>
            <a:ext cx="335930" cy="358971"/>
            <a:chOff x="-53232900" y="3192625"/>
            <a:chExt cx="298525" cy="319000"/>
          </a:xfrm>
        </p:grpSpPr>
        <p:sp>
          <p:nvSpPr>
            <p:cNvPr id="6272" name="Google Shape;6272;p64"/>
            <p:cNvSpPr/>
            <p:nvPr/>
          </p:nvSpPr>
          <p:spPr>
            <a:xfrm>
              <a:off x="-52972975" y="3315500"/>
              <a:ext cx="37825" cy="55925"/>
            </a:xfrm>
            <a:custGeom>
              <a:rect b="b" l="l" r="r" t="t"/>
              <a:pathLst>
                <a:path extrusionOk="0" h="2237" w="1513">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64"/>
            <p:cNvSpPr/>
            <p:nvPr/>
          </p:nvSpPr>
          <p:spPr>
            <a:xfrm>
              <a:off x="-52978500" y="3259575"/>
              <a:ext cx="44125" cy="55950"/>
            </a:xfrm>
            <a:custGeom>
              <a:rect b="b" l="l" r="r" t="t"/>
              <a:pathLst>
                <a:path extrusionOk="0" h="2238" w="1765">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64"/>
            <p:cNvSpPr/>
            <p:nvPr/>
          </p:nvSpPr>
          <p:spPr>
            <a:xfrm>
              <a:off x="-53232900" y="3324950"/>
              <a:ext cx="242625" cy="55925"/>
            </a:xfrm>
            <a:custGeom>
              <a:rect b="b" l="l" r="r" t="t"/>
              <a:pathLst>
                <a:path extrusionOk="0" h="2237" w="9705">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64"/>
            <p:cNvSpPr/>
            <p:nvPr/>
          </p:nvSpPr>
          <p:spPr>
            <a:xfrm>
              <a:off x="-53232100" y="3399775"/>
              <a:ext cx="241825" cy="111850"/>
            </a:xfrm>
            <a:custGeom>
              <a:rect b="b" l="l" r="r" t="t"/>
              <a:pathLst>
                <a:path extrusionOk="0" h="4474" w="9673">
                  <a:moveTo>
                    <a:pt x="0" y="0"/>
                  </a:moveTo>
                  <a:cubicBezTo>
                    <a:pt x="158" y="2457"/>
                    <a:pt x="2269" y="4474"/>
                    <a:pt x="4821" y="4474"/>
                  </a:cubicBezTo>
                  <a:cubicBezTo>
                    <a:pt x="7372" y="4474"/>
                    <a:pt x="9452" y="2457"/>
                    <a:pt x="96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64"/>
            <p:cNvSpPr/>
            <p:nvPr/>
          </p:nvSpPr>
          <p:spPr>
            <a:xfrm>
              <a:off x="-53134450" y="3287125"/>
              <a:ext cx="44125" cy="18925"/>
            </a:xfrm>
            <a:custGeom>
              <a:rect b="b" l="l" r="r" t="t"/>
              <a:pathLst>
                <a:path extrusionOk="0" h="757" w="1765">
                  <a:moveTo>
                    <a:pt x="1" y="1"/>
                  </a:moveTo>
                  <a:lnTo>
                    <a:pt x="410" y="757"/>
                  </a:lnTo>
                  <a:lnTo>
                    <a:pt x="1419" y="757"/>
                  </a:lnTo>
                  <a:lnTo>
                    <a:pt x="1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64"/>
            <p:cNvSpPr/>
            <p:nvPr/>
          </p:nvSpPr>
          <p:spPr>
            <a:xfrm>
              <a:off x="-53232900" y="3287125"/>
              <a:ext cx="86675" cy="18925"/>
            </a:xfrm>
            <a:custGeom>
              <a:rect b="b" l="l" r="r" t="t"/>
              <a:pathLst>
                <a:path extrusionOk="0" h="757" w="3467">
                  <a:moveTo>
                    <a:pt x="127" y="1"/>
                  </a:moveTo>
                  <a:cubicBezTo>
                    <a:pt x="95" y="253"/>
                    <a:pt x="32" y="473"/>
                    <a:pt x="1" y="757"/>
                  </a:cubicBezTo>
                  <a:lnTo>
                    <a:pt x="3466" y="757"/>
                  </a:lnTo>
                  <a:lnTo>
                    <a:pt x="31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64"/>
            <p:cNvSpPr/>
            <p:nvPr/>
          </p:nvSpPr>
          <p:spPr>
            <a:xfrm>
              <a:off x="-53078525" y="3287125"/>
              <a:ext cx="86675" cy="18925"/>
            </a:xfrm>
            <a:custGeom>
              <a:rect b="b" l="l" r="r" t="t"/>
              <a:pathLst>
                <a:path extrusionOk="0" h="757" w="3467">
                  <a:moveTo>
                    <a:pt x="379" y="1"/>
                  </a:moveTo>
                  <a:lnTo>
                    <a:pt x="1" y="757"/>
                  </a:lnTo>
                  <a:lnTo>
                    <a:pt x="3466" y="757"/>
                  </a:lnTo>
                  <a:cubicBezTo>
                    <a:pt x="3466" y="536"/>
                    <a:pt x="3435" y="253"/>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64"/>
            <p:cNvSpPr/>
            <p:nvPr/>
          </p:nvSpPr>
          <p:spPr>
            <a:xfrm>
              <a:off x="-53224225" y="3192625"/>
              <a:ext cx="223700" cy="74850"/>
            </a:xfrm>
            <a:custGeom>
              <a:rect b="b" l="l" r="r" t="t"/>
              <a:pathLst>
                <a:path extrusionOk="0" h="2994" w="8948">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0" name="Google Shape;6280;p64"/>
          <p:cNvGrpSpPr/>
          <p:nvPr/>
        </p:nvGrpSpPr>
        <p:grpSpPr>
          <a:xfrm>
            <a:off x="6610731" y="3202536"/>
            <a:ext cx="357198" cy="356326"/>
            <a:chOff x="-53242350" y="3584850"/>
            <a:chExt cx="317425" cy="316650"/>
          </a:xfrm>
        </p:grpSpPr>
        <p:sp>
          <p:nvSpPr>
            <p:cNvPr id="6281" name="Google Shape;6281;p64"/>
            <p:cNvSpPr/>
            <p:nvPr/>
          </p:nvSpPr>
          <p:spPr>
            <a:xfrm>
              <a:off x="-53202975" y="3584850"/>
              <a:ext cx="237900" cy="98475"/>
            </a:xfrm>
            <a:custGeom>
              <a:rect b="b" l="l" r="r" t="t"/>
              <a:pathLst>
                <a:path extrusionOk="0" h="3939" w="9516">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64"/>
            <p:cNvSpPr/>
            <p:nvPr/>
          </p:nvSpPr>
          <p:spPr>
            <a:xfrm>
              <a:off x="-53242350" y="3711650"/>
              <a:ext cx="80350" cy="155975"/>
            </a:xfrm>
            <a:custGeom>
              <a:rect b="b" l="l" r="r" t="t"/>
              <a:pathLst>
                <a:path extrusionOk="0" h="6239" w="3214">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64"/>
            <p:cNvSpPr/>
            <p:nvPr/>
          </p:nvSpPr>
          <p:spPr>
            <a:xfrm>
              <a:off x="-53206125" y="3686850"/>
              <a:ext cx="243400" cy="84700"/>
            </a:xfrm>
            <a:custGeom>
              <a:rect b="b" l="l" r="r" t="t"/>
              <a:pathLst>
                <a:path extrusionOk="0" h="3388" w="9736">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64"/>
            <p:cNvSpPr/>
            <p:nvPr/>
          </p:nvSpPr>
          <p:spPr>
            <a:xfrm>
              <a:off x="-53186425" y="3775450"/>
              <a:ext cx="205600" cy="126050"/>
            </a:xfrm>
            <a:custGeom>
              <a:rect b="b" l="l" r="r" t="t"/>
              <a:pathLst>
                <a:path extrusionOk="0" h="5042" w="8224">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64"/>
            <p:cNvSpPr/>
            <p:nvPr/>
          </p:nvSpPr>
          <p:spPr>
            <a:xfrm>
              <a:off x="-52962725" y="3710875"/>
              <a:ext cx="37800" cy="95325"/>
            </a:xfrm>
            <a:custGeom>
              <a:rect b="b" l="l" r="r" t="t"/>
              <a:pathLst>
                <a:path extrusionOk="0" h="3813" w="1512">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6" name="Google Shape;6286;p64"/>
          <p:cNvGrpSpPr/>
          <p:nvPr/>
        </p:nvGrpSpPr>
        <p:grpSpPr>
          <a:xfrm>
            <a:off x="6631999" y="3665236"/>
            <a:ext cx="314662" cy="358999"/>
            <a:chOff x="-53224225" y="3976300"/>
            <a:chExt cx="279625" cy="319025"/>
          </a:xfrm>
        </p:grpSpPr>
        <p:sp>
          <p:nvSpPr>
            <p:cNvPr id="6287" name="Google Shape;6287;p64"/>
            <p:cNvSpPr/>
            <p:nvPr/>
          </p:nvSpPr>
          <p:spPr>
            <a:xfrm>
              <a:off x="-53224225" y="4132250"/>
              <a:ext cx="18925" cy="63825"/>
            </a:xfrm>
            <a:custGeom>
              <a:rect b="b" l="l" r="r" t="t"/>
              <a:pathLst>
                <a:path extrusionOk="0" h="2553" w="757">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64"/>
            <p:cNvSpPr/>
            <p:nvPr/>
          </p:nvSpPr>
          <p:spPr>
            <a:xfrm>
              <a:off x="-53185625" y="4014900"/>
              <a:ext cx="204800" cy="117375"/>
            </a:xfrm>
            <a:custGeom>
              <a:rect b="b" l="l" r="r" t="t"/>
              <a:pathLst>
                <a:path extrusionOk="0" h="4695" w="8192">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64"/>
            <p:cNvSpPr/>
            <p:nvPr/>
          </p:nvSpPr>
          <p:spPr>
            <a:xfrm>
              <a:off x="-53187200" y="4110200"/>
              <a:ext cx="205575" cy="185125"/>
            </a:xfrm>
            <a:custGeom>
              <a:rect b="b" l="l" r="r" t="t"/>
              <a:pathLst>
                <a:path extrusionOk="0" h="7405" w="8223">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64"/>
            <p:cNvSpPr/>
            <p:nvPr/>
          </p:nvSpPr>
          <p:spPr>
            <a:xfrm>
              <a:off x="-53020225" y="4211800"/>
              <a:ext cx="74825" cy="83525"/>
            </a:xfrm>
            <a:custGeom>
              <a:rect b="b" l="l" r="r" t="t"/>
              <a:pathLst>
                <a:path extrusionOk="0" h="3341" w="2993">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64"/>
            <p:cNvSpPr/>
            <p:nvPr/>
          </p:nvSpPr>
          <p:spPr>
            <a:xfrm>
              <a:off x="-53224225" y="4211025"/>
              <a:ext cx="74850" cy="83500"/>
            </a:xfrm>
            <a:custGeom>
              <a:rect b="b" l="l" r="r" t="t"/>
              <a:pathLst>
                <a:path extrusionOk="0" h="3340" w="2994">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64"/>
            <p:cNvSpPr/>
            <p:nvPr/>
          </p:nvSpPr>
          <p:spPr>
            <a:xfrm>
              <a:off x="-52962725" y="4131475"/>
              <a:ext cx="18125" cy="63800"/>
            </a:xfrm>
            <a:custGeom>
              <a:rect b="b" l="l" r="r" t="t"/>
              <a:pathLst>
                <a:path extrusionOk="0" h="2552" w="725">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64"/>
            <p:cNvSpPr/>
            <p:nvPr/>
          </p:nvSpPr>
          <p:spPr>
            <a:xfrm>
              <a:off x="-53125775" y="3976300"/>
              <a:ext cx="82725" cy="26800"/>
            </a:xfrm>
            <a:custGeom>
              <a:rect b="b" l="l" r="r" t="t"/>
              <a:pathLst>
                <a:path extrusionOk="0" h="1072" w="3309">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4" name="Google Shape;6294;p64"/>
          <p:cNvGrpSpPr/>
          <p:nvPr/>
        </p:nvGrpSpPr>
        <p:grpSpPr>
          <a:xfrm>
            <a:off x="7942896" y="3672917"/>
            <a:ext cx="358971" cy="358408"/>
            <a:chOff x="-52043575" y="3983125"/>
            <a:chExt cx="319000" cy="318500"/>
          </a:xfrm>
        </p:grpSpPr>
        <p:sp>
          <p:nvSpPr>
            <p:cNvPr id="6295" name="Google Shape;6295;p64"/>
            <p:cNvSpPr/>
            <p:nvPr/>
          </p:nvSpPr>
          <p:spPr>
            <a:xfrm>
              <a:off x="-52043575" y="3983200"/>
              <a:ext cx="55150" cy="105750"/>
            </a:xfrm>
            <a:custGeom>
              <a:rect b="b" l="l" r="r" t="t"/>
              <a:pathLst>
                <a:path extrusionOk="0" h="4230" w="2206">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64"/>
            <p:cNvSpPr/>
            <p:nvPr/>
          </p:nvSpPr>
          <p:spPr>
            <a:xfrm>
              <a:off x="-51985300" y="3983400"/>
              <a:ext cx="204800" cy="129975"/>
            </a:xfrm>
            <a:custGeom>
              <a:rect b="b" l="l" r="r" t="t"/>
              <a:pathLst>
                <a:path extrusionOk="0" h="5199" w="8192">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64"/>
            <p:cNvSpPr/>
            <p:nvPr/>
          </p:nvSpPr>
          <p:spPr>
            <a:xfrm>
              <a:off x="-51855350" y="3987325"/>
              <a:ext cx="74075" cy="89825"/>
            </a:xfrm>
            <a:custGeom>
              <a:rect b="b" l="l" r="r" t="t"/>
              <a:pathLst>
                <a:path extrusionOk="0" h="3593" w="2963">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64"/>
            <p:cNvSpPr/>
            <p:nvPr/>
          </p:nvSpPr>
          <p:spPr>
            <a:xfrm>
              <a:off x="-51985300" y="3987325"/>
              <a:ext cx="74050" cy="89825"/>
            </a:xfrm>
            <a:custGeom>
              <a:rect b="b" l="l" r="r" t="t"/>
              <a:pathLst>
                <a:path extrusionOk="0" h="3593" w="2962">
                  <a:moveTo>
                    <a:pt x="2962" y="1"/>
                  </a:moveTo>
                  <a:cubicBezTo>
                    <a:pt x="1324" y="473"/>
                    <a:pt x="158" y="1891"/>
                    <a:pt x="1" y="3592"/>
                  </a:cubicBezTo>
                  <a:lnTo>
                    <a:pt x="2962" y="359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64"/>
            <p:cNvSpPr/>
            <p:nvPr/>
          </p:nvSpPr>
          <p:spPr>
            <a:xfrm>
              <a:off x="-51985300" y="4190350"/>
              <a:ext cx="204800" cy="111275"/>
            </a:xfrm>
            <a:custGeom>
              <a:rect b="b" l="l" r="r" t="t"/>
              <a:pathLst>
                <a:path extrusionOk="0" h="4451" w="8192">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64"/>
            <p:cNvSpPr/>
            <p:nvPr/>
          </p:nvSpPr>
          <p:spPr>
            <a:xfrm>
              <a:off x="-51985300" y="4133050"/>
              <a:ext cx="204800" cy="55925"/>
            </a:xfrm>
            <a:custGeom>
              <a:rect b="b" l="l" r="r" t="t"/>
              <a:pathLst>
                <a:path extrusionOk="0" h="2237" w="8192">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64"/>
            <p:cNvSpPr/>
            <p:nvPr/>
          </p:nvSpPr>
          <p:spPr>
            <a:xfrm>
              <a:off x="-51780525" y="3983125"/>
              <a:ext cx="55950" cy="105825"/>
            </a:xfrm>
            <a:custGeom>
              <a:rect b="b" l="l" r="r" t="t"/>
              <a:pathLst>
                <a:path extrusionOk="0" h="4233" w="2238">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64"/>
            <p:cNvSpPr/>
            <p:nvPr/>
          </p:nvSpPr>
          <p:spPr>
            <a:xfrm>
              <a:off x="-52023900" y="4139350"/>
              <a:ext cx="18925" cy="63800"/>
            </a:xfrm>
            <a:custGeom>
              <a:rect b="b" l="l" r="r" t="t"/>
              <a:pathLst>
                <a:path extrusionOk="0" h="2552" w="757">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64"/>
            <p:cNvSpPr/>
            <p:nvPr/>
          </p:nvSpPr>
          <p:spPr>
            <a:xfrm>
              <a:off x="-51763200" y="4139350"/>
              <a:ext cx="18925" cy="63800"/>
            </a:xfrm>
            <a:custGeom>
              <a:rect b="b" l="l" r="r" t="t"/>
              <a:pathLst>
                <a:path extrusionOk="0" h="2552" w="757">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4" name="Google Shape;6304;p64"/>
          <p:cNvGrpSpPr/>
          <p:nvPr/>
        </p:nvGrpSpPr>
        <p:grpSpPr>
          <a:xfrm>
            <a:off x="6196836" y="1376934"/>
            <a:ext cx="314662" cy="358971"/>
            <a:chOff x="-56766175" y="3198925"/>
            <a:chExt cx="279625" cy="319000"/>
          </a:xfrm>
        </p:grpSpPr>
        <p:sp>
          <p:nvSpPr>
            <p:cNvPr id="6305" name="Google Shape;6305;p64"/>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64"/>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64"/>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64"/>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64"/>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64"/>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64"/>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2" name="Google Shape;6312;p64"/>
          <p:cNvGrpSpPr/>
          <p:nvPr/>
        </p:nvGrpSpPr>
        <p:grpSpPr>
          <a:xfrm>
            <a:off x="6195950" y="1832234"/>
            <a:ext cx="316434" cy="358099"/>
            <a:chOff x="-56766175" y="3590375"/>
            <a:chExt cx="281200" cy="318225"/>
          </a:xfrm>
        </p:grpSpPr>
        <p:sp>
          <p:nvSpPr>
            <p:cNvPr id="6313" name="Google Shape;6313;p64"/>
            <p:cNvSpPr/>
            <p:nvPr/>
          </p:nvSpPr>
          <p:spPr>
            <a:xfrm>
              <a:off x="-56766175" y="3632900"/>
              <a:ext cx="281200" cy="275700"/>
            </a:xfrm>
            <a:custGeom>
              <a:rect b="b" l="l" r="r" t="t"/>
              <a:pathLst>
                <a:path extrusionOk="0" h="11028" w="1124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64"/>
            <p:cNvSpPr/>
            <p:nvPr/>
          </p:nvSpPr>
          <p:spPr>
            <a:xfrm>
              <a:off x="-56709475" y="3722700"/>
              <a:ext cx="167800" cy="153600"/>
            </a:xfrm>
            <a:custGeom>
              <a:rect b="b" l="l" r="r" t="t"/>
              <a:pathLst>
                <a:path extrusionOk="0" h="6144" w="6712">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64"/>
            <p:cNvSpPr/>
            <p:nvPr/>
          </p:nvSpPr>
          <p:spPr>
            <a:xfrm>
              <a:off x="-56654325" y="3833750"/>
              <a:ext cx="55150" cy="55950"/>
            </a:xfrm>
            <a:custGeom>
              <a:rect b="b" l="l" r="r" t="t"/>
              <a:pathLst>
                <a:path extrusionOk="0" h="2238" w="2206">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64"/>
            <p:cNvSpPr/>
            <p:nvPr/>
          </p:nvSpPr>
          <p:spPr>
            <a:xfrm>
              <a:off x="-56710250" y="3590375"/>
              <a:ext cx="167775" cy="74850"/>
            </a:xfrm>
            <a:custGeom>
              <a:rect b="b" l="l" r="r" t="t"/>
              <a:pathLst>
                <a:path extrusionOk="0" h="2994" w="6711">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7" name="Google Shape;6317;p64"/>
          <p:cNvGrpSpPr/>
          <p:nvPr/>
        </p:nvGrpSpPr>
        <p:grpSpPr>
          <a:xfrm>
            <a:off x="6232906" y="2273605"/>
            <a:ext cx="272126" cy="358099"/>
            <a:chOff x="-56747275" y="3982600"/>
            <a:chExt cx="241825" cy="318225"/>
          </a:xfrm>
        </p:grpSpPr>
        <p:sp>
          <p:nvSpPr>
            <p:cNvPr id="6318" name="Google Shape;6318;p64"/>
            <p:cNvSpPr/>
            <p:nvPr/>
          </p:nvSpPr>
          <p:spPr>
            <a:xfrm>
              <a:off x="-56635425" y="4076325"/>
              <a:ext cx="18125" cy="37050"/>
            </a:xfrm>
            <a:custGeom>
              <a:rect b="b" l="l" r="r" t="t"/>
              <a:pathLst>
                <a:path extrusionOk="0" h="1482" w="725">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64"/>
            <p:cNvSpPr/>
            <p:nvPr/>
          </p:nvSpPr>
          <p:spPr>
            <a:xfrm>
              <a:off x="-56618900" y="3991275"/>
              <a:ext cx="113450" cy="136250"/>
            </a:xfrm>
            <a:custGeom>
              <a:rect b="b" l="l" r="r" t="t"/>
              <a:pathLst>
                <a:path extrusionOk="0" h="5450" w="4538">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0" name="Google Shape;6320;p64"/>
            <p:cNvSpPr/>
            <p:nvPr/>
          </p:nvSpPr>
          <p:spPr>
            <a:xfrm>
              <a:off x="-56601550" y="4094450"/>
              <a:ext cx="31525" cy="19700"/>
            </a:xfrm>
            <a:custGeom>
              <a:rect b="b" l="l" r="r" t="t"/>
              <a:pathLst>
                <a:path extrusionOk="0" h="788" w="1261">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64"/>
            <p:cNvSpPr/>
            <p:nvPr/>
          </p:nvSpPr>
          <p:spPr>
            <a:xfrm>
              <a:off x="-56688200" y="4085775"/>
              <a:ext cx="37050" cy="27600"/>
            </a:xfrm>
            <a:custGeom>
              <a:rect b="b" l="l" r="r" t="t"/>
              <a:pathLst>
                <a:path extrusionOk="0" h="1104" w="1482">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64"/>
            <p:cNvSpPr/>
            <p:nvPr/>
          </p:nvSpPr>
          <p:spPr>
            <a:xfrm>
              <a:off x="-56747275" y="3982600"/>
              <a:ext cx="189850" cy="143850"/>
            </a:xfrm>
            <a:custGeom>
              <a:rect b="b" l="l" r="r" t="t"/>
              <a:pathLst>
                <a:path extrusionOk="0" h="5754" w="759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64"/>
            <p:cNvSpPr/>
            <p:nvPr/>
          </p:nvSpPr>
          <p:spPr>
            <a:xfrm>
              <a:off x="-56654325" y="4217500"/>
              <a:ext cx="55150" cy="83325"/>
            </a:xfrm>
            <a:custGeom>
              <a:rect b="b" l="l" r="r" t="t"/>
              <a:pathLst>
                <a:path extrusionOk="0" h="3333" w="2206">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64"/>
            <p:cNvSpPr/>
            <p:nvPr/>
          </p:nvSpPr>
          <p:spPr>
            <a:xfrm>
              <a:off x="-56729150" y="4132250"/>
              <a:ext cx="204800" cy="157550"/>
            </a:xfrm>
            <a:custGeom>
              <a:rect b="b" l="l" r="r" t="t"/>
              <a:pathLst>
                <a:path extrusionOk="0" h="6302" w="819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5" name="Google Shape;6325;p64"/>
          <p:cNvGrpSpPr/>
          <p:nvPr/>
        </p:nvGrpSpPr>
        <p:grpSpPr>
          <a:xfrm>
            <a:off x="4840657" y="3215842"/>
            <a:ext cx="358999" cy="342991"/>
            <a:chOff x="-54812875" y="3596675"/>
            <a:chExt cx="319025" cy="304800"/>
          </a:xfrm>
        </p:grpSpPr>
        <p:sp>
          <p:nvSpPr>
            <p:cNvPr id="6326" name="Google Shape;6326;p64"/>
            <p:cNvSpPr/>
            <p:nvPr/>
          </p:nvSpPr>
          <p:spPr>
            <a:xfrm>
              <a:off x="-54812875" y="3607700"/>
              <a:ext cx="74850" cy="293775"/>
            </a:xfrm>
            <a:custGeom>
              <a:rect b="b" l="l" r="r" t="t"/>
              <a:pathLst>
                <a:path extrusionOk="0" h="11751" w="2994">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64"/>
            <p:cNvSpPr/>
            <p:nvPr/>
          </p:nvSpPr>
          <p:spPr>
            <a:xfrm>
              <a:off x="-54662425" y="3621875"/>
              <a:ext cx="18125" cy="61450"/>
            </a:xfrm>
            <a:custGeom>
              <a:rect b="b" l="l" r="r" t="t"/>
              <a:pathLst>
                <a:path extrusionOk="0" h="2458" w="725">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64"/>
            <p:cNvSpPr/>
            <p:nvPr/>
          </p:nvSpPr>
          <p:spPr>
            <a:xfrm>
              <a:off x="-54737250" y="3652600"/>
              <a:ext cx="66175" cy="37825"/>
            </a:xfrm>
            <a:custGeom>
              <a:rect b="b" l="l" r="r" t="t"/>
              <a:pathLst>
                <a:path extrusionOk="0" h="1513" w="2647">
                  <a:moveTo>
                    <a:pt x="0" y="0"/>
                  </a:moveTo>
                  <a:lnTo>
                    <a:pt x="599" y="1512"/>
                  </a:lnTo>
                  <a:lnTo>
                    <a:pt x="2647" y="1512"/>
                  </a:lnTo>
                  <a:cubicBezTo>
                    <a:pt x="2458" y="1103"/>
                    <a:pt x="2206" y="599"/>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64"/>
            <p:cNvSpPr/>
            <p:nvPr/>
          </p:nvSpPr>
          <p:spPr>
            <a:xfrm>
              <a:off x="-54568700" y="3608475"/>
              <a:ext cx="74850" cy="293000"/>
            </a:xfrm>
            <a:custGeom>
              <a:rect b="b" l="l" r="r" t="t"/>
              <a:pathLst>
                <a:path extrusionOk="0" h="11720" w="2994">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0" name="Google Shape;6330;p64"/>
            <p:cNvSpPr/>
            <p:nvPr/>
          </p:nvSpPr>
          <p:spPr>
            <a:xfrm>
              <a:off x="-54636450" y="3652600"/>
              <a:ext cx="66975" cy="37825"/>
            </a:xfrm>
            <a:custGeom>
              <a:rect b="b" l="l" r="r" t="t"/>
              <a:pathLst>
                <a:path extrusionOk="0" h="1513" w="2679">
                  <a:moveTo>
                    <a:pt x="411" y="0"/>
                  </a:moveTo>
                  <a:cubicBezTo>
                    <a:pt x="411" y="599"/>
                    <a:pt x="221" y="1103"/>
                    <a:pt x="1" y="1512"/>
                  </a:cubicBezTo>
                  <a:lnTo>
                    <a:pt x="2080" y="1512"/>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64"/>
            <p:cNvSpPr/>
            <p:nvPr/>
          </p:nvSpPr>
          <p:spPr>
            <a:xfrm>
              <a:off x="-54760100" y="3596675"/>
              <a:ext cx="212675" cy="37025"/>
            </a:xfrm>
            <a:custGeom>
              <a:rect b="b" l="l" r="r" t="t"/>
              <a:pathLst>
                <a:path extrusionOk="0" h="1481" w="8507">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64"/>
            <p:cNvSpPr/>
            <p:nvPr/>
          </p:nvSpPr>
          <p:spPr>
            <a:xfrm>
              <a:off x="-54738050" y="3708500"/>
              <a:ext cx="169375" cy="186700"/>
            </a:xfrm>
            <a:custGeom>
              <a:rect b="b" l="l" r="r" t="t"/>
              <a:pathLst>
                <a:path extrusionOk="0" h="7468" w="6775">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3" name="Google Shape;6333;p64"/>
          <p:cNvSpPr/>
          <p:nvPr/>
        </p:nvSpPr>
        <p:spPr>
          <a:xfrm>
            <a:off x="5015548" y="3590113"/>
            <a:ext cx="8018" cy="900"/>
          </a:xfrm>
          <a:custGeom>
            <a:rect b="b" l="l" r="r" t="t"/>
            <a:pathLst>
              <a:path extrusionOk="0" h="32" w="285">
                <a:moveTo>
                  <a:pt x="1" y="0"/>
                </a:moveTo>
                <a:cubicBezTo>
                  <a:pt x="95" y="32"/>
                  <a:pt x="158" y="32"/>
                  <a:pt x="284" y="32"/>
                </a:cubicBezTo>
                <a:cubicBezTo>
                  <a:pt x="221" y="32"/>
                  <a:pt x="127"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64"/>
          <p:cNvSpPr/>
          <p:nvPr/>
        </p:nvSpPr>
        <p:spPr>
          <a:xfrm>
            <a:off x="5015998" y="3590985"/>
            <a:ext cx="7118" cy="928"/>
          </a:xfrm>
          <a:custGeom>
            <a:rect b="b" l="l" r="r" t="t"/>
            <a:pathLst>
              <a:path extrusionOk="0" h="33" w="253">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5" name="Google Shape;6335;p64"/>
          <p:cNvGrpSpPr/>
          <p:nvPr/>
        </p:nvGrpSpPr>
        <p:grpSpPr>
          <a:xfrm>
            <a:off x="4862826" y="3672326"/>
            <a:ext cx="314662" cy="358099"/>
            <a:chOff x="-54793175" y="3982600"/>
            <a:chExt cx="279625" cy="318225"/>
          </a:xfrm>
        </p:grpSpPr>
        <p:sp>
          <p:nvSpPr>
            <p:cNvPr id="6336" name="Google Shape;6336;p64"/>
            <p:cNvSpPr/>
            <p:nvPr/>
          </p:nvSpPr>
          <p:spPr>
            <a:xfrm>
              <a:off x="-54646675" y="3982600"/>
              <a:ext cx="113425" cy="111075"/>
            </a:xfrm>
            <a:custGeom>
              <a:rect b="b" l="l" r="r" t="t"/>
              <a:pathLst>
                <a:path extrusionOk="0" h="4443" w="4537">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64"/>
            <p:cNvSpPr/>
            <p:nvPr/>
          </p:nvSpPr>
          <p:spPr>
            <a:xfrm>
              <a:off x="-54644325" y="4003075"/>
              <a:ext cx="36250" cy="90600"/>
            </a:xfrm>
            <a:custGeom>
              <a:rect b="b" l="l" r="r" t="t"/>
              <a:pathLst>
                <a:path extrusionOk="0" h="3624" w="1450">
                  <a:moveTo>
                    <a:pt x="1" y="1"/>
                  </a:moveTo>
                  <a:lnTo>
                    <a:pt x="1" y="3624"/>
                  </a:lnTo>
                  <a:lnTo>
                    <a:pt x="1450" y="3624"/>
                  </a:lnTo>
                  <a:cubicBezTo>
                    <a:pt x="1419" y="1765"/>
                    <a:pt x="726" y="37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64"/>
            <p:cNvSpPr/>
            <p:nvPr/>
          </p:nvSpPr>
          <p:spPr>
            <a:xfrm>
              <a:off x="-54773475" y="3983400"/>
              <a:ext cx="113425" cy="111075"/>
            </a:xfrm>
            <a:custGeom>
              <a:rect b="b" l="l" r="r" t="t"/>
              <a:pathLst>
                <a:path extrusionOk="0" h="4443" w="4537">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64"/>
            <p:cNvSpPr/>
            <p:nvPr/>
          </p:nvSpPr>
          <p:spPr>
            <a:xfrm>
              <a:off x="-54699450" y="4003075"/>
              <a:ext cx="36250" cy="90600"/>
            </a:xfrm>
            <a:custGeom>
              <a:rect b="b" l="l" r="r" t="t"/>
              <a:pathLst>
                <a:path extrusionOk="0" h="3624" w="1450">
                  <a:moveTo>
                    <a:pt x="1450" y="1"/>
                  </a:moveTo>
                  <a:cubicBezTo>
                    <a:pt x="725" y="379"/>
                    <a:pt x="64" y="1765"/>
                    <a:pt x="1" y="3624"/>
                  </a:cubicBezTo>
                  <a:lnTo>
                    <a:pt x="1450" y="3624"/>
                  </a:lnTo>
                  <a:lnTo>
                    <a:pt x="14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64"/>
            <p:cNvSpPr/>
            <p:nvPr/>
          </p:nvSpPr>
          <p:spPr>
            <a:xfrm>
              <a:off x="-54756150" y="4112550"/>
              <a:ext cx="204800" cy="188275"/>
            </a:xfrm>
            <a:custGeom>
              <a:rect b="b" l="l" r="r" t="t"/>
              <a:pathLst>
                <a:path extrusionOk="0" h="7531" w="8192">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64"/>
            <p:cNvSpPr/>
            <p:nvPr/>
          </p:nvSpPr>
          <p:spPr>
            <a:xfrm>
              <a:off x="-54532475" y="4136975"/>
              <a:ext cx="18925" cy="63825"/>
            </a:xfrm>
            <a:custGeom>
              <a:rect b="b" l="l" r="r" t="t"/>
              <a:pathLst>
                <a:path extrusionOk="0" h="2553" w="757">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64"/>
            <p:cNvSpPr/>
            <p:nvPr/>
          </p:nvSpPr>
          <p:spPr>
            <a:xfrm>
              <a:off x="-54793175" y="4136975"/>
              <a:ext cx="18925" cy="65400"/>
            </a:xfrm>
            <a:custGeom>
              <a:rect b="b" l="l" r="r" t="t"/>
              <a:pathLst>
                <a:path extrusionOk="0" h="2616" w="757">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3" name="Google Shape;6343;p64"/>
          <p:cNvGrpSpPr/>
          <p:nvPr/>
        </p:nvGrpSpPr>
        <p:grpSpPr>
          <a:xfrm>
            <a:off x="7074284" y="2731562"/>
            <a:ext cx="314662" cy="358099"/>
            <a:chOff x="-52832000" y="3192625"/>
            <a:chExt cx="279625" cy="318225"/>
          </a:xfrm>
        </p:grpSpPr>
        <p:sp>
          <p:nvSpPr>
            <p:cNvPr id="6344" name="Google Shape;6344;p64"/>
            <p:cNvSpPr/>
            <p:nvPr/>
          </p:nvSpPr>
          <p:spPr>
            <a:xfrm>
              <a:off x="-52574450" y="3306025"/>
              <a:ext cx="22075" cy="110300"/>
            </a:xfrm>
            <a:custGeom>
              <a:rect b="b" l="l" r="r" t="t"/>
              <a:pathLst>
                <a:path extrusionOk="0" h="4412" w="883">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64"/>
            <p:cNvSpPr/>
            <p:nvPr/>
          </p:nvSpPr>
          <p:spPr>
            <a:xfrm>
              <a:off x="-52826475" y="3192625"/>
              <a:ext cx="267800" cy="100050"/>
            </a:xfrm>
            <a:custGeom>
              <a:rect b="b" l="l" r="r" t="t"/>
              <a:pathLst>
                <a:path extrusionOk="0" h="4002" w="1071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64"/>
            <p:cNvSpPr/>
            <p:nvPr/>
          </p:nvSpPr>
          <p:spPr>
            <a:xfrm>
              <a:off x="-52794975" y="3361175"/>
              <a:ext cx="204800" cy="149675"/>
            </a:xfrm>
            <a:custGeom>
              <a:rect b="b" l="l" r="r" t="t"/>
              <a:pathLst>
                <a:path extrusionOk="0" h="5987" w="8192">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64"/>
            <p:cNvSpPr/>
            <p:nvPr/>
          </p:nvSpPr>
          <p:spPr>
            <a:xfrm>
              <a:off x="-52791025" y="3231225"/>
              <a:ext cx="137850" cy="74825"/>
            </a:xfrm>
            <a:custGeom>
              <a:rect b="b" l="l" r="r" t="t"/>
              <a:pathLst>
                <a:path extrusionOk="0" h="2993" w="5514">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64"/>
            <p:cNvSpPr/>
            <p:nvPr/>
          </p:nvSpPr>
          <p:spPr>
            <a:xfrm>
              <a:off x="-52683125" y="3361950"/>
              <a:ext cx="74825" cy="37850"/>
            </a:xfrm>
            <a:custGeom>
              <a:rect b="b" l="l" r="r" t="t"/>
              <a:pathLst>
                <a:path extrusionOk="0" h="1514" w="2993">
                  <a:moveTo>
                    <a:pt x="0" y="1"/>
                  </a:moveTo>
                  <a:cubicBezTo>
                    <a:pt x="0" y="851"/>
                    <a:pt x="662" y="1513"/>
                    <a:pt x="1481" y="1513"/>
                  </a:cubicBezTo>
                  <a:cubicBezTo>
                    <a:pt x="2300"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64"/>
            <p:cNvSpPr/>
            <p:nvPr/>
          </p:nvSpPr>
          <p:spPr>
            <a:xfrm>
              <a:off x="-52794975" y="3247750"/>
              <a:ext cx="204800" cy="104000"/>
            </a:xfrm>
            <a:custGeom>
              <a:rect b="b" l="l" r="r" t="t"/>
              <a:pathLst>
                <a:path extrusionOk="0" h="4160" w="8192">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64"/>
            <p:cNvSpPr/>
            <p:nvPr/>
          </p:nvSpPr>
          <p:spPr>
            <a:xfrm>
              <a:off x="-52776850" y="3361950"/>
              <a:ext cx="74825" cy="37850"/>
            </a:xfrm>
            <a:custGeom>
              <a:rect b="b" l="l" r="r" t="t"/>
              <a:pathLst>
                <a:path extrusionOk="0" h="1514" w="2993">
                  <a:moveTo>
                    <a:pt x="0" y="1"/>
                  </a:moveTo>
                  <a:cubicBezTo>
                    <a:pt x="0" y="851"/>
                    <a:pt x="662" y="1513"/>
                    <a:pt x="1481" y="1513"/>
                  </a:cubicBezTo>
                  <a:cubicBezTo>
                    <a:pt x="2332"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64"/>
            <p:cNvSpPr/>
            <p:nvPr/>
          </p:nvSpPr>
          <p:spPr>
            <a:xfrm>
              <a:off x="-52832000" y="3306025"/>
              <a:ext cx="21300" cy="110300"/>
            </a:xfrm>
            <a:custGeom>
              <a:rect b="b" l="l" r="r" t="t"/>
              <a:pathLst>
                <a:path extrusionOk="0" h="4412" w="85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2" name="Google Shape;6352;p64"/>
          <p:cNvGrpSpPr/>
          <p:nvPr/>
        </p:nvGrpSpPr>
        <p:grpSpPr>
          <a:xfrm>
            <a:off x="5760817" y="2272929"/>
            <a:ext cx="323524" cy="358774"/>
            <a:chOff x="-57162350" y="3982000"/>
            <a:chExt cx="287500" cy="318825"/>
          </a:xfrm>
        </p:grpSpPr>
        <p:sp>
          <p:nvSpPr>
            <p:cNvPr id="6353" name="Google Shape;6353;p64"/>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64"/>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64"/>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64"/>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64"/>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64"/>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64"/>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64"/>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1" name="Google Shape;6361;p64"/>
          <p:cNvGrpSpPr/>
          <p:nvPr/>
        </p:nvGrpSpPr>
        <p:grpSpPr>
          <a:xfrm>
            <a:off x="7052130" y="3203436"/>
            <a:ext cx="358971" cy="357198"/>
            <a:chOff x="-52851675" y="3585650"/>
            <a:chExt cx="319000" cy="317425"/>
          </a:xfrm>
        </p:grpSpPr>
        <p:sp>
          <p:nvSpPr>
            <p:cNvPr id="6362" name="Google Shape;6362;p64"/>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64"/>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64"/>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64"/>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64"/>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64"/>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8" name="Google Shape;6368;p64"/>
          <p:cNvGrpSpPr/>
          <p:nvPr/>
        </p:nvGrpSpPr>
        <p:grpSpPr>
          <a:xfrm>
            <a:off x="7074284" y="3665236"/>
            <a:ext cx="314662" cy="358999"/>
            <a:chOff x="-52832000" y="3976300"/>
            <a:chExt cx="279625" cy="319025"/>
          </a:xfrm>
        </p:grpSpPr>
        <p:sp>
          <p:nvSpPr>
            <p:cNvPr id="6369" name="Google Shape;6369;p64"/>
            <p:cNvSpPr/>
            <p:nvPr/>
          </p:nvSpPr>
          <p:spPr>
            <a:xfrm>
              <a:off x="-52794975" y="3976300"/>
              <a:ext cx="204800" cy="112650"/>
            </a:xfrm>
            <a:custGeom>
              <a:rect b="b" l="l" r="r" t="t"/>
              <a:pathLst>
                <a:path extrusionOk="0" h="4506" w="8192">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64"/>
            <p:cNvSpPr/>
            <p:nvPr/>
          </p:nvSpPr>
          <p:spPr>
            <a:xfrm>
              <a:off x="-52757175" y="4051125"/>
              <a:ext cx="167000" cy="94550"/>
            </a:xfrm>
            <a:custGeom>
              <a:rect b="b" l="l" r="r" t="t"/>
              <a:pathLst>
                <a:path extrusionOk="0" h="3782" w="668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64"/>
            <p:cNvSpPr/>
            <p:nvPr/>
          </p:nvSpPr>
          <p:spPr>
            <a:xfrm>
              <a:off x="-52794975" y="4088925"/>
              <a:ext cx="204025" cy="206400"/>
            </a:xfrm>
            <a:custGeom>
              <a:rect b="b" l="l" r="r" t="t"/>
              <a:pathLst>
                <a:path extrusionOk="0" h="8256" w="8161">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64"/>
            <p:cNvSpPr/>
            <p:nvPr/>
          </p:nvSpPr>
          <p:spPr>
            <a:xfrm>
              <a:off x="-52832000"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64"/>
            <p:cNvSpPr/>
            <p:nvPr/>
          </p:nvSpPr>
          <p:spPr>
            <a:xfrm>
              <a:off x="-52571300" y="4132250"/>
              <a:ext cx="18925" cy="63825"/>
            </a:xfrm>
            <a:custGeom>
              <a:rect b="b" l="l" r="r" t="t"/>
              <a:pathLst>
                <a:path extrusionOk="0" h="2553" w="757">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4" name="Google Shape;6374;p64"/>
          <p:cNvGrpSpPr/>
          <p:nvPr/>
        </p:nvGrpSpPr>
        <p:grpSpPr>
          <a:xfrm>
            <a:off x="6191490" y="4119884"/>
            <a:ext cx="316434" cy="358099"/>
            <a:chOff x="-51633225" y="3198925"/>
            <a:chExt cx="281200" cy="318225"/>
          </a:xfrm>
        </p:grpSpPr>
        <p:sp>
          <p:nvSpPr>
            <p:cNvPr id="6375" name="Google Shape;6375;p64"/>
            <p:cNvSpPr/>
            <p:nvPr/>
          </p:nvSpPr>
          <p:spPr>
            <a:xfrm>
              <a:off x="-51633225" y="3353300"/>
              <a:ext cx="18925" cy="63825"/>
            </a:xfrm>
            <a:custGeom>
              <a:rect b="b" l="l" r="r" t="t"/>
              <a:pathLst>
                <a:path extrusionOk="0" h="2553" w="757">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64"/>
            <p:cNvSpPr/>
            <p:nvPr/>
          </p:nvSpPr>
          <p:spPr>
            <a:xfrm>
              <a:off x="-51595425" y="3348575"/>
              <a:ext cx="204800" cy="168575"/>
            </a:xfrm>
            <a:custGeom>
              <a:rect b="b" l="l" r="r" t="t"/>
              <a:pathLst>
                <a:path extrusionOk="0" h="6743" w="8192">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64"/>
            <p:cNvSpPr/>
            <p:nvPr/>
          </p:nvSpPr>
          <p:spPr>
            <a:xfrm>
              <a:off x="-51633225" y="3292650"/>
              <a:ext cx="279625" cy="37050"/>
            </a:xfrm>
            <a:custGeom>
              <a:rect b="b" l="l" r="r" t="t"/>
              <a:pathLst>
                <a:path extrusionOk="0" h="1482" w="11185">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64"/>
            <p:cNvSpPr/>
            <p:nvPr/>
          </p:nvSpPr>
          <p:spPr>
            <a:xfrm>
              <a:off x="-51492250" y="3198925"/>
              <a:ext cx="98475" cy="74850"/>
            </a:xfrm>
            <a:custGeom>
              <a:rect b="b" l="l" r="r" t="t"/>
              <a:pathLst>
                <a:path extrusionOk="0" h="2994" w="3939">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64"/>
            <p:cNvSpPr/>
            <p:nvPr/>
          </p:nvSpPr>
          <p:spPr>
            <a:xfrm>
              <a:off x="-51590700" y="3198925"/>
              <a:ext cx="98475" cy="74850"/>
            </a:xfrm>
            <a:custGeom>
              <a:rect b="b" l="l" r="r" t="t"/>
              <a:pathLst>
                <a:path extrusionOk="0" h="2994" w="3939">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64"/>
            <p:cNvSpPr/>
            <p:nvPr/>
          </p:nvSpPr>
          <p:spPr>
            <a:xfrm>
              <a:off x="-51517450" y="3218600"/>
              <a:ext cx="52000" cy="55950"/>
            </a:xfrm>
            <a:custGeom>
              <a:rect b="b" l="l" r="r" t="t"/>
              <a:pathLst>
                <a:path extrusionOk="0" h="2238" w="208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64"/>
            <p:cNvSpPr/>
            <p:nvPr/>
          </p:nvSpPr>
          <p:spPr>
            <a:xfrm>
              <a:off x="-51370950" y="3354075"/>
              <a:ext cx="18925" cy="64625"/>
            </a:xfrm>
            <a:custGeom>
              <a:rect b="b" l="l" r="r" t="t"/>
              <a:pathLst>
                <a:path extrusionOk="0" h="2585" w="757">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2" name="Google Shape;6382;p64"/>
          <p:cNvGrpSpPr/>
          <p:nvPr/>
        </p:nvGrpSpPr>
        <p:grpSpPr>
          <a:xfrm>
            <a:off x="6610314" y="1377806"/>
            <a:ext cx="365188" cy="357226"/>
            <a:chOff x="-56396775" y="3199700"/>
            <a:chExt cx="324525" cy="317450"/>
          </a:xfrm>
        </p:grpSpPr>
        <p:sp>
          <p:nvSpPr>
            <p:cNvPr id="6383" name="Google Shape;6383;p64"/>
            <p:cNvSpPr/>
            <p:nvPr/>
          </p:nvSpPr>
          <p:spPr>
            <a:xfrm>
              <a:off x="-56374725" y="3353300"/>
              <a:ext cx="18925" cy="63825"/>
            </a:xfrm>
            <a:custGeom>
              <a:rect b="b" l="l" r="r" t="t"/>
              <a:pathLst>
                <a:path extrusionOk="0" h="2553" w="757">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64"/>
            <p:cNvSpPr/>
            <p:nvPr/>
          </p:nvSpPr>
          <p:spPr>
            <a:xfrm>
              <a:off x="-56333775" y="3199700"/>
              <a:ext cx="198500" cy="73275"/>
            </a:xfrm>
            <a:custGeom>
              <a:rect b="b" l="l" r="r" t="t"/>
              <a:pathLst>
                <a:path extrusionOk="0" h="2931" w="794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64"/>
            <p:cNvSpPr/>
            <p:nvPr/>
          </p:nvSpPr>
          <p:spPr>
            <a:xfrm>
              <a:off x="-56396775" y="3273325"/>
              <a:ext cx="324525" cy="58725"/>
            </a:xfrm>
            <a:custGeom>
              <a:rect b="b" l="l" r="r" t="t"/>
              <a:pathLst>
                <a:path extrusionOk="0" h="2349" w="12981">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64"/>
            <p:cNvSpPr/>
            <p:nvPr/>
          </p:nvSpPr>
          <p:spPr>
            <a:xfrm>
              <a:off x="-56336925" y="3346200"/>
              <a:ext cx="204800" cy="78800"/>
            </a:xfrm>
            <a:custGeom>
              <a:rect b="b" l="l" r="r" t="t"/>
              <a:pathLst>
                <a:path extrusionOk="0" h="3152" w="819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64"/>
            <p:cNvSpPr/>
            <p:nvPr/>
          </p:nvSpPr>
          <p:spPr>
            <a:xfrm>
              <a:off x="-56332200" y="3406850"/>
              <a:ext cx="193775" cy="110300"/>
            </a:xfrm>
            <a:custGeom>
              <a:rect b="b" l="l" r="r" t="t"/>
              <a:pathLst>
                <a:path extrusionOk="0" h="4412" w="7751">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64"/>
            <p:cNvSpPr/>
            <p:nvPr/>
          </p:nvSpPr>
          <p:spPr>
            <a:xfrm>
              <a:off x="-56113225" y="3354075"/>
              <a:ext cx="18125" cy="64625"/>
            </a:xfrm>
            <a:custGeom>
              <a:rect b="b" l="l" r="r" t="t"/>
              <a:pathLst>
                <a:path extrusionOk="0" h="2585" w="725">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9" name="Google Shape;6389;p64"/>
          <p:cNvGrpSpPr/>
          <p:nvPr/>
        </p:nvGrpSpPr>
        <p:grpSpPr>
          <a:xfrm>
            <a:off x="6613408" y="1843740"/>
            <a:ext cx="358999" cy="335958"/>
            <a:chOff x="-56394425" y="3600600"/>
            <a:chExt cx="319025" cy="298550"/>
          </a:xfrm>
        </p:grpSpPr>
        <p:sp>
          <p:nvSpPr>
            <p:cNvPr id="6390" name="Google Shape;6390;p64"/>
            <p:cNvSpPr/>
            <p:nvPr/>
          </p:nvSpPr>
          <p:spPr>
            <a:xfrm>
              <a:off x="-56272325" y="3861300"/>
              <a:ext cx="74825" cy="37850"/>
            </a:xfrm>
            <a:custGeom>
              <a:rect b="b" l="l" r="r" t="t"/>
              <a:pathLst>
                <a:path extrusionOk="0" h="1514" w="2993">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64"/>
            <p:cNvSpPr/>
            <p:nvPr/>
          </p:nvSpPr>
          <p:spPr>
            <a:xfrm>
              <a:off x="-56297550" y="3600600"/>
              <a:ext cx="126050" cy="71700"/>
            </a:xfrm>
            <a:custGeom>
              <a:rect b="b" l="l" r="r" t="t"/>
              <a:pathLst>
                <a:path extrusionOk="0" h="2868" w="5042">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64"/>
            <p:cNvSpPr/>
            <p:nvPr/>
          </p:nvSpPr>
          <p:spPr>
            <a:xfrm>
              <a:off x="-56394425" y="3635275"/>
              <a:ext cx="319025" cy="233925"/>
            </a:xfrm>
            <a:custGeom>
              <a:rect b="b" l="l" r="r" t="t"/>
              <a:pathLst>
                <a:path extrusionOk="0" h="9357" w="12761">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3" name="Google Shape;6393;p64"/>
          <p:cNvGrpSpPr/>
          <p:nvPr/>
        </p:nvGrpSpPr>
        <p:grpSpPr>
          <a:xfrm>
            <a:off x="6644175" y="2274505"/>
            <a:ext cx="327068" cy="357198"/>
            <a:chOff x="-56379450" y="3983400"/>
            <a:chExt cx="290650" cy="317425"/>
          </a:xfrm>
        </p:grpSpPr>
        <p:sp>
          <p:nvSpPr>
            <p:cNvPr id="6394" name="Google Shape;6394;p64"/>
            <p:cNvSpPr/>
            <p:nvPr/>
          </p:nvSpPr>
          <p:spPr>
            <a:xfrm>
              <a:off x="-56330625" y="3983400"/>
              <a:ext cx="241825" cy="111075"/>
            </a:xfrm>
            <a:custGeom>
              <a:rect b="b" l="l" r="r" t="t"/>
              <a:pathLst>
                <a:path extrusionOk="0" h="4443" w="967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64"/>
            <p:cNvSpPr/>
            <p:nvPr/>
          </p:nvSpPr>
          <p:spPr>
            <a:xfrm>
              <a:off x="-56350300" y="4058225"/>
              <a:ext cx="186675" cy="55150"/>
            </a:xfrm>
            <a:custGeom>
              <a:rect b="b" l="l" r="r" t="t"/>
              <a:pathLst>
                <a:path extrusionOk="0" h="2206" w="7467">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64"/>
            <p:cNvSpPr/>
            <p:nvPr/>
          </p:nvSpPr>
          <p:spPr>
            <a:xfrm>
              <a:off x="-56245550" y="4168275"/>
              <a:ext cx="78000" cy="26600"/>
            </a:xfrm>
            <a:custGeom>
              <a:rect b="b" l="l" r="r" t="t"/>
              <a:pathLst>
                <a:path extrusionOk="0" h="1064" w="312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7" name="Google Shape;6397;p64"/>
            <p:cNvSpPr/>
            <p:nvPr/>
          </p:nvSpPr>
          <p:spPr>
            <a:xfrm>
              <a:off x="-56359750" y="4112550"/>
              <a:ext cx="204800" cy="53100"/>
            </a:xfrm>
            <a:custGeom>
              <a:rect b="b" l="l" r="r" t="t"/>
              <a:pathLst>
                <a:path extrusionOk="0" h="2124" w="8192">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8" name="Google Shape;6398;p64"/>
            <p:cNvSpPr/>
            <p:nvPr/>
          </p:nvSpPr>
          <p:spPr>
            <a:xfrm>
              <a:off x="-56345575" y="4169000"/>
              <a:ext cx="77200" cy="26325"/>
            </a:xfrm>
            <a:custGeom>
              <a:rect b="b" l="l" r="r" t="t"/>
              <a:pathLst>
                <a:path extrusionOk="0" h="1053" w="3088">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64"/>
            <p:cNvSpPr/>
            <p:nvPr/>
          </p:nvSpPr>
          <p:spPr>
            <a:xfrm>
              <a:off x="-56379450" y="4180300"/>
              <a:ext cx="242600" cy="120525"/>
            </a:xfrm>
            <a:custGeom>
              <a:rect b="b" l="l" r="r" t="t"/>
              <a:pathLst>
                <a:path extrusionOk="0" h="4821" w="9704">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64"/>
            <p:cNvSpPr/>
            <p:nvPr/>
          </p:nvSpPr>
          <p:spPr>
            <a:xfrm>
              <a:off x="-56181750" y="4039300"/>
              <a:ext cx="0" cy="25"/>
            </a:xfrm>
            <a:custGeom>
              <a:rect b="b" l="l" r="r" t="t"/>
              <a:pathLst>
                <a:path extrusionOk="0" h="1" w="0">
                  <a:moveTo>
                    <a:pt x="0"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64"/>
            <p:cNvSpPr/>
            <p:nvPr/>
          </p:nvSpPr>
          <p:spPr>
            <a:xfrm>
              <a:off x="-56332200" y="4039300"/>
              <a:ext cx="25" cy="25"/>
            </a:xfrm>
            <a:custGeom>
              <a:rect b="b" l="l" r="r" t="t"/>
              <a:pathLst>
                <a:path extrusionOk="0" h="1" w="1">
                  <a:moveTo>
                    <a:pt x="1"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02" name="Google Shape;6402;p64"/>
          <p:cNvGrpSpPr/>
          <p:nvPr/>
        </p:nvGrpSpPr>
        <p:grpSpPr>
          <a:xfrm>
            <a:off x="5307879" y="2738651"/>
            <a:ext cx="316434" cy="358971"/>
            <a:chOff x="-54401725" y="3198925"/>
            <a:chExt cx="281200" cy="319000"/>
          </a:xfrm>
        </p:grpSpPr>
        <p:sp>
          <p:nvSpPr>
            <p:cNvPr id="6403" name="Google Shape;6403;p64"/>
            <p:cNvSpPr/>
            <p:nvPr/>
          </p:nvSpPr>
          <p:spPr>
            <a:xfrm>
              <a:off x="-54159150" y="3465925"/>
              <a:ext cx="38625" cy="52000"/>
            </a:xfrm>
            <a:custGeom>
              <a:rect b="b" l="l" r="r" t="t"/>
              <a:pathLst>
                <a:path extrusionOk="0" h="2080" w="1545">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64"/>
            <p:cNvSpPr/>
            <p:nvPr/>
          </p:nvSpPr>
          <p:spPr>
            <a:xfrm>
              <a:off x="-54401725" y="3465925"/>
              <a:ext cx="38600" cy="52000"/>
            </a:xfrm>
            <a:custGeom>
              <a:rect b="b" l="l" r="r" t="t"/>
              <a:pathLst>
                <a:path extrusionOk="0" h="2080" w="1544">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5" name="Google Shape;6405;p64"/>
            <p:cNvSpPr/>
            <p:nvPr/>
          </p:nvSpPr>
          <p:spPr>
            <a:xfrm>
              <a:off x="-54176475" y="3224125"/>
              <a:ext cx="17350" cy="61450"/>
            </a:xfrm>
            <a:custGeom>
              <a:rect b="b" l="l" r="r" t="t"/>
              <a:pathLst>
                <a:path extrusionOk="0" h="2458" w="694">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64"/>
            <p:cNvSpPr/>
            <p:nvPr/>
          </p:nvSpPr>
          <p:spPr>
            <a:xfrm>
              <a:off x="-54385975" y="3198925"/>
              <a:ext cx="198500" cy="74850"/>
            </a:xfrm>
            <a:custGeom>
              <a:rect b="b" l="l" r="r" t="t"/>
              <a:pathLst>
                <a:path extrusionOk="0" h="2994" w="794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64"/>
            <p:cNvSpPr/>
            <p:nvPr/>
          </p:nvSpPr>
          <p:spPr>
            <a:xfrm>
              <a:off x="-544009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64"/>
            <p:cNvSpPr/>
            <p:nvPr/>
          </p:nvSpPr>
          <p:spPr>
            <a:xfrm>
              <a:off x="-54401725" y="3292650"/>
              <a:ext cx="128400" cy="74850"/>
            </a:xfrm>
            <a:custGeom>
              <a:rect b="b" l="l" r="r" t="t"/>
              <a:pathLst>
                <a:path extrusionOk="0" h="2994" w="5136">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64"/>
            <p:cNvSpPr/>
            <p:nvPr/>
          </p:nvSpPr>
          <p:spPr>
            <a:xfrm>
              <a:off x="-54250500" y="3266650"/>
              <a:ext cx="128400" cy="99275"/>
            </a:xfrm>
            <a:custGeom>
              <a:rect b="b" l="l" r="r" t="t"/>
              <a:pathLst>
                <a:path extrusionOk="0" h="3971" w="5136">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64"/>
            <p:cNvSpPr/>
            <p:nvPr/>
          </p:nvSpPr>
          <p:spPr>
            <a:xfrm>
              <a:off x="-541591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64"/>
            <p:cNvSpPr/>
            <p:nvPr/>
          </p:nvSpPr>
          <p:spPr>
            <a:xfrm>
              <a:off x="-54345025" y="3309975"/>
              <a:ext cx="167000" cy="207175"/>
            </a:xfrm>
            <a:custGeom>
              <a:rect b="b" l="l" r="r" t="t"/>
              <a:pathLst>
                <a:path extrusionOk="0" h="8287" w="668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64"/>
            <p:cNvSpPr/>
            <p:nvPr/>
          </p:nvSpPr>
          <p:spPr>
            <a:xfrm>
              <a:off x="-54401725" y="3424175"/>
              <a:ext cx="37825" cy="40975"/>
            </a:xfrm>
            <a:custGeom>
              <a:rect b="b" l="l" r="r" t="t"/>
              <a:pathLst>
                <a:path extrusionOk="0" h="1639" w="1513">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64"/>
            <p:cNvSpPr/>
            <p:nvPr/>
          </p:nvSpPr>
          <p:spPr>
            <a:xfrm>
              <a:off x="-54159150" y="3424175"/>
              <a:ext cx="37050" cy="40975"/>
            </a:xfrm>
            <a:custGeom>
              <a:rect b="b" l="l" r="r" t="t"/>
              <a:pathLst>
                <a:path extrusionOk="0" h="1639" w="1482">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4" name="Google Shape;6414;p64"/>
          <p:cNvGrpSpPr/>
          <p:nvPr/>
        </p:nvGrpSpPr>
        <p:grpSpPr>
          <a:xfrm>
            <a:off x="5308766" y="3208753"/>
            <a:ext cx="314662" cy="358099"/>
            <a:chOff x="-54401725" y="3590375"/>
            <a:chExt cx="279625" cy="318225"/>
          </a:xfrm>
        </p:grpSpPr>
        <p:sp>
          <p:nvSpPr>
            <p:cNvPr id="6415" name="Google Shape;6415;p64"/>
            <p:cNvSpPr/>
            <p:nvPr/>
          </p:nvSpPr>
          <p:spPr>
            <a:xfrm>
              <a:off x="-54194575" y="3721900"/>
              <a:ext cx="35450" cy="19725"/>
            </a:xfrm>
            <a:custGeom>
              <a:rect b="b" l="l" r="r" t="t"/>
              <a:pathLst>
                <a:path extrusionOk="0" h="789" w="1418">
                  <a:moveTo>
                    <a:pt x="0" y="1"/>
                  </a:moveTo>
                  <a:cubicBezTo>
                    <a:pt x="158" y="410"/>
                    <a:pt x="536" y="788"/>
                    <a:pt x="1071" y="788"/>
                  </a:cubicBezTo>
                  <a:lnTo>
                    <a:pt x="1418" y="788"/>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6" name="Google Shape;6416;p64"/>
            <p:cNvSpPr/>
            <p:nvPr/>
          </p:nvSpPr>
          <p:spPr>
            <a:xfrm>
              <a:off x="-54380450" y="3590375"/>
              <a:ext cx="237075" cy="112650"/>
            </a:xfrm>
            <a:custGeom>
              <a:rect b="b" l="l" r="r" t="t"/>
              <a:pathLst>
                <a:path extrusionOk="0" h="4506" w="9483">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64"/>
            <p:cNvSpPr/>
            <p:nvPr/>
          </p:nvSpPr>
          <p:spPr>
            <a:xfrm>
              <a:off x="-54363925" y="3721900"/>
              <a:ext cx="35475" cy="19725"/>
            </a:xfrm>
            <a:custGeom>
              <a:rect b="b" l="l" r="r" t="t"/>
              <a:pathLst>
                <a:path extrusionOk="0" h="789" w="1419">
                  <a:moveTo>
                    <a:pt x="1" y="1"/>
                  </a:moveTo>
                  <a:lnTo>
                    <a:pt x="1" y="788"/>
                  </a:lnTo>
                  <a:lnTo>
                    <a:pt x="347" y="788"/>
                  </a:lnTo>
                  <a:cubicBezTo>
                    <a:pt x="820" y="788"/>
                    <a:pt x="1261" y="410"/>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64"/>
            <p:cNvSpPr/>
            <p:nvPr/>
          </p:nvSpPr>
          <p:spPr>
            <a:xfrm>
              <a:off x="-54363925" y="3721900"/>
              <a:ext cx="204800" cy="186700"/>
            </a:xfrm>
            <a:custGeom>
              <a:rect b="b" l="l" r="r" t="t"/>
              <a:pathLst>
                <a:path extrusionOk="0" h="7468" w="8192">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64"/>
            <p:cNvSpPr/>
            <p:nvPr/>
          </p:nvSpPr>
          <p:spPr>
            <a:xfrm>
              <a:off x="-54401725" y="3747100"/>
              <a:ext cx="18925" cy="63825"/>
            </a:xfrm>
            <a:custGeom>
              <a:rect b="b" l="l" r="r" t="t"/>
              <a:pathLst>
                <a:path extrusionOk="0" h="2553" w="757">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64"/>
            <p:cNvSpPr/>
            <p:nvPr/>
          </p:nvSpPr>
          <p:spPr>
            <a:xfrm>
              <a:off x="-54140225" y="3746325"/>
              <a:ext cx="18125" cy="63825"/>
            </a:xfrm>
            <a:custGeom>
              <a:rect b="b" l="l" r="r" t="t"/>
              <a:pathLst>
                <a:path extrusionOk="0" h="2553" w="725">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1" name="Google Shape;6421;p64"/>
          <p:cNvGrpSpPr/>
          <p:nvPr/>
        </p:nvGrpSpPr>
        <p:grpSpPr>
          <a:xfrm>
            <a:off x="5306557" y="3672326"/>
            <a:ext cx="319079" cy="358099"/>
            <a:chOff x="-54403300" y="3982600"/>
            <a:chExt cx="283550" cy="318225"/>
          </a:xfrm>
        </p:grpSpPr>
        <p:sp>
          <p:nvSpPr>
            <p:cNvPr id="6422" name="Google Shape;6422;p64"/>
            <p:cNvSpPr/>
            <p:nvPr/>
          </p:nvSpPr>
          <p:spPr>
            <a:xfrm>
              <a:off x="-54273350" y="4036950"/>
              <a:ext cx="27600" cy="27600"/>
            </a:xfrm>
            <a:custGeom>
              <a:rect b="b" l="l" r="r" t="t"/>
              <a:pathLst>
                <a:path extrusionOk="0" h="1104" w="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64"/>
            <p:cNvSpPr/>
            <p:nvPr/>
          </p:nvSpPr>
          <p:spPr>
            <a:xfrm>
              <a:off x="-54383600" y="3982600"/>
              <a:ext cx="241800" cy="130775"/>
            </a:xfrm>
            <a:custGeom>
              <a:rect b="b" l="l" r="r" t="t"/>
              <a:pathLst>
                <a:path extrusionOk="0" h="5231" w="9672">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64"/>
            <p:cNvSpPr/>
            <p:nvPr/>
          </p:nvSpPr>
          <p:spPr>
            <a:xfrm>
              <a:off x="-54403300" y="4122000"/>
              <a:ext cx="58300" cy="140225"/>
            </a:xfrm>
            <a:custGeom>
              <a:rect b="b" l="l" r="r" t="t"/>
              <a:pathLst>
                <a:path extrusionOk="0" h="5609" w="2332">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64"/>
            <p:cNvSpPr/>
            <p:nvPr/>
          </p:nvSpPr>
          <p:spPr>
            <a:xfrm>
              <a:off x="-54346600" y="4132250"/>
              <a:ext cx="167800" cy="168575"/>
            </a:xfrm>
            <a:custGeom>
              <a:rect b="b" l="l" r="r" t="t"/>
              <a:pathLst>
                <a:path extrusionOk="0" h="6743" w="6712">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64"/>
            <p:cNvSpPr/>
            <p:nvPr/>
          </p:nvSpPr>
          <p:spPr>
            <a:xfrm>
              <a:off x="-54177250" y="4122000"/>
              <a:ext cx="57500" cy="141025"/>
            </a:xfrm>
            <a:custGeom>
              <a:rect b="b" l="l" r="r" t="t"/>
              <a:pathLst>
                <a:path extrusionOk="0" h="5641" w="230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7" name="Google Shape;6427;p64"/>
          <p:cNvGrpSpPr/>
          <p:nvPr/>
        </p:nvGrpSpPr>
        <p:grpSpPr>
          <a:xfrm>
            <a:off x="7493951" y="2733559"/>
            <a:ext cx="356298" cy="356973"/>
            <a:chOff x="-52458650" y="3194400"/>
            <a:chExt cx="316625" cy="317225"/>
          </a:xfrm>
        </p:grpSpPr>
        <p:sp>
          <p:nvSpPr>
            <p:cNvPr id="6428" name="Google Shape;6428;p64"/>
            <p:cNvSpPr/>
            <p:nvPr/>
          </p:nvSpPr>
          <p:spPr>
            <a:xfrm>
              <a:off x="-52458650" y="3194400"/>
              <a:ext cx="316625" cy="166000"/>
            </a:xfrm>
            <a:custGeom>
              <a:rect b="b" l="l" r="r" t="t"/>
              <a:pathLst>
                <a:path extrusionOk="0" h="6640" w="12665">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64"/>
            <p:cNvSpPr/>
            <p:nvPr/>
          </p:nvSpPr>
          <p:spPr>
            <a:xfrm>
              <a:off x="-52379100" y="3287125"/>
              <a:ext cx="156750" cy="18925"/>
            </a:xfrm>
            <a:custGeom>
              <a:rect b="b" l="l" r="r" t="t"/>
              <a:pathLst>
                <a:path extrusionOk="0" h="757" w="6270">
                  <a:moveTo>
                    <a:pt x="378" y="1"/>
                  </a:moveTo>
                  <a:lnTo>
                    <a:pt x="0" y="757"/>
                  </a:lnTo>
                  <a:lnTo>
                    <a:pt x="6270" y="757"/>
                  </a:lnTo>
                  <a:lnTo>
                    <a:pt x="58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64"/>
            <p:cNvSpPr/>
            <p:nvPr/>
          </p:nvSpPr>
          <p:spPr>
            <a:xfrm>
              <a:off x="-52383825" y="3361950"/>
              <a:ext cx="55150" cy="37050"/>
            </a:xfrm>
            <a:custGeom>
              <a:rect b="b" l="l" r="r" t="t"/>
              <a:pathLst>
                <a:path extrusionOk="0" h="1482" w="2206">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64"/>
            <p:cNvSpPr/>
            <p:nvPr/>
          </p:nvSpPr>
          <p:spPr>
            <a:xfrm>
              <a:off x="-52401950" y="3380075"/>
              <a:ext cx="204800" cy="131550"/>
            </a:xfrm>
            <a:custGeom>
              <a:rect b="b" l="l" r="r" t="t"/>
              <a:pathLst>
                <a:path extrusionOk="0" h="5262" w="819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64"/>
            <p:cNvSpPr/>
            <p:nvPr/>
          </p:nvSpPr>
          <p:spPr>
            <a:xfrm>
              <a:off x="-52272000" y="3361950"/>
              <a:ext cx="55175" cy="37050"/>
            </a:xfrm>
            <a:custGeom>
              <a:rect b="b" l="l" r="r" t="t"/>
              <a:pathLst>
                <a:path extrusionOk="0" h="1482" w="2207">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3" name="Google Shape;6433;p64"/>
            <p:cNvSpPr/>
            <p:nvPr/>
          </p:nvSpPr>
          <p:spPr>
            <a:xfrm>
              <a:off x="-52402750" y="3324950"/>
              <a:ext cx="204825" cy="46475"/>
            </a:xfrm>
            <a:custGeom>
              <a:rect b="b" l="l" r="r" t="t"/>
              <a:pathLst>
                <a:path extrusionOk="0" h="1859" w="8193">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4" name="Google Shape;6434;p64"/>
            <p:cNvSpPr/>
            <p:nvPr/>
          </p:nvSpPr>
          <p:spPr>
            <a:xfrm>
              <a:off x="-52440550" y="3349350"/>
              <a:ext cx="18925" cy="63825"/>
            </a:xfrm>
            <a:custGeom>
              <a:rect b="b" l="l" r="r" t="t"/>
              <a:pathLst>
                <a:path extrusionOk="0" h="2553" w="757">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64"/>
            <p:cNvSpPr/>
            <p:nvPr/>
          </p:nvSpPr>
          <p:spPr>
            <a:xfrm>
              <a:off x="-52179050" y="3348575"/>
              <a:ext cx="18125" cy="63825"/>
            </a:xfrm>
            <a:custGeom>
              <a:rect b="b" l="l" r="r" t="t"/>
              <a:pathLst>
                <a:path extrusionOk="0" h="2553" w="725">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6" name="Google Shape;6436;p64"/>
          <p:cNvGrpSpPr/>
          <p:nvPr/>
        </p:nvGrpSpPr>
        <p:grpSpPr>
          <a:xfrm>
            <a:off x="4862826" y="2738651"/>
            <a:ext cx="314662" cy="358971"/>
            <a:chOff x="-54793175" y="3198925"/>
            <a:chExt cx="279625" cy="319000"/>
          </a:xfrm>
        </p:grpSpPr>
        <p:sp>
          <p:nvSpPr>
            <p:cNvPr id="6437" name="Google Shape;6437;p64"/>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64"/>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64"/>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64"/>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64"/>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64"/>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64"/>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4" name="Google Shape;6444;p64"/>
          <p:cNvGrpSpPr/>
          <p:nvPr/>
        </p:nvGrpSpPr>
        <p:grpSpPr>
          <a:xfrm>
            <a:off x="7503249" y="3202536"/>
            <a:ext cx="337703" cy="357845"/>
            <a:chOff x="-52450000" y="3584850"/>
            <a:chExt cx="300100" cy="318000"/>
          </a:xfrm>
        </p:grpSpPr>
        <p:sp>
          <p:nvSpPr>
            <p:cNvPr id="6445" name="Google Shape;6445;p64"/>
            <p:cNvSpPr/>
            <p:nvPr/>
          </p:nvSpPr>
          <p:spPr>
            <a:xfrm>
              <a:off x="-52206625" y="3601400"/>
              <a:ext cx="55150" cy="55950"/>
            </a:xfrm>
            <a:custGeom>
              <a:rect b="b" l="l" r="r" t="t"/>
              <a:pathLst>
                <a:path extrusionOk="0" h="2238" w="2206">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6" name="Google Shape;6446;p64"/>
            <p:cNvSpPr/>
            <p:nvPr/>
          </p:nvSpPr>
          <p:spPr>
            <a:xfrm>
              <a:off x="-52271200" y="3601700"/>
              <a:ext cx="29950" cy="11525"/>
            </a:xfrm>
            <a:custGeom>
              <a:rect b="b" l="l" r="r" t="t"/>
              <a:pathLst>
                <a:path extrusionOk="0" h="461" w="1198">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64"/>
            <p:cNvSpPr/>
            <p:nvPr/>
          </p:nvSpPr>
          <p:spPr>
            <a:xfrm>
              <a:off x="-52225525" y="3584850"/>
              <a:ext cx="30750" cy="44925"/>
            </a:xfrm>
            <a:custGeom>
              <a:rect b="b" l="l" r="r" t="t"/>
              <a:pathLst>
                <a:path extrusionOk="0" h="1797" w="123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64"/>
            <p:cNvSpPr/>
            <p:nvPr/>
          </p:nvSpPr>
          <p:spPr>
            <a:xfrm>
              <a:off x="-52412200" y="3694325"/>
              <a:ext cx="205600" cy="208525"/>
            </a:xfrm>
            <a:custGeom>
              <a:rect b="b" l="l" r="r" t="t"/>
              <a:pathLst>
                <a:path extrusionOk="0" h="8341" w="8224">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64"/>
            <p:cNvSpPr/>
            <p:nvPr/>
          </p:nvSpPr>
          <p:spPr>
            <a:xfrm>
              <a:off x="-52430300" y="3619500"/>
              <a:ext cx="219775" cy="92975"/>
            </a:xfrm>
            <a:custGeom>
              <a:rect b="b" l="l" r="r" t="t"/>
              <a:pathLst>
                <a:path extrusionOk="0" h="3719" w="8791">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64"/>
            <p:cNvSpPr/>
            <p:nvPr/>
          </p:nvSpPr>
          <p:spPr>
            <a:xfrm>
              <a:off x="-52192450" y="3666775"/>
              <a:ext cx="42550" cy="120525"/>
            </a:xfrm>
            <a:custGeom>
              <a:rect b="b" l="l" r="r" t="t"/>
              <a:pathLst>
                <a:path extrusionOk="0" h="4821" w="1702">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64"/>
            <p:cNvSpPr/>
            <p:nvPr/>
          </p:nvSpPr>
          <p:spPr>
            <a:xfrm>
              <a:off x="-52450000"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2" name="Google Shape;6452;p64"/>
          <p:cNvGrpSpPr/>
          <p:nvPr/>
        </p:nvGrpSpPr>
        <p:grpSpPr>
          <a:xfrm>
            <a:off x="7514769" y="3667009"/>
            <a:ext cx="314662" cy="357226"/>
            <a:chOff x="-52440550" y="3977875"/>
            <a:chExt cx="279625" cy="317450"/>
          </a:xfrm>
        </p:grpSpPr>
        <p:sp>
          <p:nvSpPr>
            <p:cNvPr id="6453" name="Google Shape;6453;p64"/>
            <p:cNvSpPr/>
            <p:nvPr/>
          </p:nvSpPr>
          <p:spPr>
            <a:xfrm>
              <a:off x="-52403525" y="4052700"/>
              <a:ext cx="76425" cy="18150"/>
            </a:xfrm>
            <a:custGeom>
              <a:rect b="b" l="l" r="r" t="t"/>
              <a:pathLst>
                <a:path extrusionOk="0" h="726" w="3057">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4" name="Google Shape;6454;p64"/>
            <p:cNvSpPr/>
            <p:nvPr/>
          </p:nvSpPr>
          <p:spPr>
            <a:xfrm>
              <a:off x="-52357850" y="4088925"/>
              <a:ext cx="168575" cy="33075"/>
            </a:xfrm>
            <a:custGeom>
              <a:rect b="b" l="l" r="r" t="t"/>
              <a:pathLst>
                <a:path extrusionOk="0" h="1323" w="674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64"/>
            <p:cNvSpPr/>
            <p:nvPr/>
          </p:nvSpPr>
          <p:spPr>
            <a:xfrm>
              <a:off x="-52309000" y="40519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64"/>
            <p:cNvSpPr/>
            <p:nvPr/>
          </p:nvSpPr>
          <p:spPr>
            <a:xfrm>
              <a:off x="-52402750" y="3977875"/>
              <a:ext cx="204825" cy="55950"/>
            </a:xfrm>
            <a:custGeom>
              <a:rect b="b" l="l" r="r" t="t"/>
              <a:pathLst>
                <a:path extrusionOk="0" h="2238" w="8193">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64"/>
            <p:cNvSpPr/>
            <p:nvPr/>
          </p:nvSpPr>
          <p:spPr>
            <a:xfrm>
              <a:off x="-52275150" y="4052700"/>
              <a:ext cx="77225" cy="17350"/>
            </a:xfrm>
            <a:custGeom>
              <a:rect b="b" l="l" r="r" t="t"/>
              <a:pathLst>
                <a:path extrusionOk="0" h="694" w="3089">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64"/>
            <p:cNvSpPr/>
            <p:nvPr/>
          </p:nvSpPr>
          <p:spPr>
            <a:xfrm>
              <a:off x="-52403525" y="4089725"/>
              <a:ext cx="204800" cy="205600"/>
            </a:xfrm>
            <a:custGeom>
              <a:rect b="b" l="l" r="r" t="t"/>
              <a:pathLst>
                <a:path extrusionOk="0" h="8224" w="8192">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64"/>
            <p:cNvSpPr/>
            <p:nvPr/>
          </p:nvSpPr>
          <p:spPr>
            <a:xfrm>
              <a:off x="-52179050" y="4132250"/>
              <a:ext cx="18125" cy="63825"/>
            </a:xfrm>
            <a:custGeom>
              <a:rect b="b" l="l" r="r" t="t"/>
              <a:pathLst>
                <a:path extrusionOk="0" h="2553" w="725">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64"/>
            <p:cNvSpPr/>
            <p:nvPr/>
          </p:nvSpPr>
          <p:spPr>
            <a:xfrm>
              <a:off x="-52440550" y="4132250"/>
              <a:ext cx="18925" cy="63825"/>
            </a:xfrm>
            <a:custGeom>
              <a:rect b="b" l="l" r="r" t="t"/>
              <a:pathLst>
                <a:path extrusionOk="0" h="2553" w="757">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1" name="Google Shape;6461;p64"/>
          <p:cNvGrpSpPr/>
          <p:nvPr/>
        </p:nvGrpSpPr>
        <p:grpSpPr>
          <a:xfrm>
            <a:off x="6626703" y="4123215"/>
            <a:ext cx="314662" cy="358999"/>
            <a:chOff x="-51623775" y="3584850"/>
            <a:chExt cx="279625" cy="319025"/>
          </a:xfrm>
        </p:grpSpPr>
        <p:sp>
          <p:nvSpPr>
            <p:cNvPr id="6462" name="Google Shape;6462;p64"/>
            <p:cNvSpPr/>
            <p:nvPr/>
          </p:nvSpPr>
          <p:spPr>
            <a:xfrm>
              <a:off x="-51497750" y="3832175"/>
              <a:ext cx="26000" cy="13200"/>
            </a:xfrm>
            <a:custGeom>
              <a:rect b="b" l="l" r="r" t="t"/>
              <a:pathLst>
                <a:path extrusionOk="0" h="528" w="104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64"/>
            <p:cNvSpPr/>
            <p:nvPr/>
          </p:nvSpPr>
          <p:spPr>
            <a:xfrm>
              <a:off x="-51574150" y="3809300"/>
              <a:ext cx="78000" cy="26550"/>
            </a:xfrm>
            <a:custGeom>
              <a:rect b="b" l="l" r="r" t="t"/>
              <a:pathLst>
                <a:path extrusionOk="0" h="1062" w="312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64"/>
            <p:cNvSpPr/>
            <p:nvPr/>
          </p:nvSpPr>
          <p:spPr>
            <a:xfrm>
              <a:off x="-51579675" y="3837675"/>
              <a:ext cx="190625" cy="66200"/>
            </a:xfrm>
            <a:custGeom>
              <a:rect b="b" l="l" r="r" t="t"/>
              <a:pathLst>
                <a:path extrusionOk="0" h="2648" w="7625">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64"/>
            <p:cNvSpPr/>
            <p:nvPr/>
          </p:nvSpPr>
          <p:spPr>
            <a:xfrm>
              <a:off x="-51473350" y="3809250"/>
              <a:ext cx="78000" cy="26500"/>
            </a:xfrm>
            <a:custGeom>
              <a:rect b="b" l="l" r="r" t="t"/>
              <a:pathLst>
                <a:path extrusionOk="0" h="1060" w="312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6" name="Google Shape;6466;p64"/>
            <p:cNvSpPr/>
            <p:nvPr/>
          </p:nvSpPr>
          <p:spPr>
            <a:xfrm>
              <a:off x="-51598575" y="3584850"/>
              <a:ext cx="226850" cy="111875"/>
            </a:xfrm>
            <a:custGeom>
              <a:rect b="b" l="l" r="r" t="t"/>
              <a:pathLst>
                <a:path extrusionOk="0" h="4475" w="9074">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64"/>
            <p:cNvSpPr/>
            <p:nvPr/>
          </p:nvSpPr>
          <p:spPr>
            <a:xfrm>
              <a:off x="-51623775" y="3703775"/>
              <a:ext cx="18125" cy="63825"/>
            </a:xfrm>
            <a:custGeom>
              <a:rect b="b" l="l" r="r" t="t"/>
              <a:pathLst>
                <a:path extrusionOk="0" h="2553" w="725">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64"/>
            <p:cNvSpPr/>
            <p:nvPr/>
          </p:nvSpPr>
          <p:spPr>
            <a:xfrm>
              <a:off x="-51363075" y="3703000"/>
              <a:ext cx="18925" cy="63825"/>
            </a:xfrm>
            <a:custGeom>
              <a:rect b="b" l="l" r="r" t="t"/>
              <a:pathLst>
                <a:path extrusionOk="0" h="2553" w="757">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64"/>
            <p:cNvSpPr/>
            <p:nvPr/>
          </p:nvSpPr>
          <p:spPr>
            <a:xfrm>
              <a:off x="-51586750" y="3716375"/>
              <a:ext cx="207150" cy="89775"/>
            </a:xfrm>
            <a:custGeom>
              <a:rect b="b" l="l" r="r" t="t"/>
              <a:pathLst>
                <a:path extrusionOk="0" h="3591" w="8286">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64"/>
            <p:cNvSpPr/>
            <p:nvPr/>
          </p:nvSpPr>
          <p:spPr>
            <a:xfrm>
              <a:off x="-51497750" y="3666775"/>
              <a:ext cx="26000" cy="26800"/>
            </a:xfrm>
            <a:custGeom>
              <a:rect b="b" l="l" r="r" t="t"/>
              <a:pathLst>
                <a:path extrusionOk="0" h="1072" w="1040">
                  <a:moveTo>
                    <a:pt x="536" y="0"/>
                  </a:moveTo>
                  <a:lnTo>
                    <a:pt x="0" y="536"/>
                  </a:lnTo>
                  <a:lnTo>
                    <a:pt x="536" y="1071"/>
                  </a:lnTo>
                  <a:lnTo>
                    <a:pt x="1040" y="536"/>
                  </a:ln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71" name="Google Shape;6471;p64"/>
          <p:cNvSpPr txBox="1"/>
          <p:nvPr/>
        </p:nvSpPr>
        <p:spPr>
          <a:xfrm>
            <a:off x="826588"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Help &amp; Support Icons</a:t>
            </a:r>
            <a:endParaRPr sz="2400">
              <a:solidFill>
                <a:srgbClr val="FFFFFF"/>
              </a:solidFill>
            </a:endParaRPr>
          </a:p>
        </p:txBody>
      </p:sp>
      <p:sp>
        <p:nvSpPr>
          <p:cNvPr id="6472" name="Google Shape;6472;p64"/>
          <p:cNvSpPr txBox="1"/>
          <p:nvPr/>
        </p:nvSpPr>
        <p:spPr>
          <a:xfrm>
            <a:off x="4835313"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476" name="Shape 6476"/>
        <p:cNvGrpSpPr/>
        <p:nvPr/>
      </p:nvGrpSpPr>
      <p:grpSpPr>
        <a:xfrm>
          <a:off x="0" y="0"/>
          <a:ext cx="0" cy="0"/>
          <a:chOff x="0" y="0"/>
          <a:chExt cx="0" cy="0"/>
        </a:xfrm>
      </p:grpSpPr>
      <p:grpSp>
        <p:nvGrpSpPr>
          <p:cNvPr id="6477" name="Google Shape;6477;p65"/>
          <p:cNvGrpSpPr/>
          <p:nvPr/>
        </p:nvGrpSpPr>
        <p:grpSpPr>
          <a:xfrm>
            <a:off x="866775" y="1386849"/>
            <a:ext cx="276003" cy="357300"/>
            <a:chOff x="-50469125" y="3183175"/>
            <a:chExt cx="233150" cy="301825"/>
          </a:xfrm>
        </p:grpSpPr>
        <p:sp>
          <p:nvSpPr>
            <p:cNvPr id="6478" name="Google Shape;6478;p65"/>
            <p:cNvSpPr/>
            <p:nvPr/>
          </p:nvSpPr>
          <p:spPr>
            <a:xfrm>
              <a:off x="-50388775" y="3227275"/>
              <a:ext cx="70900" cy="70900"/>
            </a:xfrm>
            <a:custGeom>
              <a:rect b="b" l="l" r="r" t="t"/>
              <a:pathLst>
                <a:path extrusionOk="0" h="2836" w="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65"/>
            <p:cNvSpPr/>
            <p:nvPr/>
          </p:nvSpPr>
          <p:spPr>
            <a:xfrm>
              <a:off x="-50469125" y="3290275"/>
              <a:ext cx="233150" cy="194725"/>
            </a:xfrm>
            <a:custGeom>
              <a:rect b="b" l="l" r="r" t="t"/>
              <a:pathLst>
                <a:path extrusionOk="0" h="7789" w="9326">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65"/>
            <p:cNvSpPr/>
            <p:nvPr/>
          </p:nvSpPr>
          <p:spPr>
            <a:xfrm>
              <a:off x="-50379325" y="3183175"/>
              <a:ext cx="52775" cy="34675"/>
            </a:xfrm>
            <a:custGeom>
              <a:rect b="b" l="l" r="r" t="t"/>
              <a:pathLst>
                <a:path extrusionOk="0" h="1387" w="2111">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1" name="Google Shape;6481;p65"/>
          <p:cNvGrpSpPr/>
          <p:nvPr/>
        </p:nvGrpSpPr>
        <p:grpSpPr>
          <a:xfrm>
            <a:off x="826674" y="1822251"/>
            <a:ext cx="356205" cy="355288"/>
            <a:chOff x="-50504575" y="3550975"/>
            <a:chExt cx="300900" cy="300125"/>
          </a:xfrm>
        </p:grpSpPr>
        <p:sp>
          <p:nvSpPr>
            <p:cNvPr id="6482" name="Google Shape;6482;p65"/>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65"/>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65"/>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65"/>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6" name="Google Shape;6486;p65"/>
          <p:cNvGrpSpPr/>
          <p:nvPr/>
        </p:nvGrpSpPr>
        <p:grpSpPr>
          <a:xfrm>
            <a:off x="826674" y="2260493"/>
            <a:ext cx="356205" cy="354341"/>
            <a:chOff x="-50503000" y="3921175"/>
            <a:chExt cx="300900" cy="299325"/>
          </a:xfrm>
        </p:grpSpPr>
        <p:sp>
          <p:nvSpPr>
            <p:cNvPr id="6487" name="Google Shape;6487;p65"/>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65"/>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65"/>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65"/>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65"/>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2" name="Google Shape;6492;p65"/>
          <p:cNvGrpSpPr/>
          <p:nvPr/>
        </p:nvGrpSpPr>
        <p:grpSpPr>
          <a:xfrm>
            <a:off x="3030727" y="1406411"/>
            <a:ext cx="355258" cy="356205"/>
            <a:chOff x="-48630025" y="3199700"/>
            <a:chExt cx="300100" cy="300900"/>
          </a:xfrm>
        </p:grpSpPr>
        <p:sp>
          <p:nvSpPr>
            <p:cNvPr id="6493" name="Google Shape;6493;p65"/>
            <p:cNvSpPr/>
            <p:nvPr/>
          </p:nvSpPr>
          <p:spPr>
            <a:xfrm>
              <a:off x="-48630025" y="3199700"/>
              <a:ext cx="300100" cy="300900"/>
            </a:xfrm>
            <a:custGeom>
              <a:rect b="b" l="l" r="r" t="t"/>
              <a:pathLst>
                <a:path extrusionOk="0" h="12036" w="12004">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65"/>
            <p:cNvSpPr/>
            <p:nvPr/>
          </p:nvSpPr>
          <p:spPr>
            <a:xfrm>
              <a:off x="-48524475" y="3306025"/>
              <a:ext cx="88225" cy="89050"/>
            </a:xfrm>
            <a:custGeom>
              <a:rect b="b" l="l" r="r" t="t"/>
              <a:pathLst>
                <a:path extrusionOk="0" h="3562" w="3529">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65"/>
            <p:cNvSpPr/>
            <p:nvPr/>
          </p:nvSpPr>
          <p:spPr>
            <a:xfrm>
              <a:off x="-48489025" y="3341475"/>
              <a:ext cx="17350" cy="18150"/>
            </a:xfrm>
            <a:custGeom>
              <a:rect b="b" l="l" r="r" t="t"/>
              <a:pathLst>
                <a:path extrusionOk="0" h="726" w="694">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6" name="Google Shape;6496;p65"/>
          <p:cNvGrpSpPr/>
          <p:nvPr/>
        </p:nvGrpSpPr>
        <p:grpSpPr>
          <a:xfrm>
            <a:off x="3030727" y="1843707"/>
            <a:ext cx="355258" cy="355258"/>
            <a:chOff x="-48630025" y="3569100"/>
            <a:chExt cx="300100" cy="300100"/>
          </a:xfrm>
        </p:grpSpPr>
        <p:sp>
          <p:nvSpPr>
            <p:cNvPr id="6497" name="Google Shape;6497;p65"/>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65"/>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9" name="Google Shape;6499;p65"/>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0" name="Google Shape;6500;p65"/>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65"/>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65"/>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65"/>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65"/>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65"/>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65"/>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7" name="Google Shape;6507;p65"/>
          <p:cNvGrpSpPr/>
          <p:nvPr/>
        </p:nvGrpSpPr>
        <p:grpSpPr>
          <a:xfrm>
            <a:off x="3031201" y="2281003"/>
            <a:ext cx="354311" cy="353394"/>
            <a:chOff x="-48629225" y="3938500"/>
            <a:chExt cx="299300" cy="298525"/>
          </a:xfrm>
        </p:grpSpPr>
        <p:sp>
          <p:nvSpPr>
            <p:cNvPr id="6508" name="Google Shape;6508;p65"/>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65"/>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65"/>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65"/>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2" name="Google Shape;6512;p65"/>
          <p:cNvGrpSpPr/>
          <p:nvPr/>
        </p:nvGrpSpPr>
        <p:grpSpPr>
          <a:xfrm>
            <a:off x="1766604" y="2752344"/>
            <a:ext cx="311458" cy="354341"/>
            <a:chOff x="-46762575" y="3200500"/>
            <a:chExt cx="263100" cy="299325"/>
          </a:xfrm>
        </p:grpSpPr>
        <p:sp>
          <p:nvSpPr>
            <p:cNvPr id="6513" name="Google Shape;6513;p65"/>
            <p:cNvSpPr/>
            <p:nvPr/>
          </p:nvSpPr>
          <p:spPr>
            <a:xfrm>
              <a:off x="-46762575" y="3393475"/>
              <a:ext cx="263100" cy="106350"/>
            </a:xfrm>
            <a:custGeom>
              <a:rect b="b" l="l" r="r" t="t"/>
              <a:pathLst>
                <a:path extrusionOk="0" h="4254" w="1052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65"/>
            <p:cNvSpPr/>
            <p:nvPr/>
          </p:nvSpPr>
          <p:spPr>
            <a:xfrm>
              <a:off x="-46743650" y="3200500"/>
              <a:ext cx="228425" cy="176450"/>
            </a:xfrm>
            <a:custGeom>
              <a:rect b="b" l="l" r="r" t="t"/>
              <a:pathLst>
                <a:path extrusionOk="0" h="7058" w="9137">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65"/>
            <p:cNvSpPr/>
            <p:nvPr/>
          </p:nvSpPr>
          <p:spPr>
            <a:xfrm>
              <a:off x="-46638125" y="32895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6" name="Google Shape;6516;p65"/>
            <p:cNvSpPr/>
            <p:nvPr/>
          </p:nvSpPr>
          <p:spPr>
            <a:xfrm>
              <a:off x="-46696400" y="3345425"/>
              <a:ext cx="63025" cy="31525"/>
            </a:xfrm>
            <a:custGeom>
              <a:rect b="b" l="l" r="r" t="t"/>
              <a:pathLst>
                <a:path extrusionOk="0" h="1261" w="2521">
                  <a:moveTo>
                    <a:pt x="1261" y="0"/>
                  </a:moveTo>
                  <a:lnTo>
                    <a:pt x="0" y="1260"/>
                  </a:lnTo>
                  <a:lnTo>
                    <a:pt x="2521" y="1260"/>
                  </a:lnTo>
                  <a:lnTo>
                    <a:pt x="1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65"/>
            <p:cNvSpPr/>
            <p:nvPr/>
          </p:nvSpPr>
          <p:spPr>
            <a:xfrm>
              <a:off x="-46616850" y="3345425"/>
              <a:ext cx="53575" cy="31525"/>
            </a:xfrm>
            <a:custGeom>
              <a:rect b="b" l="l" r="r" t="t"/>
              <a:pathLst>
                <a:path extrusionOk="0" h="1261" w="2143">
                  <a:moveTo>
                    <a:pt x="883" y="0"/>
                  </a:moveTo>
                  <a:lnTo>
                    <a:pt x="0" y="945"/>
                  </a:lnTo>
                  <a:lnTo>
                    <a:pt x="315" y="1260"/>
                  </a:lnTo>
                  <a:lnTo>
                    <a:pt x="2143" y="1260"/>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8" name="Google Shape;6518;p65"/>
          <p:cNvGrpSpPr/>
          <p:nvPr/>
        </p:nvGrpSpPr>
        <p:grpSpPr>
          <a:xfrm>
            <a:off x="1744689" y="3211066"/>
            <a:ext cx="355288" cy="312375"/>
            <a:chOff x="-46779900" y="3588000"/>
            <a:chExt cx="300125" cy="263875"/>
          </a:xfrm>
        </p:grpSpPr>
        <p:sp>
          <p:nvSpPr>
            <p:cNvPr id="6519" name="Google Shape;6519;p65"/>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65"/>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65"/>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65"/>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3" name="Google Shape;6523;p65"/>
          <p:cNvGrpSpPr/>
          <p:nvPr/>
        </p:nvGrpSpPr>
        <p:grpSpPr>
          <a:xfrm>
            <a:off x="1745162" y="3625988"/>
            <a:ext cx="354341" cy="353394"/>
            <a:chOff x="-46779100" y="3938500"/>
            <a:chExt cx="299325" cy="298525"/>
          </a:xfrm>
        </p:grpSpPr>
        <p:sp>
          <p:nvSpPr>
            <p:cNvPr id="6524" name="Google Shape;6524;p65"/>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5" name="Google Shape;6525;p65"/>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6" name="Google Shape;6526;p65"/>
          <p:cNvGrpSpPr/>
          <p:nvPr/>
        </p:nvGrpSpPr>
        <p:grpSpPr>
          <a:xfrm>
            <a:off x="3952900" y="2758855"/>
            <a:ext cx="355258" cy="355288"/>
            <a:chOff x="-44924250" y="3206000"/>
            <a:chExt cx="300100" cy="300125"/>
          </a:xfrm>
        </p:grpSpPr>
        <p:sp>
          <p:nvSpPr>
            <p:cNvPr id="6527" name="Google Shape;6527;p65"/>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65"/>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65"/>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65"/>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65"/>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2" name="Google Shape;6532;p65"/>
          <p:cNvGrpSpPr/>
          <p:nvPr/>
        </p:nvGrpSpPr>
        <p:grpSpPr>
          <a:xfrm>
            <a:off x="1267386" y="1386849"/>
            <a:ext cx="355258" cy="355258"/>
            <a:chOff x="-50134375" y="3183175"/>
            <a:chExt cx="300100" cy="300100"/>
          </a:xfrm>
        </p:grpSpPr>
        <p:sp>
          <p:nvSpPr>
            <p:cNvPr id="6533" name="Google Shape;6533;p65"/>
            <p:cNvSpPr/>
            <p:nvPr/>
          </p:nvSpPr>
          <p:spPr>
            <a:xfrm>
              <a:off x="-50134375" y="3270600"/>
              <a:ext cx="87450" cy="53575"/>
            </a:xfrm>
            <a:custGeom>
              <a:rect b="b" l="l" r="r" t="t"/>
              <a:pathLst>
                <a:path extrusionOk="0" h="2143" w="3498">
                  <a:moveTo>
                    <a:pt x="0" y="0"/>
                  </a:moveTo>
                  <a:lnTo>
                    <a:pt x="0" y="2143"/>
                  </a:lnTo>
                  <a:lnTo>
                    <a:pt x="3497" y="2143"/>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65"/>
            <p:cNvSpPr/>
            <p:nvPr/>
          </p:nvSpPr>
          <p:spPr>
            <a:xfrm>
              <a:off x="-50134375" y="3340700"/>
              <a:ext cx="87450" cy="54375"/>
            </a:xfrm>
            <a:custGeom>
              <a:rect b="b" l="l" r="r" t="t"/>
              <a:pathLst>
                <a:path extrusionOk="0" h="2175" w="3498">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65"/>
            <p:cNvSpPr/>
            <p:nvPr/>
          </p:nvSpPr>
          <p:spPr>
            <a:xfrm>
              <a:off x="-50134375" y="3183175"/>
              <a:ext cx="87450" cy="70125"/>
            </a:xfrm>
            <a:custGeom>
              <a:rect b="b" l="l" r="r" t="t"/>
              <a:pathLst>
                <a:path extrusionOk="0" h="2805" w="3498">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65"/>
            <p:cNvSpPr/>
            <p:nvPr/>
          </p:nvSpPr>
          <p:spPr>
            <a:xfrm>
              <a:off x="-50028050" y="3363525"/>
              <a:ext cx="37050" cy="75650"/>
            </a:xfrm>
            <a:custGeom>
              <a:rect b="b" l="l" r="r" t="t"/>
              <a:pathLst>
                <a:path extrusionOk="0" h="3026" w="1482">
                  <a:moveTo>
                    <a:pt x="0" y="1"/>
                  </a:moveTo>
                  <a:lnTo>
                    <a:pt x="0" y="3025"/>
                  </a:lnTo>
                  <a:lnTo>
                    <a:pt x="1481" y="148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65"/>
            <p:cNvSpPr/>
            <p:nvPr/>
          </p:nvSpPr>
          <p:spPr>
            <a:xfrm>
              <a:off x="-50028050" y="3287125"/>
              <a:ext cx="88225" cy="101625"/>
            </a:xfrm>
            <a:custGeom>
              <a:rect b="b" l="l" r="r" t="t"/>
              <a:pathLst>
                <a:path extrusionOk="0" h="4065" w="3529">
                  <a:moveTo>
                    <a:pt x="1072" y="1"/>
                  </a:moveTo>
                  <a:lnTo>
                    <a:pt x="0" y="1104"/>
                  </a:lnTo>
                  <a:lnTo>
                    <a:pt x="0" y="2049"/>
                  </a:lnTo>
                  <a:lnTo>
                    <a:pt x="2017" y="4065"/>
                  </a:lnTo>
                  <a:lnTo>
                    <a:pt x="3529" y="2490"/>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65"/>
            <p:cNvSpPr/>
            <p:nvPr/>
          </p:nvSpPr>
          <p:spPr>
            <a:xfrm>
              <a:off x="-49988675" y="3225700"/>
              <a:ext cx="111875" cy="111875"/>
            </a:xfrm>
            <a:custGeom>
              <a:rect b="b" l="l" r="r" t="t"/>
              <a:pathLst>
                <a:path extrusionOk="0" h="4475" w="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65"/>
            <p:cNvSpPr/>
            <p:nvPr/>
          </p:nvSpPr>
          <p:spPr>
            <a:xfrm>
              <a:off x="-50134375" y="3395050"/>
              <a:ext cx="89025" cy="88225"/>
            </a:xfrm>
            <a:custGeom>
              <a:rect b="b" l="l" r="r" t="t"/>
              <a:pathLst>
                <a:path extrusionOk="0" h="3529" w="3561">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65"/>
            <p:cNvSpPr/>
            <p:nvPr/>
          </p:nvSpPr>
          <p:spPr>
            <a:xfrm>
              <a:off x="-50045375" y="3428900"/>
              <a:ext cx="52800" cy="53600"/>
            </a:xfrm>
            <a:custGeom>
              <a:rect b="b" l="l" r="r" t="t"/>
              <a:pathLst>
                <a:path extrusionOk="0" h="2144" w="2112">
                  <a:moveTo>
                    <a:pt x="2111" y="1"/>
                  </a:move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65"/>
            <p:cNvSpPr/>
            <p:nvPr/>
          </p:nvSpPr>
          <p:spPr>
            <a:xfrm>
              <a:off x="-49975275" y="3395050"/>
              <a:ext cx="52775" cy="87450"/>
            </a:xfrm>
            <a:custGeom>
              <a:rect b="b" l="l" r="r" t="t"/>
              <a:pathLst>
                <a:path extrusionOk="0" h="3498" w="2111">
                  <a:moveTo>
                    <a:pt x="693" y="0"/>
                  </a:moveTo>
                  <a:lnTo>
                    <a:pt x="0" y="662"/>
                  </a:lnTo>
                  <a:lnTo>
                    <a:pt x="0" y="3497"/>
                  </a:lnTo>
                  <a:lnTo>
                    <a:pt x="2111" y="3497"/>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65"/>
            <p:cNvSpPr/>
            <p:nvPr/>
          </p:nvSpPr>
          <p:spPr>
            <a:xfrm>
              <a:off x="-49905175" y="3395050"/>
              <a:ext cx="70900" cy="87450"/>
            </a:xfrm>
            <a:custGeom>
              <a:rect b="b" l="l" r="r" t="t"/>
              <a:pathLst>
                <a:path extrusionOk="0" h="3498" w="2836">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3" name="Google Shape;6543;p65"/>
          <p:cNvGrpSpPr/>
          <p:nvPr/>
        </p:nvGrpSpPr>
        <p:grpSpPr>
          <a:xfrm>
            <a:off x="1267386" y="1822251"/>
            <a:ext cx="355258" cy="355288"/>
            <a:chOff x="-50134375" y="3550975"/>
            <a:chExt cx="300100" cy="300125"/>
          </a:xfrm>
        </p:grpSpPr>
        <p:sp>
          <p:nvSpPr>
            <p:cNvPr id="6544" name="Google Shape;6544;p65"/>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65"/>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6" name="Google Shape;6546;p65"/>
          <p:cNvGrpSpPr/>
          <p:nvPr/>
        </p:nvGrpSpPr>
        <p:grpSpPr>
          <a:xfrm>
            <a:off x="1267386" y="2259783"/>
            <a:ext cx="355258" cy="355051"/>
            <a:chOff x="-50134375" y="3920575"/>
            <a:chExt cx="300100" cy="299925"/>
          </a:xfrm>
        </p:grpSpPr>
        <p:sp>
          <p:nvSpPr>
            <p:cNvPr id="6547" name="Google Shape;6547;p65"/>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65"/>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65"/>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0" name="Google Shape;6550;p65"/>
          <p:cNvGrpSpPr/>
          <p:nvPr/>
        </p:nvGrpSpPr>
        <p:grpSpPr>
          <a:xfrm>
            <a:off x="3478110" y="1407358"/>
            <a:ext cx="357123" cy="355258"/>
            <a:chOff x="-48262200" y="3200500"/>
            <a:chExt cx="301675" cy="300100"/>
          </a:xfrm>
        </p:grpSpPr>
        <p:sp>
          <p:nvSpPr>
            <p:cNvPr id="6551" name="Google Shape;6551;p65"/>
            <p:cNvSpPr/>
            <p:nvPr/>
          </p:nvSpPr>
          <p:spPr>
            <a:xfrm>
              <a:off x="-48191325" y="3288700"/>
              <a:ext cx="51225" cy="51225"/>
            </a:xfrm>
            <a:custGeom>
              <a:rect b="b" l="l" r="r" t="t"/>
              <a:pathLst>
                <a:path extrusionOk="0" h="2049" w="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65"/>
            <p:cNvSpPr/>
            <p:nvPr/>
          </p:nvSpPr>
          <p:spPr>
            <a:xfrm>
              <a:off x="-48155875" y="3324150"/>
              <a:ext cx="15775" cy="15775"/>
            </a:xfrm>
            <a:custGeom>
              <a:rect b="b" l="l" r="r" t="t"/>
              <a:pathLst>
                <a:path extrusionOk="0" h="631" w="631">
                  <a:moveTo>
                    <a:pt x="1" y="1"/>
                  </a:moveTo>
                  <a:lnTo>
                    <a:pt x="1" y="631"/>
                  </a:lnTo>
                  <a:cubicBezTo>
                    <a:pt x="284" y="505"/>
                    <a:pt x="536"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65"/>
            <p:cNvSpPr/>
            <p:nvPr/>
          </p:nvSpPr>
          <p:spPr>
            <a:xfrm>
              <a:off x="-48085775" y="3206000"/>
              <a:ext cx="47275" cy="47300"/>
            </a:xfrm>
            <a:custGeom>
              <a:rect b="b" l="l" r="r" t="t"/>
              <a:pathLst>
                <a:path extrusionOk="0" h="1892" w="1891">
                  <a:moveTo>
                    <a:pt x="1" y="1"/>
                  </a:moveTo>
                  <a:lnTo>
                    <a:pt x="1" y="1891"/>
                  </a:lnTo>
                  <a:lnTo>
                    <a:pt x="1891" y="189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65"/>
            <p:cNvSpPr/>
            <p:nvPr/>
          </p:nvSpPr>
          <p:spPr>
            <a:xfrm>
              <a:off x="-48262200" y="3200500"/>
              <a:ext cx="228425" cy="300100"/>
            </a:xfrm>
            <a:custGeom>
              <a:rect b="b" l="l" r="r" t="t"/>
              <a:pathLst>
                <a:path extrusionOk="0" h="12004" w="9137">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65"/>
            <p:cNvSpPr/>
            <p:nvPr/>
          </p:nvSpPr>
          <p:spPr>
            <a:xfrm>
              <a:off x="-48155075" y="3322575"/>
              <a:ext cx="52775" cy="53575"/>
            </a:xfrm>
            <a:custGeom>
              <a:rect b="b" l="l" r="r" t="t"/>
              <a:pathLst>
                <a:path extrusionOk="0" h="2143" w="2111">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65"/>
            <p:cNvSpPr/>
            <p:nvPr/>
          </p:nvSpPr>
          <p:spPr>
            <a:xfrm>
              <a:off x="-48014100" y="3417100"/>
              <a:ext cx="53575" cy="18125"/>
            </a:xfrm>
            <a:custGeom>
              <a:rect b="b" l="l" r="r" t="t"/>
              <a:pathLst>
                <a:path extrusionOk="0" h="725" w="2143">
                  <a:moveTo>
                    <a:pt x="1" y="0"/>
                  </a:moveTo>
                  <a:lnTo>
                    <a:pt x="1" y="725"/>
                  </a:lnTo>
                  <a:lnTo>
                    <a:pt x="2143" y="725"/>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65"/>
            <p:cNvSpPr/>
            <p:nvPr/>
          </p:nvSpPr>
          <p:spPr>
            <a:xfrm>
              <a:off x="-48014100" y="3289500"/>
              <a:ext cx="53575" cy="110300"/>
            </a:xfrm>
            <a:custGeom>
              <a:rect b="b" l="l" r="r" t="t"/>
              <a:pathLst>
                <a:path extrusionOk="0" h="4412" w="2143">
                  <a:moveTo>
                    <a:pt x="1" y="0"/>
                  </a:moveTo>
                  <a:lnTo>
                    <a:pt x="1" y="4411"/>
                  </a:lnTo>
                  <a:lnTo>
                    <a:pt x="2143" y="4411"/>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65"/>
            <p:cNvSpPr/>
            <p:nvPr/>
          </p:nvSpPr>
          <p:spPr>
            <a:xfrm>
              <a:off x="-48014100" y="3451750"/>
              <a:ext cx="53575" cy="48075"/>
            </a:xfrm>
            <a:custGeom>
              <a:rect b="b" l="l" r="r" t="t"/>
              <a:pathLst>
                <a:path extrusionOk="0" h="1923" w="2143">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65"/>
            <p:cNvSpPr/>
            <p:nvPr/>
          </p:nvSpPr>
          <p:spPr>
            <a:xfrm>
              <a:off x="-48011725" y="3220375"/>
              <a:ext cx="48050" cy="51025"/>
            </a:xfrm>
            <a:custGeom>
              <a:rect b="b" l="l" r="r" t="t"/>
              <a:pathLst>
                <a:path extrusionOk="0" h="2041" w="1922">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0" name="Google Shape;6560;p65"/>
          <p:cNvGrpSpPr/>
          <p:nvPr/>
        </p:nvGrpSpPr>
        <p:grpSpPr>
          <a:xfrm>
            <a:off x="3507483" y="1844447"/>
            <a:ext cx="298377" cy="354519"/>
            <a:chOff x="-48233050" y="3569725"/>
            <a:chExt cx="252050" cy="299475"/>
          </a:xfrm>
        </p:grpSpPr>
        <p:sp>
          <p:nvSpPr>
            <p:cNvPr id="6561" name="Google Shape;6561;p65"/>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65"/>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65"/>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4" name="Google Shape;6564;p65"/>
          <p:cNvGrpSpPr/>
          <p:nvPr/>
        </p:nvGrpSpPr>
        <p:grpSpPr>
          <a:xfrm>
            <a:off x="3531248" y="2278191"/>
            <a:ext cx="250847" cy="358070"/>
            <a:chOff x="-48216525" y="3936125"/>
            <a:chExt cx="211900" cy="302475"/>
          </a:xfrm>
        </p:grpSpPr>
        <p:sp>
          <p:nvSpPr>
            <p:cNvPr id="6565" name="Google Shape;6565;p65"/>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65"/>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65"/>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65"/>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9" name="Google Shape;6569;p65"/>
          <p:cNvGrpSpPr/>
          <p:nvPr/>
        </p:nvGrpSpPr>
        <p:grpSpPr>
          <a:xfrm>
            <a:off x="2186966" y="2753261"/>
            <a:ext cx="355258" cy="355288"/>
            <a:chOff x="-46410500" y="3201275"/>
            <a:chExt cx="300100" cy="300125"/>
          </a:xfrm>
        </p:grpSpPr>
        <p:sp>
          <p:nvSpPr>
            <p:cNvPr id="6570" name="Google Shape;6570;p65"/>
            <p:cNvSpPr/>
            <p:nvPr/>
          </p:nvSpPr>
          <p:spPr>
            <a:xfrm>
              <a:off x="-46358500" y="3201275"/>
              <a:ext cx="37825" cy="87450"/>
            </a:xfrm>
            <a:custGeom>
              <a:rect b="b" l="l" r="r" t="t"/>
              <a:pathLst>
                <a:path extrusionOk="0" h="3498" w="1513">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65"/>
            <p:cNvSpPr/>
            <p:nvPr/>
          </p:nvSpPr>
          <p:spPr>
            <a:xfrm>
              <a:off x="-46307325" y="3201275"/>
              <a:ext cx="38625" cy="88250"/>
            </a:xfrm>
            <a:custGeom>
              <a:rect b="b" l="l" r="r" t="t"/>
              <a:pathLst>
                <a:path extrusionOk="0" h="3530" w="1545">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65"/>
            <p:cNvSpPr/>
            <p:nvPr/>
          </p:nvSpPr>
          <p:spPr>
            <a:xfrm>
              <a:off x="-46253750" y="3201275"/>
              <a:ext cx="38600" cy="87450"/>
            </a:xfrm>
            <a:custGeom>
              <a:rect b="b" l="l" r="r" t="t"/>
              <a:pathLst>
                <a:path extrusionOk="0" h="3498" w="1544">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65"/>
            <p:cNvSpPr/>
            <p:nvPr/>
          </p:nvSpPr>
          <p:spPr>
            <a:xfrm>
              <a:off x="-46410500" y="3306025"/>
              <a:ext cx="300100" cy="141025"/>
            </a:xfrm>
            <a:custGeom>
              <a:rect b="b" l="l" r="r" t="t"/>
              <a:pathLst>
                <a:path extrusionOk="0" h="5641" w="12004">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65"/>
            <p:cNvSpPr/>
            <p:nvPr/>
          </p:nvSpPr>
          <p:spPr>
            <a:xfrm>
              <a:off x="-46401050" y="3465925"/>
              <a:ext cx="226075" cy="35475"/>
            </a:xfrm>
            <a:custGeom>
              <a:rect b="b" l="l" r="r" t="t"/>
              <a:pathLst>
                <a:path extrusionOk="0" h="1419" w="9043">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5" name="Google Shape;6575;p65"/>
          <p:cNvGrpSpPr/>
          <p:nvPr/>
        </p:nvGrpSpPr>
        <p:grpSpPr>
          <a:xfrm>
            <a:off x="2186966" y="3188692"/>
            <a:ext cx="355258" cy="356205"/>
            <a:chOff x="-46409700" y="3569100"/>
            <a:chExt cx="300100" cy="300900"/>
          </a:xfrm>
        </p:grpSpPr>
        <p:sp>
          <p:nvSpPr>
            <p:cNvPr id="6576" name="Google Shape;6576;p65"/>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65"/>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65"/>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65"/>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65"/>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1" name="Google Shape;6581;p65"/>
          <p:cNvGrpSpPr/>
          <p:nvPr/>
        </p:nvGrpSpPr>
        <p:grpSpPr>
          <a:xfrm>
            <a:off x="2174847" y="3624124"/>
            <a:ext cx="379497" cy="358070"/>
            <a:chOff x="-46422300" y="3936925"/>
            <a:chExt cx="320575" cy="302475"/>
          </a:xfrm>
        </p:grpSpPr>
        <p:sp>
          <p:nvSpPr>
            <p:cNvPr id="6582" name="Google Shape;6582;p65"/>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65"/>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4" name="Google Shape;6584;p65"/>
          <p:cNvGrpSpPr/>
          <p:nvPr/>
        </p:nvGrpSpPr>
        <p:grpSpPr>
          <a:xfrm>
            <a:off x="3952426" y="3178452"/>
            <a:ext cx="356205" cy="355258"/>
            <a:chOff x="-44914800" y="3560450"/>
            <a:chExt cx="300900" cy="300100"/>
          </a:xfrm>
        </p:grpSpPr>
        <p:sp>
          <p:nvSpPr>
            <p:cNvPr id="6585" name="Google Shape;6585;p65"/>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65"/>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65"/>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65"/>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65"/>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0" name="Google Shape;6590;p65"/>
          <p:cNvGrpSpPr/>
          <p:nvPr/>
        </p:nvGrpSpPr>
        <p:grpSpPr>
          <a:xfrm>
            <a:off x="1707478" y="1387086"/>
            <a:ext cx="354311" cy="354104"/>
            <a:chOff x="-49764975" y="3183375"/>
            <a:chExt cx="299300" cy="299125"/>
          </a:xfrm>
        </p:grpSpPr>
        <p:sp>
          <p:nvSpPr>
            <p:cNvPr id="6591" name="Google Shape;6591;p65"/>
            <p:cNvSpPr/>
            <p:nvPr/>
          </p:nvSpPr>
          <p:spPr>
            <a:xfrm>
              <a:off x="-49606675" y="3233575"/>
              <a:ext cx="70125" cy="103200"/>
            </a:xfrm>
            <a:custGeom>
              <a:rect b="b" l="l" r="r" t="t"/>
              <a:pathLst>
                <a:path extrusionOk="0" h="4128" w="2805">
                  <a:moveTo>
                    <a:pt x="2805" y="1"/>
                  </a:moveTo>
                  <a:lnTo>
                    <a:pt x="1" y="1355"/>
                  </a:lnTo>
                  <a:lnTo>
                    <a:pt x="1" y="4128"/>
                  </a:lnTo>
                  <a:lnTo>
                    <a:pt x="2805" y="2710"/>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65"/>
            <p:cNvSpPr/>
            <p:nvPr/>
          </p:nvSpPr>
          <p:spPr>
            <a:xfrm>
              <a:off x="-49676775" y="3364325"/>
              <a:ext cx="52000" cy="118175"/>
            </a:xfrm>
            <a:custGeom>
              <a:rect b="b" l="l" r="r" t="t"/>
              <a:pathLst>
                <a:path extrusionOk="0" h="4727" w="2080">
                  <a:moveTo>
                    <a:pt x="2080" y="0"/>
                  </a:moveTo>
                  <a:lnTo>
                    <a:pt x="1" y="1072"/>
                  </a:lnTo>
                  <a:lnTo>
                    <a:pt x="1" y="4726"/>
                  </a:lnTo>
                  <a:lnTo>
                    <a:pt x="2080" y="3529"/>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65"/>
            <p:cNvSpPr/>
            <p:nvPr/>
          </p:nvSpPr>
          <p:spPr>
            <a:xfrm>
              <a:off x="-49694100" y="3233575"/>
              <a:ext cx="69325" cy="103200"/>
            </a:xfrm>
            <a:custGeom>
              <a:rect b="b" l="l" r="r" t="t"/>
              <a:pathLst>
                <a:path extrusionOk="0" h="4128" w="2773">
                  <a:moveTo>
                    <a:pt x="1" y="1"/>
                  </a:moveTo>
                  <a:lnTo>
                    <a:pt x="1" y="2710"/>
                  </a:lnTo>
                  <a:lnTo>
                    <a:pt x="2773" y="4128"/>
                  </a:lnTo>
                  <a:lnTo>
                    <a:pt x="2773" y="135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65"/>
            <p:cNvSpPr/>
            <p:nvPr/>
          </p:nvSpPr>
          <p:spPr>
            <a:xfrm>
              <a:off x="-49756325" y="3314700"/>
              <a:ext cx="121325" cy="61450"/>
            </a:xfrm>
            <a:custGeom>
              <a:rect b="b" l="l" r="r" t="t"/>
              <a:pathLst>
                <a:path extrusionOk="0" h="2458" w="4853">
                  <a:moveTo>
                    <a:pt x="2048" y="1"/>
                  </a:moveTo>
                  <a:lnTo>
                    <a:pt x="1" y="1040"/>
                  </a:lnTo>
                  <a:lnTo>
                    <a:pt x="2836" y="2458"/>
                  </a:lnTo>
                  <a:lnTo>
                    <a:pt x="4852" y="1418"/>
                  </a:lnTo>
                  <a:lnTo>
                    <a:pt x="204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5" name="Google Shape;6595;p65"/>
            <p:cNvSpPr/>
            <p:nvPr/>
          </p:nvSpPr>
          <p:spPr>
            <a:xfrm>
              <a:off x="-49606675" y="3364325"/>
              <a:ext cx="52000" cy="118175"/>
            </a:xfrm>
            <a:custGeom>
              <a:rect b="b" l="l" r="r" t="t"/>
              <a:pathLst>
                <a:path extrusionOk="0" h="4727" w="2080">
                  <a:moveTo>
                    <a:pt x="1" y="0"/>
                  </a:moveTo>
                  <a:lnTo>
                    <a:pt x="1" y="3529"/>
                  </a:lnTo>
                  <a:lnTo>
                    <a:pt x="2080" y="4726"/>
                  </a:lnTo>
                  <a:lnTo>
                    <a:pt x="2080" y="107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6" name="Google Shape;6596;p65"/>
            <p:cNvSpPr/>
            <p:nvPr/>
          </p:nvSpPr>
          <p:spPr>
            <a:xfrm>
              <a:off x="-49595650" y="3314700"/>
              <a:ext cx="121325" cy="61450"/>
            </a:xfrm>
            <a:custGeom>
              <a:rect b="b" l="l" r="r" t="t"/>
              <a:pathLst>
                <a:path extrusionOk="0" h="2458" w="4853">
                  <a:moveTo>
                    <a:pt x="2773" y="1"/>
                  </a:moveTo>
                  <a:lnTo>
                    <a:pt x="1" y="1418"/>
                  </a:lnTo>
                  <a:lnTo>
                    <a:pt x="1985" y="2458"/>
                  </a:lnTo>
                  <a:lnTo>
                    <a:pt x="4852" y="1040"/>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65"/>
            <p:cNvSpPr/>
            <p:nvPr/>
          </p:nvSpPr>
          <p:spPr>
            <a:xfrm>
              <a:off x="-49764975" y="3355650"/>
              <a:ext cx="70100" cy="126850"/>
            </a:xfrm>
            <a:custGeom>
              <a:rect b="b" l="l" r="r" t="t"/>
              <a:pathLst>
                <a:path extrusionOk="0" h="5074" w="2804">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8" name="Google Shape;6598;p65"/>
            <p:cNvSpPr/>
            <p:nvPr/>
          </p:nvSpPr>
          <p:spPr>
            <a:xfrm>
              <a:off x="-49535775" y="3355650"/>
              <a:ext cx="70100" cy="126850"/>
            </a:xfrm>
            <a:custGeom>
              <a:rect b="b" l="l" r="r" t="t"/>
              <a:pathLst>
                <a:path extrusionOk="0" h="5074" w="2804">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9" name="Google Shape;6599;p65"/>
            <p:cNvSpPr/>
            <p:nvPr/>
          </p:nvSpPr>
          <p:spPr>
            <a:xfrm>
              <a:off x="-49685425" y="3183375"/>
              <a:ext cx="140200" cy="69925"/>
            </a:xfrm>
            <a:custGeom>
              <a:rect b="b" l="l" r="r" t="t"/>
              <a:pathLst>
                <a:path extrusionOk="0" h="2797" w="5608">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0" name="Google Shape;6600;p65"/>
          <p:cNvGrpSpPr/>
          <p:nvPr/>
        </p:nvGrpSpPr>
        <p:grpSpPr>
          <a:xfrm>
            <a:off x="1707478" y="1822547"/>
            <a:ext cx="354311" cy="355909"/>
            <a:chOff x="-49764975" y="3551225"/>
            <a:chExt cx="299300" cy="300650"/>
          </a:xfrm>
        </p:grpSpPr>
        <p:sp>
          <p:nvSpPr>
            <p:cNvPr id="6601" name="Google Shape;6601;p65"/>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65"/>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65"/>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4" name="Google Shape;6604;p65"/>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65"/>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65"/>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65"/>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65"/>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65"/>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65"/>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65"/>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2" name="Google Shape;6612;p65"/>
          <p:cNvGrpSpPr/>
          <p:nvPr/>
        </p:nvGrpSpPr>
        <p:grpSpPr>
          <a:xfrm>
            <a:off x="1705140" y="2259310"/>
            <a:ext cx="358987" cy="355525"/>
            <a:chOff x="-49766550" y="3920175"/>
            <a:chExt cx="303250" cy="300325"/>
          </a:xfrm>
        </p:grpSpPr>
        <p:sp>
          <p:nvSpPr>
            <p:cNvPr id="6613" name="Google Shape;6613;p65"/>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65"/>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65"/>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65"/>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7" name="Google Shape;6617;p65"/>
          <p:cNvGrpSpPr/>
          <p:nvPr/>
        </p:nvGrpSpPr>
        <p:grpSpPr>
          <a:xfrm>
            <a:off x="3920671" y="1407358"/>
            <a:ext cx="357123" cy="354341"/>
            <a:chOff x="-47892800" y="3200500"/>
            <a:chExt cx="301675" cy="299325"/>
          </a:xfrm>
        </p:grpSpPr>
        <p:sp>
          <p:nvSpPr>
            <p:cNvPr id="6618" name="Google Shape;6618;p65"/>
            <p:cNvSpPr/>
            <p:nvPr/>
          </p:nvSpPr>
          <p:spPr>
            <a:xfrm>
              <a:off x="-47892800" y="3200500"/>
              <a:ext cx="301675" cy="177225"/>
            </a:xfrm>
            <a:custGeom>
              <a:rect b="b" l="l" r="r" t="t"/>
              <a:pathLst>
                <a:path extrusionOk="0" h="7089" w="12067">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65"/>
            <p:cNvSpPr/>
            <p:nvPr/>
          </p:nvSpPr>
          <p:spPr>
            <a:xfrm>
              <a:off x="-47751825" y="3306025"/>
              <a:ext cx="17350" cy="18150"/>
            </a:xfrm>
            <a:custGeom>
              <a:rect b="b" l="l" r="r" t="t"/>
              <a:pathLst>
                <a:path extrusionOk="0" h="726" w="694">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65"/>
            <p:cNvSpPr/>
            <p:nvPr/>
          </p:nvSpPr>
          <p:spPr>
            <a:xfrm>
              <a:off x="-47786475" y="3395050"/>
              <a:ext cx="87450" cy="17350"/>
            </a:xfrm>
            <a:custGeom>
              <a:rect b="b" l="l" r="r" t="t"/>
              <a:pathLst>
                <a:path extrusionOk="0" h="694" w="3498">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65"/>
            <p:cNvSpPr/>
            <p:nvPr/>
          </p:nvSpPr>
          <p:spPr>
            <a:xfrm>
              <a:off x="-47692750" y="3271375"/>
              <a:ext cx="101625" cy="140225"/>
            </a:xfrm>
            <a:custGeom>
              <a:rect b="b" l="l" r="r" t="t"/>
              <a:pathLst>
                <a:path extrusionOk="0" h="5609" w="4065">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2" name="Google Shape;6622;p65"/>
            <p:cNvSpPr/>
            <p:nvPr/>
          </p:nvSpPr>
          <p:spPr>
            <a:xfrm>
              <a:off x="-47891225" y="3272950"/>
              <a:ext cx="100050" cy="140225"/>
            </a:xfrm>
            <a:custGeom>
              <a:rect b="b" l="l" r="r" t="t"/>
              <a:pathLst>
                <a:path extrusionOk="0" h="5609" w="4002">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65"/>
            <p:cNvSpPr/>
            <p:nvPr/>
          </p:nvSpPr>
          <p:spPr>
            <a:xfrm>
              <a:off x="-47892800" y="3428900"/>
              <a:ext cx="300100" cy="70925"/>
            </a:xfrm>
            <a:custGeom>
              <a:rect b="b" l="l" r="r" t="t"/>
              <a:pathLst>
                <a:path extrusionOk="0" h="2837" w="12004">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4" name="Google Shape;6624;p65"/>
          <p:cNvGrpSpPr/>
          <p:nvPr/>
        </p:nvGrpSpPr>
        <p:grpSpPr>
          <a:xfrm>
            <a:off x="3984537" y="1843707"/>
            <a:ext cx="229391" cy="355258"/>
            <a:chOff x="-47839250" y="3569100"/>
            <a:chExt cx="193775" cy="300100"/>
          </a:xfrm>
        </p:grpSpPr>
        <p:sp>
          <p:nvSpPr>
            <p:cNvPr id="6625" name="Google Shape;6625;p65"/>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65"/>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65"/>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65"/>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65"/>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65"/>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1" name="Google Shape;6631;p65"/>
          <p:cNvGrpSpPr/>
          <p:nvPr/>
        </p:nvGrpSpPr>
        <p:grpSpPr>
          <a:xfrm>
            <a:off x="3921603" y="2280056"/>
            <a:ext cx="355258" cy="356205"/>
            <a:chOff x="-47892800" y="3937700"/>
            <a:chExt cx="300100" cy="300900"/>
          </a:xfrm>
        </p:grpSpPr>
        <p:sp>
          <p:nvSpPr>
            <p:cNvPr id="6632" name="Google Shape;6632;p65"/>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65"/>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65"/>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65"/>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6" name="Google Shape;6636;p65"/>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7" name="Google Shape;6637;p65"/>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65"/>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65"/>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0" name="Google Shape;6640;p65"/>
          <p:cNvGrpSpPr/>
          <p:nvPr/>
        </p:nvGrpSpPr>
        <p:grpSpPr>
          <a:xfrm>
            <a:off x="2626898" y="2773770"/>
            <a:ext cx="355258" cy="311458"/>
            <a:chOff x="-46042675" y="3218600"/>
            <a:chExt cx="300100" cy="263100"/>
          </a:xfrm>
        </p:grpSpPr>
        <p:sp>
          <p:nvSpPr>
            <p:cNvPr id="6641" name="Google Shape;6641;p65"/>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65"/>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65"/>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65"/>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65"/>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65"/>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7" name="Google Shape;6647;p65"/>
          <p:cNvGrpSpPr/>
          <p:nvPr/>
        </p:nvGrpSpPr>
        <p:grpSpPr>
          <a:xfrm>
            <a:off x="2626898" y="3188219"/>
            <a:ext cx="355258" cy="323118"/>
            <a:chOff x="-46042675" y="3568700"/>
            <a:chExt cx="300100" cy="272950"/>
          </a:xfrm>
        </p:grpSpPr>
        <p:sp>
          <p:nvSpPr>
            <p:cNvPr id="6648" name="Google Shape;6648;p65"/>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65"/>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65"/>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65"/>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2" name="Google Shape;6652;p65"/>
          <p:cNvGrpSpPr/>
          <p:nvPr/>
        </p:nvGrpSpPr>
        <p:grpSpPr>
          <a:xfrm>
            <a:off x="2668849" y="3625189"/>
            <a:ext cx="271357" cy="356057"/>
            <a:chOff x="-46007225" y="3937825"/>
            <a:chExt cx="229225" cy="300775"/>
          </a:xfrm>
        </p:grpSpPr>
        <p:sp>
          <p:nvSpPr>
            <p:cNvPr id="6653" name="Google Shape;6653;p65"/>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65"/>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65"/>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6" name="Google Shape;6656;p65"/>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65"/>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65"/>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65"/>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65"/>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65"/>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65"/>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3" name="Google Shape;6663;p65"/>
          <p:cNvGrpSpPr/>
          <p:nvPr/>
        </p:nvGrpSpPr>
        <p:grpSpPr>
          <a:xfrm>
            <a:off x="3974341" y="3615275"/>
            <a:ext cx="312375" cy="357596"/>
            <a:chOff x="-44895900" y="3929450"/>
            <a:chExt cx="263875" cy="302075"/>
          </a:xfrm>
        </p:grpSpPr>
        <p:sp>
          <p:nvSpPr>
            <p:cNvPr id="6664" name="Google Shape;6664;p65"/>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65"/>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65"/>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65"/>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65"/>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65"/>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0" name="Google Shape;6670;p65"/>
          <p:cNvGrpSpPr/>
          <p:nvPr/>
        </p:nvGrpSpPr>
        <p:grpSpPr>
          <a:xfrm>
            <a:off x="2148160" y="1398036"/>
            <a:ext cx="356205" cy="332885"/>
            <a:chOff x="-49397175" y="3192625"/>
            <a:chExt cx="300900" cy="281200"/>
          </a:xfrm>
        </p:grpSpPr>
        <p:sp>
          <p:nvSpPr>
            <p:cNvPr id="6671" name="Google Shape;6671;p65"/>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65"/>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65"/>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65"/>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65"/>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65"/>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65"/>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8" name="Google Shape;6678;p65"/>
          <p:cNvGrpSpPr/>
          <p:nvPr/>
        </p:nvGrpSpPr>
        <p:grpSpPr>
          <a:xfrm>
            <a:off x="2174263" y="1822251"/>
            <a:ext cx="304000" cy="356205"/>
            <a:chOff x="-49375900" y="3550975"/>
            <a:chExt cx="256800" cy="300900"/>
          </a:xfrm>
        </p:grpSpPr>
        <p:sp>
          <p:nvSpPr>
            <p:cNvPr id="6679" name="Google Shape;6679;p65"/>
            <p:cNvSpPr/>
            <p:nvPr/>
          </p:nvSpPr>
          <p:spPr>
            <a:xfrm>
              <a:off x="-49231775" y="3638425"/>
              <a:ext cx="59100" cy="59075"/>
            </a:xfrm>
            <a:custGeom>
              <a:rect b="b" l="l" r="r" t="t"/>
              <a:pathLst>
                <a:path extrusionOk="0" h="2363" w="2364">
                  <a:moveTo>
                    <a:pt x="1" y="0"/>
                  </a:moveTo>
                  <a:lnTo>
                    <a:pt x="1513" y="2363"/>
                  </a:lnTo>
                  <a:lnTo>
                    <a:pt x="2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65"/>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65"/>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65"/>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65"/>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65"/>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65"/>
            <p:cNvSpPr/>
            <p:nvPr/>
          </p:nvSpPr>
          <p:spPr>
            <a:xfrm>
              <a:off x="-49323125" y="3638425"/>
              <a:ext cx="59100" cy="59075"/>
            </a:xfrm>
            <a:custGeom>
              <a:rect b="b" l="l" r="r" t="t"/>
              <a:pathLst>
                <a:path extrusionOk="0" h="2363" w="2364">
                  <a:moveTo>
                    <a:pt x="0" y="0"/>
                  </a:moveTo>
                  <a:lnTo>
                    <a:pt x="819" y="2363"/>
                  </a:ln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65"/>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65"/>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65"/>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65"/>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0" name="Google Shape;6690;p65"/>
          <p:cNvGrpSpPr/>
          <p:nvPr/>
        </p:nvGrpSpPr>
        <p:grpSpPr>
          <a:xfrm>
            <a:off x="2169616" y="2259546"/>
            <a:ext cx="313293" cy="356205"/>
            <a:chOff x="-49378250" y="3920375"/>
            <a:chExt cx="264650" cy="300900"/>
          </a:xfrm>
        </p:grpSpPr>
        <p:sp>
          <p:nvSpPr>
            <p:cNvPr id="6691" name="Google Shape;6691;p65"/>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65"/>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65"/>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65"/>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65"/>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65"/>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65"/>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8" name="Google Shape;6698;p65"/>
          <p:cNvGrpSpPr/>
          <p:nvPr/>
        </p:nvGrpSpPr>
        <p:grpSpPr>
          <a:xfrm>
            <a:off x="888604" y="2752344"/>
            <a:ext cx="312375" cy="357123"/>
            <a:chOff x="-47505300" y="3200500"/>
            <a:chExt cx="263875" cy="301675"/>
          </a:xfrm>
        </p:grpSpPr>
        <p:sp>
          <p:nvSpPr>
            <p:cNvPr id="6699" name="Google Shape;6699;p65"/>
            <p:cNvSpPr/>
            <p:nvPr/>
          </p:nvSpPr>
          <p:spPr>
            <a:xfrm>
              <a:off x="-47382425" y="3306025"/>
              <a:ext cx="52800" cy="53600"/>
            </a:xfrm>
            <a:custGeom>
              <a:rect b="b" l="l" r="r" t="t"/>
              <a:pathLst>
                <a:path extrusionOk="0" h="2144" w="2112">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65"/>
            <p:cNvSpPr/>
            <p:nvPr/>
          </p:nvSpPr>
          <p:spPr>
            <a:xfrm>
              <a:off x="-47382425" y="3306025"/>
              <a:ext cx="15775" cy="15800"/>
            </a:xfrm>
            <a:custGeom>
              <a:rect b="b" l="l" r="r" t="t"/>
              <a:pathLst>
                <a:path extrusionOk="0" h="632" w="631">
                  <a:moveTo>
                    <a:pt x="1" y="1"/>
                  </a:moveTo>
                  <a:lnTo>
                    <a:pt x="1" y="631"/>
                  </a:lnTo>
                  <a:cubicBezTo>
                    <a:pt x="316" y="568"/>
                    <a:pt x="536" y="316"/>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65"/>
            <p:cNvSpPr/>
            <p:nvPr/>
          </p:nvSpPr>
          <p:spPr>
            <a:xfrm>
              <a:off x="-47487975" y="3200500"/>
              <a:ext cx="210325" cy="301675"/>
            </a:xfrm>
            <a:custGeom>
              <a:rect b="b" l="l" r="r" t="t"/>
              <a:pathLst>
                <a:path extrusionOk="0" h="12067" w="8413">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65"/>
            <p:cNvSpPr/>
            <p:nvPr/>
          </p:nvSpPr>
          <p:spPr>
            <a:xfrm>
              <a:off x="-47417875" y="3271375"/>
              <a:ext cx="51225" cy="51225"/>
            </a:xfrm>
            <a:custGeom>
              <a:rect b="b" l="l" r="r" t="t"/>
              <a:pathLst>
                <a:path extrusionOk="0" h="2049" w="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65"/>
            <p:cNvSpPr/>
            <p:nvPr/>
          </p:nvSpPr>
          <p:spPr>
            <a:xfrm>
              <a:off x="-47505300" y="3235950"/>
              <a:ext cx="17350" cy="18125"/>
            </a:xfrm>
            <a:custGeom>
              <a:rect b="b" l="l" r="r" t="t"/>
              <a:pathLst>
                <a:path extrusionOk="0" h="725" w="694">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65"/>
            <p:cNvSpPr/>
            <p:nvPr/>
          </p:nvSpPr>
          <p:spPr>
            <a:xfrm>
              <a:off x="-47505300" y="3447025"/>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65"/>
            <p:cNvSpPr/>
            <p:nvPr/>
          </p:nvSpPr>
          <p:spPr>
            <a:xfrm>
              <a:off x="-47505300" y="3394250"/>
              <a:ext cx="17350" cy="18150"/>
            </a:xfrm>
            <a:custGeom>
              <a:rect b="b" l="l" r="r" t="t"/>
              <a:pathLst>
                <a:path extrusionOk="0" h="726" w="694">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65"/>
            <p:cNvSpPr/>
            <p:nvPr/>
          </p:nvSpPr>
          <p:spPr>
            <a:xfrm>
              <a:off x="-47505300" y="3341475"/>
              <a:ext cx="17350" cy="18150"/>
            </a:xfrm>
            <a:custGeom>
              <a:rect b="b" l="l" r="r" t="t"/>
              <a:pathLst>
                <a:path extrusionOk="0" h="726" w="694">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65"/>
            <p:cNvSpPr/>
            <p:nvPr/>
          </p:nvSpPr>
          <p:spPr>
            <a:xfrm>
              <a:off x="-47505300" y="3289500"/>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65"/>
            <p:cNvSpPr/>
            <p:nvPr/>
          </p:nvSpPr>
          <p:spPr>
            <a:xfrm>
              <a:off x="-47259550" y="3411575"/>
              <a:ext cx="18125" cy="51225"/>
            </a:xfrm>
            <a:custGeom>
              <a:rect b="b" l="l" r="r" t="t"/>
              <a:pathLst>
                <a:path extrusionOk="0" h="2049" w="725">
                  <a:moveTo>
                    <a:pt x="0" y="1"/>
                  </a:moveTo>
                  <a:lnTo>
                    <a:pt x="0" y="2048"/>
                  </a:lnTo>
                  <a:cubicBezTo>
                    <a:pt x="410" y="1891"/>
                    <a:pt x="725" y="1481"/>
                    <a:pt x="725" y="107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65"/>
            <p:cNvSpPr/>
            <p:nvPr/>
          </p:nvSpPr>
          <p:spPr>
            <a:xfrm>
              <a:off x="-47259550" y="3306025"/>
              <a:ext cx="18125" cy="35475"/>
            </a:xfrm>
            <a:custGeom>
              <a:rect b="b" l="l" r="r" t="t"/>
              <a:pathLst>
                <a:path extrusionOk="0" h="1419" w="725">
                  <a:moveTo>
                    <a:pt x="0" y="1"/>
                  </a:moveTo>
                  <a:lnTo>
                    <a:pt x="0" y="1419"/>
                  </a:lnTo>
                  <a:lnTo>
                    <a:pt x="725" y="1419"/>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65"/>
            <p:cNvSpPr/>
            <p:nvPr/>
          </p:nvSpPr>
          <p:spPr>
            <a:xfrm>
              <a:off x="-47259550" y="3359600"/>
              <a:ext cx="18125" cy="34675"/>
            </a:xfrm>
            <a:custGeom>
              <a:rect b="b" l="l" r="r" t="t"/>
              <a:pathLst>
                <a:path extrusionOk="0" h="1387" w="725">
                  <a:moveTo>
                    <a:pt x="0" y="0"/>
                  </a:moveTo>
                  <a:lnTo>
                    <a:pt x="0" y="1387"/>
                  </a:lnTo>
                  <a:lnTo>
                    <a:pt x="725" y="138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65"/>
            <p:cNvSpPr/>
            <p:nvPr/>
          </p:nvSpPr>
          <p:spPr>
            <a:xfrm>
              <a:off x="-47259550" y="3238300"/>
              <a:ext cx="18125" cy="51225"/>
            </a:xfrm>
            <a:custGeom>
              <a:rect b="b" l="l" r="r" t="t"/>
              <a:pathLst>
                <a:path extrusionOk="0" h="2049" w="725">
                  <a:moveTo>
                    <a:pt x="0" y="1"/>
                  </a:moveTo>
                  <a:lnTo>
                    <a:pt x="0" y="2048"/>
                  </a:lnTo>
                  <a:lnTo>
                    <a:pt x="725" y="2048"/>
                  </a:lnTo>
                  <a:lnTo>
                    <a:pt x="725" y="977"/>
                  </a:lnTo>
                  <a:cubicBezTo>
                    <a:pt x="693" y="505"/>
                    <a:pt x="410"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2" name="Google Shape;6712;p65"/>
          <p:cNvGrpSpPr/>
          <p:nvPr/>
        </p:nvGrpSpPr>
        <p:grpSpPr>
          <a:xfrm>
            <a:off x="866704" y="3188692"/>
            <a:ext cx="356176" cy="355051"/>
            <a:chOff x="-47524975" y="3569100"/>
            <a:chExt cx="300875" cy="299925"/>
          </a:xfrm>
        </p:grpSpPr>
        <p:sp>
          <p:nvSpPr>
            <p:cNvPr id="6713" name="Google Shape;6713;p65"/>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65"/>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65"/>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65"/>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65"/>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8" name="Google Shape;6718;p65"/>
          <p:cNvGrpSpPr/>
          <p:nvPr/>
        </p:nvGrpSpPr>
        <p:grpSpPr>
          <a:xfrm>
            <a:off x="867162" y="3667954"/>
            <a:ext cx="355258" cy="270410"/>
            <a:chOff x="-47523400" y="3973950"/>
            <a:chExt cx="300100" cy="228425"/>
          </a:xfrm>
        </p:grpSpPr>
        <p:sp>
          <p:nvSpPr>
            <p:cNvPr id="6719" name="Google Shape;6719;p65"/>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0" name="Google Shape;6720;p65"/>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65"/>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65"/>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65"/>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4" name="Google Shape;6724;p65"/>
          <p:cNvGrpSpPr/>
          <p:nvPr/>
        </p:nvGrpSpPr>
        <p:grpSpPr>
          <a:xfrm>
            <a:off x="3072283" y="2750953"/>
            <a:ext cx="354341" cy="357596"/>
            <a:chOff x="-45673275" y="3199325"/>
            <a:chExt cx="299325" cy="302075"/>
          </a:xfrm>
        </p:grpSpPr>
        <p:sp>
          <p:nvSpPr>
            <p:cNvPr id="6725" name="Google Shape;6725;p65"/>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65"/>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65"/>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8" name="Google Shape;6728;p65"/>
          <p:cNvGrpSpPr/>
          <p:nvPr/>
        </p:nvGrpSpPr>
        <p:grpSpPr>
          <a:xfrm>
            <a:off x="3071351" y="3209202"/>
            <a:ext cx="356205" cy="314240"/>
            <a:chOff x="-45674075" y="3586425"/>
            <a:chExt cx="300900" cy="265450"/>
          </a:xfrm>
        </p:grpSpPr>
        <p:sp>
          <p:nvSpPr>
            <p:cNvPr id="6729" name="Google Shape;6729;p65"/>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65"/>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1" name="Google Shape;6731;p65"/>
          <p:cNvGrpSpPr/>
          <p:nvPr/>
        </p:nvGrpSpPr>
        <p:grpSpPr>
          <a:xfrm>
            <a:off x="3072283" y="3625041"/>
            <a:ext cx="354341" cy="356205"/>
            <a:chOff x="-45673275" y="3937700"/>
            <a:chExt cx="299325" cy="300900"/>
          </a:xfrm>
        </p:grpSpPr>
        <p:sp>
          <p:nvSpPr>
            <p:cNvPr id="6732" name="Google Shape;6732;p65"/>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65"/>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65"/>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65"/>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65"/>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65"/>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8" name="Google Shape;6738;p65"/>
          <p:cNvGrpSpPr/>
          <p:nvPr/>
        </p:nvGrpSpPr>
        <p:grpSpPr>
          <a:xfrm>
            <a:off x="2186449" y="4117825"/>
            <a:ext cx="356205" cy="356205"/>
            <a:chOff x="-44512325" y="3176075"/>
            <a:chExt cx="300900" cy="300900"/>
          </a:xfrm>
        </p:grpSpPr>
        <p:sp>
          <p:nvSpPr>
            <p:cNvPr id="6739" name="Google Shape;6739;p65"/>
            <p:cNvSpPr/>
            <p:nvPr/>
          </p:nvSpPr>
          <p:spPr>
            <a:xfrm>
              <a:off x="-44512325" y="3176075"/>
              <a:ext cx="300900" cy="300900"/>
            </a:xfrm>
            <a:custGeom>
              <a:rect b="b" l="l" r="r" t="t"/>
              <a:pathLst>
                <a:path extrusionOk="0" h="12036" w="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65"/>
            <p:cNvSpPr/>
            <p:nvPr/>
          </p:nvSpPr>
          <p:spPr>
            <a:xfrm>
              <a:off x="-44369750" y="3317850"/>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65"/>
            <p:cNvSpPr/>
            <p:nvPr/>
          </p:nvSpPr>
          <p:spPr>
            <a:xfrm>
              <a:off x="-44411500" y="3275325"/>
              <a:ext cx="100825" cy="102400"/>
            </a:xfrm>
            <a:custGeom>
              <a:rect b="b" l="l" r="r" t="t"/>
              <a:pathLst>
                <a:path extrusionOk="0" h="4096" w="4033">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2" name="Google Shape;6742;p65"/>
          <p:cNvGrpSpPr/>
          <p:nvPr/>
        </p:nvGrpSpPr>
        <p:grpSpPr>
          <a:xfrm>
            <a:off x="2589789" y="1386849"/>
            <a:ext cx="354341" cy="354341"/>
            <a:chOff x="-49027775" y="3183175"/>
            <a:chExt cx="299325" cy="299325"/>
          </a:xfrm>
        </p:grpSpPr>
        <p:sp>
          <p:nvSpPr>
            <p:cNvPr id="6743" name="Google Shape;6743;p65"/>
            <p:cNvSpPr/>
            <p:nvPr/>
          </p:nvSpPr>
          <p:spPr>
            <a:xfrm>
              <a:off x="-48870250" y="3183175"/>
              <a:ext cx="141800" cy="185900"/>
            </a:xfrm>
            <a:custGeom>
              <a:rect b="b" l="l" r="r" t="t"/>
              <a:pathLst>
                <a:path extrusionOk="0" h="7436" w="5672">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65"/>
            <p:cNvSpPr/>
            <p:nvPr/>
          </p:nvSpPr>
          <p:spPr>
            <a:xfrm>
              <a:off x="-49027775" y="3183175"/>
              <a:ext cx="185900" cy="141800"/>
            </a:xfrm>
            <a:custGeom>
              <a:rect b="b" l="l" r="r" t="t"/>
              <a:pathLst>
                <a:path extrusionOk="0" h="5672" w="7436">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65"/>
            <p:cNvSpPr/>
            <p:nvPr/>
          </p:nvSpPr>
          <p:spPr>
            <a:xfrm>
              <a:off x="-49027775" y="3295800"/>
              <a:ext cx="141800" cy="186700"/>
            </a:xfrm>
            <a:custGeom>
              <a:rect b="b" l="l" r="r" t="t"/>
              <a:pathLst>
                <a:path extrusionOk="0" h="7468" w="5672">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65"/>
            <p:cNvSpPr/>
            <p:nvPr/>
          </p:nvSpPr>
          <p:spPr>
            <a:xfrm>
              <a:off x="-48914350" y="3340700"/>
              <a:ext cx="185900" cy="141800"/>
            </a:xfrm>
            <a:custGeom>
              <a:rect b="b" l="l" r="r" t="t"/>
              <a:pathLst>
                <a:path extrusionOk="0" h="5672" w="7436">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7" name="Google Shape;6747;p65"/>
          <p:cNvGrpSpPr/>
          <p:nvPr/>
        </p:nvGrpSpPr>
        <p:grpSpPr>
          <a:xfrm>
            <a:off x="2589330" y="1822251"/>
            <a:ext cx="355258" cy="357152"/>
            <a:chOff x="-49027775" y="3550975"/>
            <a:chExt cx="300100" cy="301700"/>
          </a:xfrm>
        </p:grpSpPr>
        <p:sp>
          <p:nvSpPr>
            <p:cNvPr id="6748" name="Google Shape;6748;p65"/>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65"/>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65"/>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65"/>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65"/>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65"/>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65"/>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65"/>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65"/>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65"/>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8" name="Google Shape;6758;p65"/>
          <p:cNvGrpSpPr/>
          <p:nvPr/>
        </p:nvGrpSpPr>
        <p:grpSpPr>
          <a:xfrm>
            <a:off x="2587406" y="2259310"/>
            <a:ext cx="359106" cy="355525"/>
            <a:chOff x="-49031025" y="3920175"/>
            <a:chExt cx="303350" cy="300325"/>
          </a:xfrm>
        </p:grpSpPr>
        <p:sp>
          <p:nvSpPr>
            <p:cNvPr id="6759" name="Google Shape;6759;p65"/>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65"/>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65"/>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2" name="Google Shape;6762;p65"/>
            <p:cNvSpPr/>
            <p:nvPr/>
          </p:nvSpPr>
          <p:spPr>
            <a:xfrm>
              <a:off x="-48838750" y="4078700"/>
              <a:ext cx="51225" cy="66975"/>
            </a:xfrm>
            <a:custGeom>
              <a:rect b="b" l="l" r="r" t="t"/>
              <a:pathLst>
                <a:path extrusionOk="0" h="2679" w="2049">
                  <a:moveTo>
                    <a:pt x="1" y="0"/>
                  </a:moveTo>
                  <a:lnTo>
                    <a:pt x="1734" y="2678"/>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3" name="Google Shape;6763;p65"/>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65"/>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5" name="Google Shape;6765;p65"/>
          <p:cNvGrpSpPr/>
          <p:nvPr/>
        </p:nvGrpSpPr>
        <p:grpSpPr>
          <a:xfrm>
            <a:off x="1303511" y="2752344"/>
            <a:ext cx="356176" cy="354341"/>
            <a:chOff x="-47155575" y="3200500"/>
            <a:chExt cx="300875" cy="299325"/>
          </a:xfrm>
        </p:grpSpPr>
        <p:sp>
          <p:nvSpPr>
            <p:cNvPr id="6766" name="Google Shape;6766;p65"/>
            <p:cNvSpPr/>
            <p:nvPr/>
          </p:nvSpPr>
          <p:spPr>
            <a:xfrm>
              <a:off x="-46943725" y="3206000"/>
              <a:ext cx="47300" cy="48075"/>
            </a:xfrm>
            <a:custGeom>
              <a:rect b="b" l="l" r="r" t="t"/>
              <a:pathLst>
                <a:path extrusionOk="0" h="1923" w="1892">
                  <a:moveTo>
                    <a:pt x="1" y="1"/>
                  </a:moveTo>
                  <a:lnTo>
                    <a:pt x="1" y="1923"/>
                  </a:lnTo>
                  <a:lnTo>
                    <a:pt x="1891" y="192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65"/>
            <p:cNvSpPr/>
            <p:nvPr/>
          </p:nvSpPr>
          <p:spPr>
            <a:xfrm>
              <a:off x="-47118575" y="3200500"/>
              <a:ext cx="228450" cy="89025"/>
            </a:xfrm>
            <a:custGeom>
              <a:rect b="b" l="l" r="r" t="t"/>
              <a:pathLst>
                <a:path extrusionOk="0" h="3561" w="9138">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65"/>
            <p:cNvSpPr/>
            <p:nvPr/>
          </p:nvSpPr>
          <p:spPr>
            <a:xfrm>
              <a:off x="-47013825" y="3395050"/>
              <a:ext cx="15775" cy="15775"/>
            </a:xfrm>
            <a:custGeom>
              <a:rect b="b" l="l" r="r" t="t"/>
              <a:pathLst>
                <a:path extrusionOk="0" h="631" w="631">
                  <a:moveTo>
                    <a:pt x="1" y="0"/>
                  </a:moveTo>
                  <a:lnTo>
                    <a:pt x="1" y="630"/>
                  </a:lnTo>
                  <a:cubicBezTo>
                    <a:pt x="284" y="504"/>
                    <a:pt x="536" y="252"/>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65"/>
            <p:cNvSpPr/>
            <p:nvPr/>
          </p:nvSpPr>
          <p:spPr>
            <a:xfrm>
              <a:off x="-47049250" y="3359600"/>
              <a:ext cx="51200" cy="51225"/>
            </a:xfrm>
            <a:custGeom>
              <a:rect b="b" l="l" r="r" t="t"/>
              <a:pathLst>
                <a:path extrusionOk="0" h="2049" w="2048">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65"/>
            <p:cNvSpPr/>
            <p:nvPr/>
          </p:nvSpPr>
          <p:spPr>
            <a:xfrm>
              <a:off x="-47013025" y="3393475"/>
              <a:ext cx="52800" cy="53575"/>
            </a:xfrm>
            <a:custGeom>
              <a:rect b="b" l="l" r="r" t="t"/>
              <a:pathLst>
                <a:path extrusionOk="0" h="2143" w="2112">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65"/>
            <p:cNvSpPr/>
            <p:nvPr/>
          </p:nvSpPr>
          <p:spPr>
            <a:xfrm>
              <a:off x="-47155575" y="3270600"/>
              <a:ext cx="300875" cy="229225"/>
            </a:xfrm>
            <a:custGeom>
              <a:rect b="b" l="l" r="r" t="t"/>
              <a:pathLst>
                <a:path extrusionOk="0" h="9169" w="12035">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2" name="Google Shape;6772;p65"/>
          <p:cNvGrpSpPr/>
          <p:nvPr/>
        </p:nvGrpSpPr>
        <p:grpSpPr>
          <a:xfrm>
            <a:off x="1303970" y="3188692"/>
            <a:ext cx="355258" cy="355258"/>
            <a:chOff x="-47154800" y="3569100"/>
            <a:chExt cx="300100" cy="300100"/>
          </a:xfrm>
        </p:grpSpPr>
        <p:sp>
          <p:nvSpPr>
            <p:cNvPr id="6773" name="Google Shape;6773;p65"/>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65"/>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65"/>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65"/>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65"/>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65"/>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9" name="Google Shape;6779;p65"/>
          <p:cNvGrpSpPr/>
          <p:nvPr/>
        </p:nvGrpSpPr>
        <p:grpSpPr>
          <a:xfrm>
            <a:off x="1304443" y="3626905"/>
            <a:ext cx="354311" cy="353423"/>
            <a:chOff x="-47154000" y="3939275"/>
            <a:chExt cx="299300" cy="298550"/>
          </a:xfrm>
        </p:grpSpPr>
        <p:sp>
          <p:nvSpPr>
            <p:cNvPr id="6780" name="Google Shape;6780;p65"/>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65"/>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65"/>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65"/>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65"/>
          <p:cNvGrpSpPr/>
          <p:nvPr/>
        </p:nvGrpSpPr>
        <p:grpSpPr>
          <a:xfrm>
            <a:off x="3529733" y="2752344"/>
            <a:ext cx="312375" cy="354341"/>
            <a:chOff x="-45286550" y="3200500"/>
            <a:chExt cx="263875" cy="299325"/>
          </a:xfrm>
        </p:grpSpPr>
        <p:sp>
          <p:nvSpPr>
            <p:cNvPr id="6785" name="Google Shape;6785;p65"/>
            <p:cNvSpPr/>
            <p:nvPr/>
          </p:nvSpPr>
          <p:spPr>
            <a:xfrm>
              <a:off x="-45233000" y="3200500"/>
              <a:ext cx="210325" cy="247325"/>
            </a:xfrm>
            <a:custGeom>
              <a:rect b="b" l="l" r="r" t="t"/>
              <a:pathLst>
                <a:path extrusionOk="0" h="9893" w="841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65"/>
            <p:cNvSpPr/>
            <p:nvPr/>
          </p:nvSpPr>
          <p:spPr>
            <a:xfrm>
              <a:off x="-45216450" y="33407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65"/>
            <p:cNvSpPr/>
            <p:nvPr/>
          </p:nvSpPr>
          <p:spPr>
            <a:xfrm>
              <a:off x="-45286550" y="3289500"/>
              <a:ext cx="158325" cy="210325"/>
            </a:xfrm>
            <a:custGeom>
              <a:rect b="b" l="l" r="r" t="t"/>
              <a:pathLst>
                <a:path extrusionOk="0" h="8413" w="633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8" name="Google Shape;6788;p65"/>
          <p:cNvGrpSpPr/>
          <p:nvPr/>
        </p:nvGrpSpPr>
        <p:grpSpPr>
          <a:xfrm>
            <a:off x="3529733" y="3189639"/>
            <a:ext cx="312375" cy="354311"/>
            <a:chOff x="-45286550" y="3569900"/>
            <a:chExt cx="263875" cy="299300"/>
          </a:xfrm>
        </p:grpSpPr>
        <p:sp>
          <p:nvSpPr>
            <p:cNvPr id="6789" name="Google Shape;6789;p65"/>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65"/>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65"/>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65"/>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65"/>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65"/>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5" name="Google Shape;6795;p65"/>
          <p:cNvGrpSpPr/>
          <p:nvPr/>
        </p:nvGrpSpPr>
        <p:grpSpPr>
          <a:xfrm>
            <a:off x="3540920" y="3625988"/>
            <a:ext cx="290001" cy="355258"/>
            <a:chOff x="-45277900" y="3938500"/>
            <a:chExt cx="244975" cy="300100"/>
          </a:xfrm>
        </p:grpSpPr>
        <p:sp>
          <p:nvSpPr>
            <p:cNvPr id="6796" name="Google Shape;6796;p65"/>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65"/>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65"/>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65"/>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0" name="Google Shape;6800;p65"/>
          <p:cNvGrpSpPr/>
          <p:nvPr/>
        </p:nvGrpSpPr>
        <p:grpSpPr>
          <a:xfrm>
            <a:off x="2626869" y="4095090"/>
            <a:ext cx="355258" cy="355258"/>
            <a:chOff x="-44502875" y="3576975"/>
            <a:chExt cx="300100" cy="300100"/>
          </a:xfrm>
        </p:grpSpPr>
        <p:sp>
          <p:nvSpPr>
            <p:cNvPr id="6801" name="Google Shape;6801;p65"/>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65"/>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3" name="Google Shape;6803;p65"/>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4" name="Google Shape;6804;p65"/>
          <p:cNvGrpSpPr/>
          <p:nvPr/>
        </p:nvGrpSpPr>
        <p:grpSpPr>
          <a:xfrm>
            <a:off x="4835456" y="1828361"/>
            <a:ext cx="356196" cy="354670"/>
            <a:chOff x="-13946200" y="3647075"/>
            <a:chExt cx="353650" cy="352100"/>
          </a:xfrm>
        </p:grpSpPr>
        <p:sp>
          <p:nvSpPr>
            <p:cNvPr id="6805" name="Google Shape;6805;p65"/>
            <p:cNvSpPr/>
            <p:nvPr/>
          </p:nvSpPr>
          <p:spPr>
            <a:xfrm>
              <a:off x="-13717000" y="3647075"/>
              <a:ext cx="124450" cy="144150"/>
            </a:xfrm>
            <a:custGeom>
              <a:rect b="b" l="l" r="r" t="t"/>
              <a:pathLst>
                <a:path extrusionOk="0" h="5766" w="4978">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65"/>
            <p:cNvSpPr/>
            <p:nvPr/>
          </p:nvSpPr>
          <p:spPr>
            <a:xfrm>
              <a:off x="-13801275" y="3647075"/>
              <a:ext cx="63025" cy="61075"/>
            </a:xfrm>
            <a:custGeom>
              <a:rect b="b" l="l" r="r" t="t"/>
              <a:pathLst>
                <a:path extrusionOk="0" h="2443" w="2521">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65"/>
            <p:cNvSpPr/>
            <p:nvPr/>
          </p:nvSpPr>
          <p:spPr>
            <a:xfrm>
              <a:off x="-13946200" y="3647075"/>
              <a:ext cx="124450" cy="143400"/>
            </a:xfrm>
            <a:custGeom>
              <a:rect b="b" l="l" r="r" t="t"/>
              <a:pathLst>
                <a:path extrusionOk="0" h="5736" w="4978">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65"/>
            <p:cNvSpPr/>
            <p:nvPr/>
          </p:nvSpPr>
          <p:spPr>
            <a:xfrm>
              <a:off x="-13946200" y="3873900"/>
              <a:ext cx="352875" cy="125275"/>
            </a:xfrm>
            <a:custGeom>
              <a:rect b="b" l="l" r="r" t="t"/>
              <a:pathLst>
                <a:path extrusionOk="0" h="5011" w="14115">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65"/>
            <p:cNvSpPr/>
            <p:nvPr/>
          </p:nvSpPr>
          <p:spPr>
            <a:xfrm>
              <a:off x="-13713850" y="3810125"/>
              <a:ext cx="120525" cy="105075"/>
            </a:xfrm>
            <a:custGeom>
              <a:rect b="b" l="l" r="r" t="t"/>
              <a:pathLst>
                <a:path extrusionOk="0" h="4203" w="4821">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65"/>
            <p:cNvSpPr/>
            <p:nvPr/>
          </p:nvSpPr>
          <p:spPr>
            <a:xfrm>
              <a:off x="-13946200" y="3810125"/>
              <a:ext cx="121300" cy="105175"/>
            </a:xfrm>
            <a:custGeom>
              <a:rect b="b" l="l" r="r" t="t"/>
              <a:pathLst>
                <a:path extrusionOk="0" h="4207" w="4852">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1" name="Google Shape;6811;p65"/>
          <p:cNvGrpSpPr/>
          <p:nvPr/>
        </p:nvGrpSpPr>
        <p:grpSpPr>
          <a:xfrm>
            <a:off x="6618849" y="1387844"/>
            <a:ext cx="357002" cy="354267"/>
            <a:chOff x="-12163025" y="3214275"/>
            <a:chExt cx="354450" cy="351700"/>
          </a:xfrm>
        </p:grpSpPr>
        <p:sp>
          <p:nvSpPr>
            <p:cNvPr id="6812" name="Google Shape;6812;p65"/>
            <p:cNvSpPr/>
            <p:nvPr/>
          </p:nvSpPr>
          <p:spPr>
            <a:xfrm>
              <a:off x="-12163025" y="3214275"/>
              <a:ext cx="354450" cy="165025"/>
            </a:xfrm>
            <a:custGeom>
              <a:rect b="b" l="l" r="r" t="t"/>
              <a:pathLst>
                <a:path extrusionOk="0" h="6601" w="14178">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65"/>
            <p:cNvSpPr/>
            <p:nvPr/>
          </p:nvSpPr>
          <p:spPr>
            <a:xfrm>
              <a:off x="-12161450" y="3503725"/>
              <a:ext cx="41775" cy="62250"/>
            </a:xfrm>
            <a:custGeom>
              <a:rect b="b" l="l" r="r" t="t"/>
              <a:pathLst>
                <a:path extrusionOk="0" h="2490" w="1671">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4" name="Google Shape;6814;p65"/>
            <p:cNvSpPr/>
            <p:nvPr/>
          </p:nvSpPr>
          <p:spPr>
            <a:xfrm>
              <a:off x="-12161450" y="3350150"/>
              <a:ext cx="41775" cy="133125"/>
            </a:xfrm>
            <a:custGeom>
              <a:rect b="b" l="l" r="r" t="t"/>
              <a:pathLst>
                <a:path extrusionOk="0" h="5325" w="1671">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5" name="Google Shape;6815;p65"/>
          <p:cNvGrpSpPr/>
          <p:nvPr/>
        </p:nvGrpSpPr>
        <p:grpSpPr>
          <a:xfrm>
            <a:off x="6619629" y="1827581"/>
            <a:ext cx="355441" cy="356232"/>
            <a:chOff x="-12160675" y="3647875"/>
            <a:chExt cx="352900" cy="353650"/>
          </a:xfrm>
        </p:grpSpPr>
        <p:sp>
          <p:nvSpPr>
            <p:cNvPr id="6816" name="Google Shape;6816;p65"/>
            <p:cNvSpPr/>
            <p:nvPr/>
          </p:nvSpPr>
          <p:spPr>
            <a:xfrm>
              <a:off x="-12059850" y="3958975"/>
              <a:ext cx="149675" cy="42550"/>
            </a:xfrm>
            <a:custGeom>
              <a:rect b="b" l="l" r="r" t="t"/>
              <a:pathLst>
                <a:path extrusionOk="0" h="1702" w="5987">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65"/>
            <p:cNvSpPr/>
            <p:nvPr/>
          </p:nvSpPr>
          <p:spPr>
            <a:xfrm>
              <a:off x="-11850350" y="3749475"/>
              <a:ext cx="42575" cy="149675"/>
            </a:xfrm>
            <a:custGeom>
              <a:rect b="b" l="l" r="r" t="t"/>
              <a:pathLst>
                <a:path extrusionOk="0" h="5987" w="1703">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65"/>
            <p:cNvSpPr/>
            <p:nvPr/>
          </p:nvSpPr>
          <p:spPr>
            <a:xfrm>
              <a:off x="-12059850" y="3647875"/>
              <a:ext cx="148875" cy="42550"/>
            </a:xfrm>
            <a:custGeom>
              <a:rect b="b" l="l" r="r" t="t"/>
              <a:pathLst>
                <a:path extrusionOk="0" h="1702" w="5955">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65"/>
            <p:cNvSpPr/>
            <p:nvPr/>
          </p:nvSpPr>
          <p:spPr>
            <a:xfrm>
              <a:off x="-12160675" y="3750250"/>
              <a:ext cx="41775" cy="148900"/>
            </a:xfrm>
            <a:custGeom>
              <a:rect b="b" l="l" r="r" t="t"/>
              <a:pathLst>
                <a:path extrusionOk="0" h="5956" w="1671">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65"/>
            <p:cNvSpPr/>
            <p:nvPr/>
          </p:nvSpPr>
          <p:spPr>
            <a:xfrm>
              <a:off x="-12099225" y="3710875"/>
              <a:ext cx="228425" cy="226200"/>
            </a:xfrm>
            <a:custGeom>
              <a:rect b="b" l="l" r="r" t="t"/>
              <a:pathLst>
                <a:path extrusionOk="0" h="9048" w="9137">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65"/>
            <p:cNvSpPr/>
            <p:nvPr/>
          </p:nvSpPr>
          <p:spPr>
            <a:xfrm>
              <a:off x="-12056700" y="3751825"/>
              <a:ext cx="144950" cy="144950"/>
            </a:xfrm>
            <a:custGeom>
              <a:rect b="b" l="l" r="r" t="t"/>
              <a:pathLst>
                <a:path extrusionOk="0" h="5798" w="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65"/>
            <p:cNvSpPr/>
            <p:nvPr/>
          </p:nvSpPr>
          <p:spPr>
            <a:xfrm>
              <a:off x="-12016525" y="3792775"/>
              <a:ext cx="63025" cy="63050"/>
            </a:xfrm>
            <a:custGeom>
              <a:rect b="b" l="l" r="r" t="t"/>
              <a:pathLst>
                <a:path extrusionOk="0" h="2522" w="2521">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3" name="Google Shape;6823;p65"/>
          <p:cNvGrpSpPr/>
          <p:nvPr/>
        </p:nvGrpSpPr>
        <p:grpSpPr>
          <a:xfrm>
            <a:off x="6630345" y="2272036"/>
            <a:ext cx="354635" cy="356232"/>
            <a:chOff x="-12160675" y="4081850"/>
            <a:chExt cx="352100" cy="353650"/>
          </a:xfrm>
        </p:grpSpPr>
        <p:sp>
          <p:nvSpPr>
            <p:cNvPr id="6824" name="Google Shape;6824;p65"/>
            <p:cNvSpPr/>
            <p:nvPr/>
          </p:nvSpPr>
          <p:spPr>
            <a:xfrm>
              <a:off x="-12014950" y="4081850"/>
              <a:ext cx="61450" cy="62275"/>
            </a:xfrm>
            <a:custGeom>
              <a:rect b="b" l="l" r="r" t="t"/>
              <a:pathLst>
                <a:path extrusionOk="0" h="2491" w="2458">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65"/>
            <p:cNvSpPr/>
            <p:nvPr/>
          </p:nvSpPr>
          <p:spPr>
            <a:xfrm>
              <a:off x="-12077175" y="4352000"/>
              <a:ext cx="186700" cy="83500"/>
            </a:xfrm>
            <a:custGeom>
              <a:rect b="b" l="l" r="r" t="t"/>
              <a:pathLst>
                <a:path extrusionOk="0" h="3340" w="7468">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65"/>
            <p:cNvSpPr/>
            <p:nvPr/>
          </p:nvSpPr>
          <p:spPr>
            <a:xfrm>
              <a:off x="-11911775" y="4186000"/>
              <a:ext cx="103200" cy="101425"/>
            </a:xfrm>
            <a:custGeom>
              <a:rect b="b" l="l" r="r" t="t"/>
              <a:pathLst>
                <a:path extrusionOk="0" h="4057" w="4128">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65"/>
            <p:cNvSpPr/>
            <p:nvPr/>
          </p:nvSpPr>
          <p:spPr>
            <a:xfrm>
              <a:off x="-12160675" y="4186000"/>
              <a:ext cx="104000" cy="101425"/>
            </a:xfrm>
            <a:custGeom>
              <a:rect b="b" l="l" r="r" t="t"/>
              <a:pathLst>
                <a:path extrusionOk="0" h="4057" w="416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65"/>
            <p:cNvSpPr/>
            <p:nvPr/>
          </p:nvSpPr>
          <p:spPr>
            <a:xfrm>
              <a:off x="-12049600" y="4144075"/>
              <a:ext cx="127600" cy="67750"/>
            </a:xfrm>
            <a:custGeom>
              <a:rect b="b" l="l" r="r" t="t"/>
              <a:pathLst>
                <a:path extrusionOk="0" h="2710" w="5104">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65"/>
            <p:cNvSpPr/>
            <p:nvPr/>
          </p:nvSpPr>
          <p:spPr>
            <a:xfrm>
              <a:off x="-12033850" y="4212600"/>
              <a:ext cx="99250" cy="118150"/>
            </a:xfrm>
            <a:custGeom>
              <a:rect b="b" l="l" r="r" t="t"/>
              <a:pathLst>
                <a:path extrusionOk="0" h="4726" w="397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0" name="Google Shape;6830;p65"/>
          <p:cNvGrpSpPr/>
          <p:nvPr/>
        </p:nvGrpSpPr>
        <p:grpSpPr>
          <a:xfrm>
            <a:off x="4835311" y="2746480"/>
            <a:ext cx="355416" cy="355652"/>
            <a:chOff x="-10391650" y="3180600"/>
            <a:chExt cx="352875" cy="353075"/>
          </a:xfrm>
        </p:grpSpPr>
        <p:sp>
          <p:nvSpPr>
            <p:cNvPr id="6831" name="Google Shape;6831;p65"/>
            <p:cNvSpPr/>
            <p:nvPr/>
          </p:nvSpPr>
          <p:spPr>
            <a:xfrm>
              <a:off x="-10390875" y="3263500"/>
              <a:ext cx="352100" cy="42550"/>
            </a:xfrm>
            <a:custGeom>
              <a:rect b="b" l="l" r="r" t="t"/>
              <a:pathLst>
                <a:path extrusionOk="0" h="1702" w="14084">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65"/>
            <p:cNvSpPr/>
            <p:nvPr/>
          </p:nvSpPr>
          <p:spPr>
            <a:xfrm>
              <a:off x="-10391650" y="3451750"/>
              <a:ext cx="352875" cy="81925"/>
            </a:xfrm>
            <a:custGeom>
              <a:rect b="b" l="l" r="r" t="t"/>
              <a:pathLst>
                <a:path extrusionOk="0" h="3277" w="14115">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65"/>
            <p:cNvSpPr/>
            <p:nvPr/>
          </p:nvSpPr>
          <p:spPr>
            <a:xfrm>
              <a:off x="-10327075" y="3180600"/>
              <a:ext cx="223700" cy="62450"/>
            </a:xfrm>
            <a:custGeom>
              <a:rect b="b" l="l" r="r" t="t"/>
              <a:pathLst>
                <a:path extrusionOk="0" h="2498" w="894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65"/>
            <p:cNvSpPr/>
            <p:nvPr/>
          </p:nvSpPr>
          <p:spPr>
            <a:xfrm>
              <a:off x="-10245950" y="3325725"/>
              <a:ext cx="61450" cy="104775"/>
            </a:xfrm>
            <a:custGeom>
              <a:rect b="b" l="l" r="r" t="t"/>
              <a:pathLst>
                <a:path extrusionOk="0" h="4191" w="2458">
                  <a:moveTo>
                    <a:pt x="0" y="1"/>
                  </a:moveTo>
                  <a:lnTo>
                    <a:pt x="0" y="4191"/>
                  </a:lnTo>
                  <a:lnTo>
                    <a:pt x="2458" y="4191"/>
                  </a:lnTo>
                  <a:lnTo>
                    <a:pt x="24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65"/>
            <p:cNvSpPr/>
            <p:nvPr/>
          </p:nvSpPr>
          <p:spPr>
            <a:xfrm>
              <a:off x="-10142775" y="3325725"/>
              <a:ext cx="63025" cy="104775"/>
            </a:xfrm>
            <a:custGeom>
              <a:rect b="b" l="l" r="r" t="t"/>
              <a:pathLst>
                <a:path extrusionOk="0" h="4191" w="2521">
                  <a:moveTo>
                    <a:pt x="1" y="1"/>
                  </a:moveTo>
                  <a:lnTo>
                    <a:pt x="1" y="4191"/>
                  </a:lnTo>
                  <a:lnTo>
                    <a:pt x="2521" y="4191"/>
                  </a:lnTo>
                  <a:lnTo>
                    <a:pt x="25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6" name="Google Shape;6836;p65"/>
            <p:cNvSpPr/>
            <p:nvPr/>
          </p:nvSpPr>
          <p:spPr>
            <a:xfrm>
              <a:off x="-10350700" y="3325725"/>
              <a:ext cx="62250" cy="104775"/>
            </a:xfrm>
            <a:custGeom>
              <a:rect b="b" l="l" r="r" t="t"/>
              <a:pathLst>
                <a:path extrusionOk="0" h="4191" w="2490">
                  <a:moveTo>
                    <a:pt x="0" y="1"/>
                  </a:moveTo>
                  <a:lnTo>
                    <a:pt x="0" y="4191"/>
                  </a:lnTo>
                  <a:lnTo>
                    <a:pt x="2489" y="4191"/>
                  </a:lnTo>
                  <a:lnTo>
                    <a:pt x="2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7" name="Google Shape;6837;p65"/>
          <p:cNvGrpSpPr/>
          <p:nvPr/>
        </p:nvGrpSpPr>
        <p:grpSpPr>
          <a:xfrm>
            <a:off x="4835310" y="3223278"/>
            <a:ext cx="354635" cy="353890"/>
            <a:chOff x="-10390875" y="3616350"/>
            <a:chExt cx="352100" cy="351325"/>
          </a:xfrm>
        </p:grpSpPr>
        <p:sp>
          <p:nvSpPr>
            <p:cNvPr id="6838" name="Google Shape;6838;p65"/>
            <p:cNvSpPr/>
            <p:nvPr/>
          </p:nvSpPr>
          <p:spPr>
            <a:xfrm>
              <a:off x="-10308950" y="3780175"/>
              <a:ext cx="186675" cy="104800"/>
            </a:xfrm>
            <a:custGeom>
              <a:rect b="b" l="l" r="r" t="t"/>
              <a:pathLst>
                <a:path extrusionOk="0" h="4192" w="7467">
                  <a:moveTo>
                    <a:pt x="0" y="1"/>
                  </a:moveTo>
                  <a:lnTo>
                    <a:pt x="0" y="4191"/>
                  </a:lnTo>
                  <a:lnTo>
                    <a:pt x="7467" y="4191"/>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65"/>
            <p:cNvSpPr/>
            <p:nvPr/>
          </p:nvSpPr>
          <p:spPr>
            <a:xfrm>
              <a:off x="-10390875" y="3698275"/>
              <a:ext cx="352100" cy="269400"/>
            </a:xfrm>
            <a:custGeom>
              <a:rect b="b" l="l" r="r" t="t"/>
              <a:pathLst>
                <a:path extrusionOk="0" h="10776" w="14084">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65"/>
            <p:cNvSpPr/>
            <p:nvPr/>
          </p:nvSpPr>
          <p:spPr>
            <a:xfrm>
              <a:off x="-10268000" y="3616350"/>
              <a:ext cx="103975" cy="81150"/>
            </a:xfrm>
            <a:custGeom>
              <a:rect b="b" l="l" r="r" t="t"/>
              <a:pathLst>
                <a:path extrusionOk="0" h="3246" w="4159">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1" name="Google Shape;6841;p65"/>
          <p:cNvGrpSpPr/>
          <p:nvPr/>
        </p:nvGrpSpPr>
        <p:grpSpPr>
          <a:xfrm>
            <a:off x="7502285" y="2747943"/>
            <a:ext cx="312585" cy="354670"/>
            <a:chOff x="-10370400" y="4049550"/>
            <a:chExt cx="310350" cy="352100"/>
          </a:xfrm>
        </p:grpSpPr>
        <p:sp>
          <p:nvSpPr>
            <p:cNvPr id="6842" name="Google Shape;6842;p65"/>
            <p:cNvSpPr/>
            <p:nvPr/>
          </p:nvSpPr>
          <p:spPr>
            <a:xfrm>
              <a:off x="-10308175" y="4224400"/>
              <a:ext cx="185900" cy="115800"/>
            </a:xfrm>
            <a:custGeom>
              <a:rect b="b" l="l" r="r" t="t"/>
              <a:pathLst>
                <a:path extrusionOk="0" h="4632" w="7436">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65"/>
            <p:cNvSpPr/>
            <p:nvPr/>
          </p:nvSpPr>
          <p:spPr>
            <a:xfrm>
              <a:off x="-10292425" y="4121225"/>
              <a:ext cx="159125" cy="30750"/>
            </a:xfrm>
            <a:custGeom>
              <a:rect b="b" l="l" r="r" t="t"/>
              <a:pathLst>
                <a:path extrusionOk="0" h="1230" w="6365">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4" name="Google Shape;6844;p65"/>
            <p:cNvSpPr/>
            <p:nvPr/>
          </p:nvSpPr>
          <p:spPr>
            <a:xfrm>
              <a:off x="-10370400" y="4049550"/>
              <a:ext cx="310350" cy="91400"/>
            </a:xfrm>
            <a:custGeom>
              <a:rect b="b" l="l" r="r" t="t"/>
              <a:pathLst>
                <a:path extrusionOk="0" h="3656" w="12414">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65"/>
            <p:cNvSpPr/>
            <p:nvPr/>
          </p:nvSpPr>
          <p:spPr>
            <a:xfrm>
              <a:off x="-10328650" y="4173200"/>
              <a:ext cx="226850" cy="30750"/>
            </a:xfrm>
            <a:custGeom>
              <a:rect b="b" l="l" r="r" t="t"/>
              <a:pathLst>
                <a:path extrusionOk="0" h="1230" w="9074">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65"/>
            <p:cNvSpPr/>
            <p:nvPr/>
          </p:nvSpPr>
          <p:spPr>
            <a:xfrm>
              <a:off x="-10328650" y="4360650"/>
              <a:ext cx="226850" cy="41000"/>
            </a:xfrm>
            <a:custGeom>
              <a:rect b="b" l="l" r="r" t="t"/>
              <a:pathLst>
                <a:path extrusionOk="0" h="1640" w="9074">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7" name="Google Shape;6847;p65"/>
          <p:cNvGrpSpPr/>
          <p:nvPr/>
        </p:nvGrpSpPr>
        <p:grpSpPr>
          <a:xfrm>
            <a:off x="6606541" y="2746884"/>
            <a:ext cx="379236" cy="354847"/>
            <a:chOff x="-8674650" y="3210975"/>
            <a:chExt cx="376525" cy="352275"/>
          </a:xfrm>
        </p:grpSpPr>
        <p:sp>
          <p:nvSpPr>
            <p:cNvPr id="6848" name="Google Shape;6848;p65"/>
            <p:cNvSpPr/>
            <p:nvPr/>
          </p:nvSpPr>
          <p:spPr>
            <a:xfrm>
              <a:off x="-8542325" y="3335375"/>
              <a:ext cx="112650" cy="104375"/>
            </a:xfrm>
            <a:custGeom>
              <a:rect b="b" l="l" r="r" t="t"/>
              <a:pathLst>
                <a:path extrusionOk="0" h="4175" w="4506">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65"/>
            <p:cNvSpPr/>
            <p:nvPr/>
          </p:nvSpPr>
          <p:spPr>
            <a:xfrm>
              <a:off x="-8496650" y="3377125"/>
              <a:ext cx="22875" cy="20900"/>
            </a:xfrm>
            <a:custGeom>
              <a:rect b="b" l="l" r="r" t="t"/>
              <a:pathLst>
                <a:path extrusionOk="0" h="836" w="915">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65"/>
            <p:cNvSpPr/>
            <p:nvPr/>
          </p:nvSpPr>
          <p:spPr>
            <a:xfrm>
              <a:off x="-8540750" y="3332825"/>
              <a:ext cx="242625" cy="230425"/>
            </a:xfrm>
            <a:custGeom>
              <a:rect b="b" l="l" r="r" t="t"/>
              <a:pathLst>
                <a:path extrusionOk="0" h="9217" w="9705">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65"/>
            <p:cNvSpPr/>
            <p:nvPr/>
          </p:nvSpPr>
          <p:spPr>
            <a:xfrm>
              <a:off x="-8645500" y="3428125"/>
              <a:ext cx="120525" cy="118950"/>
            </a:xfrm>
            <a:custGeom>
              <a:rect b="b" l="l" r="r" t="t"/>
              <a:pathLst>
                <a:path extrusionOk="0" h="4758" w="4821">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2" name="Google Shape;6852;p65"/>
            <p:cNvSpPr/>
            <p:nvPr/>
          </p:nvSpPr>
          <p:spPr>
            <a:xfrm>
              <a:off x="-8448600" y="3227275"/>
              <a:ext cx="122900" cy="122900"/>
            </a:xfrm>
            <a:custGeom>
              <a:rect b="b" l="l" r="r" t="t"/>
              <a:pathLst>
                <a:path extrusionOk="0" h="4916" w="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65"/>
            <p:cNvSpPr/>
            <p:nvPr/>
          </p:nvSpPr>
          <p:spPr>
            <a:xfrm>
              <a:off x="-8674650" y="3210975"/>
              <a:ext cx="241825" cy="232925"/>
            </a:xfrm>
            <a:custGeom>
              <a:rect b="b" l="l" r="r" t="t"/>
              <a:pathLst>
                <a:path extrusionOk="0" h="9317" w="9673">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4" name="Google Shape;6854;p65"/>
          <p:cNvGrpSpPr/>
          <p:nvPr/>
        </p:nvGrpSpPr>
        <p:grpSpPr>
          <a:xfrm>
            <a:off x="5278038" y="1828361"/>
            <a:ext cx="356221" cy="354670"/>
            <a:chOff x="-13512225" y="3647075"/>
            <a:chExt cx="353675" cy="352100"/>
          </a:xfrm>
        </p:grpSpPr>
        <p:sp>
          <p:nvSpPr>
            <p:cNvPr id="6855" name="Google Shape;6855;p65"/>
            <p:cNvSpPr/>
            <p:nvPr/>
          </p:nvSpPr>
          <p:spPr>
            <a:xfrm>
              <a:off x="-13344475" y="3876275"/>
              <a:ext cx="19725" cy="19725"/>
            </a:xfrm>
            <a:custGeom>
              <a:rect b="b" l="l" r="r" t="t"/>
              <a:pathLst>
                <a:path extrusionOk="0" h="789" w="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6" name="Google Shape;6856;p65"/>
            <p:cNvSpPr/>
            <p:nvPr/>
          </p:nvSpPr>
          <p:spPr>
            <a:xfrm>
              <a:off x="-13268850" y="3854225"/>
              <a:ext cx="110300" cy="62250"/>
            </a:xfrm>
            <a:custGeom>
              <a:rect b="b" l="l" r="r" t="t"/>
              <a:pathLst>
                <a:path extrusionOk="0" h="2490" w="4412">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7" name="Google Shape;6857;p65"/>
            <p:cNvSpPr/>
            <p:nvPr/>
          </p:nvSpPr>
          <p:spPr>
            <a:xfrm>
              <a:off x="-13512225" y="3936925"/>
              <a:ext cx="353675" cy="62250"/>
            </a:xfrm>
            <a:custGeom>
              <a:rect b="b" l="l" r="r" t="t"/>
              <a:pathLst>
                <a:path extrusionOk="0" h="2490" w="14147">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65"/>
            <p:cNvSpPr/>
            <p:nvPr/>
          </p:nvSpPr>
          <p:spPr>
            <a:xfrm>
              <a:off x="-13387000" y="3833750"/>
              <a:ext cx="104775" cy="104775"/>
            </a:xfrm>
            <a:custGeom>
              <a:rect b="b" l="l" r="r" t="t"/>
              <a:pathLst>
                <a:path extrusionOk="0" h="4191" w="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65"/>
            <p:cNvSpPr/>
            <p:nvPr/>
          </p:nvSpPr>
          <p:spPr>
            <a:xfrm>
              <a:off x="-13512225" y="3855000"/>
              <a:ext cx="111875" cy="62250"/>
            </a:xfrm>
            <a:custGeom>
              <a:rect b="b" l="l" r="r" t="t"/>
              <a:pathLst>
                <a:path extrusionOk="0" h="2490" w="4475">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65"/>
            <p:cNvSpPr/>
            <p:nvPr/>
          </p:nvSpPr>
          <p:spPr>
            <a:xfrm>
              <a:off x="-13490175" y="3730575"/>
              <a:ext cx="62250" cy="40975"/>
            </a:xfrm>
            <a:custGeom>
              <a:rect b="b" l="l" r="r" t="t"/>
              <a:pathLst>
                <a:path extrusionOk="0" h="1639" w="249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65"/>
            <p:cNvSpPr/>
            <p:nvPr/>
          </p:nvSpPr>
          <p:spPr>
            <a:xfrm>
              <a:off x="-13241275" y="3730575"/>
              <a:ext cx="62225" cy="40975"/>
            </a:xfrm>
            <a:custGeom>
              <a:rect b="b" l="l" r="r" t="t"/>
              <a:pathLst>
                <a:path extrusionOk="0" h="1639" w="248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65"/>
            <p:cNvSpPr/>
            <p:nvPr/>
          </p:nvSpPr>
          <p:spPr>
            <a:xfrm>
              <a:off x="-13427950" y="3647075"/>
              <a:ext cx="186700" cy="63025"/>
            </a:xfrm>
            <a:custGeom>
              <a:rect b="b" l="l" r="r" t="t"/>
              <a:pathLst>
                <a:path extrusionOk="0" h="2521" w="7468">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65"/>
            <p:cNvSpPr/>
            <p:nvPr/>
          </p:nvSpPr>
          <p:spPr>
            <a:xfrm>
              <a:off x="-13512225" y="3773100"/>
              <a:ext cx="353675" cy="60675"/>
            </a:xfrm>
            <a:custGeom>
              <a:rect b="b" l="l" r="r" t="t"/>
              <a:pathLst>
                <a:path extrusionOk="0" h="2427" w="1414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65"/>
            <p:cNvSpPr/>
            <p:nvPr/>
          </p:nvSpPr>
          <p:spPr>
            <a:xfrm>
              <a:off x="-13411400" y="3730575"/>
              <a:ext cx="153600" cy="20500"/>
            </a:xfrm>
            <a:custGeom>
              <a:rect b="b" l="l" r="r" t="t"/>
              <a:pathLst>
                <a:path extrusionOk="0" h="820" w="6144">
                  <a:moveTo>
                    <a:pt x="0" y="0"/>
                  </a:moveTo>
                  <a:lnTo>
                    <a:pt x="599" y="819"/>
                  </a:lnTo>
                  <a:lnTo>
                    <a:pt x="5545" y="819"/>
                  </a:lnTo>
                  <a:lnTo>
                    <a:pt x="61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5" name="Google Shape;6865;p65"/>
          <p:cNvGrpSpPr/>
          <p:nvPr/>
        </p:nvGrpSpPr>
        <p:grpSpPr>
          <a:xfrm>
            <a:off x="5288351" y="2272427"/>
            <a:ext cx="356221" cy="355451"/>
            <a:chOff x="-13512225" y="4080275"/>
            <a:chExt cx="353675" cy="352875"/>
          </a:xfrm>
        </p:grpSpPr>
        <p:sp>
          <p:nvSpPr>
            <p:cNvPr id="6866" name="Google Shape;6866;p65"/>
            <p:cNvSpPr/>
            <p:nvPr/>
          </p:nvSpPr>
          <p:spPr>
            <a:xfrm>
              <a:off x="-13512225" y="4203925"/>
              <a:ext cx="353675" cy="229225"/>
            </a:xfrm>
            <a:custGeom>
              <a:rect b="b" l="l" r="r" t="t"/>
              <a:pathLst>
                <a:path extrusionOk="0" h="9169" w="14147">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7" name="Google Shape;6867;p65"/>
            <p:cNvSpPr/>
            <p:nvPr/>
          </p:nvSpPr>
          <p:spPr>
            <a:xfrm>
              <a:off x="-13366525" y="4275600"/>
              <a:ext cx="73275" cy="88225"/>
            </a:xfrm>
            <a:custGeom>
              <a:rect b="b" l="l" r="r" t="t"/>
              <a:pathLst>
                <a:path extrusionOk="0" h="3529" w="2931">
                  <a:moveTo>
                    <a:pt x="1" y="0"/>
                  </a:moveTo>
                  <a:lnTo>
                    <a:pt x="1" y="3529"/>
                  </a:lnTo>
                  <a:lnTo>
                    <a:pt x="2931" y="1733"/>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65"/>
            <p:cNvSpPr/>
            <p:nvPr/>
          </p:nvSpPr>
          <p:spPr>
            <a:xfrm>
              <a:off x="-13398800" y="4143275"/>
              <a:ext cx="65375" cy="40975"/>
            </a:xfrm>
            <a:custGeom>
              <a:rect b="b" l="l" r="r" t="t"/>
              <a:pathLst>
                <a:path extrusionOk="0" h="1639" w="2615">
                  <a:moveTo>
                    <a:pt x="1103" y="1"/>
                  </a:moveTo>
                  <a:lnTo>
                    <a:pt x="0" y="1639"/>
                  </a:lnTo>
                  <a:lnTo>
                    <a:pt x="1512" y="1639"/>
                  </a:lnTo>
                  <a:lnTo>
                    <a:pt x="2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65"/>
            <p:cNvSpPr/>
            <p:nvPr/>
          </p:nvSpPr>
          <p:spPr>
            <a:xfrm>
              <a:off x="-13336575" y="4143275"/>
              <a:ext cx="64600" cy="40975"/>
            </a:xfrm>
            <a:custGeom>
              <a:rect b="b" l="l" r="r" t="t"/>
              <a:pathLst>
                <a:path extrusionOk="0" h="1639" w="2584">
                  <a:moveTo>
                    <a:pt x="1103" y="1"/>
                  </a:moveTo>
                  <a:lnTo>
                    <a:pt x="0" y="1639"/>
                  </a:lnTo>
                  <a:lnTo>
                    <a:pt x="1481" y="1639"/>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65"/>
            <p:cNvSpPr/>
            <p:nvPr/>
          </p:nvSpPr>
          <p:spPr>
            <a:xfrm>
              <a:off x="-13398800" y="4081050"/>
              <a:ext cx="65375" cy="40975"/>
            </a:xfrm>
            <a:custGeom>
              <a:rect b="b" l="l" r="r" t="t"/>
              <a:pathLst>
                <a:path extrusionOk="0" h="1639" w="2615">
                  <a:moveTo>
                    <a:pt x="0" y="1"/>
                  </a:moveTo>
                  <a:lnTo>
                    <a:pt x="1103" y="1639"/>
                  </a:lnTo>
                  <a:lnTo>
                    <a:pt x="2615" y="1639"/>
                  </a:lnTo>
                  <a:lnTo>
                    <a:pt x="1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65"/>
            <p:cNvSpPr/>
            <p:nvPr/>
          </p:nvSpPr>
          <p:spPr>
            <a:xfrm>
              <a:off x="-13274375" y="4143275"/>
              <a:ext cx="64625" cy="40975"/>
            </a:xfrm>
            <a:custGeom>
              <a:rect b="b" l="l" r="r" t="t"/>
              <a:pathLst>
                <a:path extrusionOk="0" h="1639" w="2585">
                  <a:moveTo>
                    <a:pt x="1104" y="1"/>
                  </a:moveTo>
                  <a:lnTo>
                    <a:pt x="1" y="1639"/>
                  </a:lnTo>
                  <a:lnTo>
                    <a:pt x="1482" y="1639"/>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2" name="Google Shape;6872;p65"/>
            <p:cNvSpPr/>
            <p:nvPr/>
          </p:nvSpPr>
          <p:spPr>
            <a:xfrm>
              <a:off x="-13212925" y="4081050"/>
              <a:ext cx="54375" cy="40975"/>
            </a:xfrm>
            <a:custGeom>
              <a:rect b="b" l="l" r="r" t="t"/>
              <a:pathLst>
                <a:path extrusionOk="0" h="1639" w="2175">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3" name="Google Shape;6873;p65"/>
            <p:cNvSpPr/>
            <p:nvPr/>
          </p:nvSpPr>
          <p:spPr>
            <a:xfrm>
              <a:off x="-13212925" y="4143275"/>
              <a:ext cx="54375" cy="40975"/>
            </a:xfrm>
            <a:custGeom>
              <a:rect b="b" l="l" r="r" t="t"/>
              <a:pathLst>
                <a:path extrusionOk="0" h="1639" w="2175">
                  <a:moveTo>
                    <a:pt x="1103" y="1"/>
                  </a:moveTo>
                  <a:lnTo>
                    <a:pt x="0" y="1639"/>
                  </a:lnTo>
                  <a:lnTo>
                    <a:pt x="2174" y="1639"/>
                  </a:ln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65"/>
            <p:cNvSpPr/>
            <p:nvPr/>
          </p:nvSpPr>
          <p:spPr>
            <a:xfrm>
              <a:off x="-13274375" y="4081050"/>
              <a:ext cx="64625" cy="40975"/>
            </a:xfrm>
            <a:custGeom>
              <a:rect b="b" l="l" r="r" t="t"/>
              <a:pathLst>
                <a:path extrusionOk="0" h="1639" w="2585">
                  <a:moveTo>
                    <a:pt x="1" y="1"/>
                  </a:moveTo>
                  <a:lnTo>
                    <a:pt x="1104" y="1639"/>
                  </a:lnTo>
                  <a:lnTo>
                    <a:pt x="2584" y="163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65"/>
            <p:cNvSpPr/>
            <p:nvPr/>
          </p:nvSpPr>
          <p:spPr>
            <a:xfrm>
              <a:off x="-13336575" y="4081050"/>
              <a:ext cx="64600" cy="40975"/>
            </a:xfrm>
            <a:custGeom>
              <a:rect b="b" l="l" r="r" t="t"/>
              <a:pathLst>
                <a:path extrusionOk="0" h="1639" w="2584">
                  <a:moveTo>
                    <a:pt x="0" y="1"/>
                  </a:moveTo>
                  <a:lnTo>
                    <a:pt x="1103" y="1639"/>
                  </a:lnTo>
                  <a:lnTo>
                    <a:pt x="2583" y="1639"/>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6" name="Google Shape;6876;p65"/>
            <p:cNvSpPr/>
            <p:nvPr/>
          </p:nvSpPr>
          <p:spPr>
            <a:xfrm>
              <a:off x="-13512225" y="4080275"/>
              <a:ext cx="123675" cy="103200"/>
            </a:xfrm>
            <a:custGeom>
              <a:rect b="b" l="l" r="r" t="t"/>
              <a:pathLst>
                <a:path extrusionOk="0" h="4128" w="4947">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7" name="Google Shape;6877;p65"/>
          <p:cNvGrpSpPr/>
          <p:nvPr/>
        </p:nvGrpSpPr>
        <p:grpSpPr>
          <a:xfrm>
            <a:off x="7061431" y="1419788"/>
            <a:ext cx="356196" cy="290379"/>
            <a:chOff x="-11728250" y="3245400"/>
            <a:chExt cx="353650" cy="288275"/>
          </a:xfrm>
        </p:grpSpPr>
        <p:sp>
          <p:nvSpPr>
            <p:cNvPr id="6878" name="Google Shape;6878;p65"/>
            <p:cNvSpPr/>
            <p:nvPr/>
          </p:nvSpPr>
          <p:spPr>
            <a:xfrm>
              <a:off x="-11603025" y="3389725"/>
              <a:ext cx="104775" cy="143950"/>
            </a:xfrm>
            <a:custGeom>
              <a:rect b="b" l="l" r="r" t="t"/>
              <a:pathLst>
                <a:path extrusionOk="0" h="5758" w="4191">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65"/>
            <p:cNvSpPr/>
            <p:nvPr/>
          </p:nvSpPr>
          <p:spPr>
            <a:xfrm>
              <a:off x="-11647125" y="3246175"/>
              <a:ext cx="86650" cy="133925"/>
            </a:xfrm>
            <a:custGeom>
              <a:rect b="b" l="l" r="r" t="t"/>
              <a:pathLst>
                <a:path extrusionOk="0" h="5357" w="3466">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65"/>
            <p:cNvSpPr/>
            <p:nvPr/>
          </p:nvSpPr>
          <p:spPr>
            <a:xfrm>
              <a:off x="-11540025" y="3245400"/>
              <a:ext cx="86675" cy="133900"/>
            </a:xfrm>
            <a:custGeom>
              <a:rect b="b" l="l" r="r" t="t"/>
              <a:pathLst>
                <a:path extrusionOk="0" h="5356" w="3467">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65"/>
            <p:cNvSpPr/>
            <p:nvPr/>
          </p:nvSpPr>
          <p:spPr>
            <a:xfrm>
              <a:off x="-11498275" y="3285550"/>
              <a:ext cx="123675" cy="160700"/>
            </a:xfrm>
            <a:custGeom>
              <a:rect b="b" l="l" r="r" t="t"/>
              <a:pathLst>
                <a:path extrusionOk="0" h="6428" w="4947">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65"/>
            <p:cNvSpPr/>
            <p:nvPr/>
          </p:nvSpPr>
          <p:spPr>
            <a:xfrm>
              <a:off x="-11728250" y="3286350"/>
              <a:ext cx="125250" cy="160700"/>
            </a:xfrm>
            <a:custGeom>
              <a:rect b="b" l="l" r="r" t="t"/>
              <a:pathLst>
                <a:path extrusionOk="0" h="6428" w="501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3" name="Google Shape;6883;p65"/>
          <p:cNvGrpSpPr/>
          <p:nvPr/>
        </p:nvGrpSpPr>
        <p:grpSpPr>
          <a:xfrm>
            <a:off x="7093939" y="2272427"/>
            <a:ext cx="311804" cy="355451"/>
            <a:chOff x="-11703850" y="4081850"/>
            <a:chExt cx="309575" cy="352875"/>
          </a:xfrm>
        </p:grpSpPr>
        <p:sp>
          <p:nvSpPr>
            <p:cNvPr id="6884" name="Google Shape;6884;p65"/>
            <p:cNvSpPr/>
            <p:nvPr/>
          </p:nvSpPr>
          <p:spPr>
            <a:xfrm>
              <a:off x="-11703850" y="4081850"/>
              <a:ext cx="309575" cy="125250"/>
            </a:xfrm>
            <a:custGeom>
              <a:rect b="b" l="l" r="r" t="t"/>
              <a:pathLst>
                <a:path extrusionOk="0" h="5010" w="12383">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65"/>
            <p:cNvSpPr/>
            <p:nvPr/>
          </p:nvSpPr>
          <p:spPr>
            <a:xfrm>
              <a:off x="-11622725" y="4288975"/>
              <a:ext cx="144175" cy="63050"/>
            </a:xfrm>
            <a:custGeom>
              <a:rect b="b" l="l" r="r" t="t"/>
              <a:pathLst>
                <a:path extrusionOk="0" h="2522" w="5767">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65"/>
            <p:cNvSpPr/>
            <p:nvPr/>
          </p:nvSpPr>
          <p:spPr>
            <a:xfrm>
              <a:off x="-11596725" y="4364600"/>
              <a:ext cx="36250" cy="70125"/>
            </a:xfrm>
            <a:custGeom>
              <a:rect b="b" l="l" r="r" t="t"/>
              <a:pathLst>
                <a:path extrusionOk="0" h="2805" w="145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65"/>
            <p:cNvSpPr/>
            <p:nvPr/>
          </p:nvSpPr>
          <p:spPr>
            <a:xfrm>
              <a:off x="-11540025" y="4364600"/>
              <a:ext cx="37050" cy="70125"/>
            </a:xfrm>
            <a:custGeom>
              <a:rect b="b" l="l" r="r" t="t"/>
              <a:pathLst>
                <a:path extrusionOk="0" h="2805" w="1482">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65"/>
            <p:cNvSpPr/>
            <p:nvPr/>
          </p:nvSpPr>
          <p:spPr>
            <a:xfrm>
              <a:off x="-11610900" y="4227550"/>
              <a:ext cx="50425" cy="51225"/>
            </a:xfrm>
            <a:custGeom>
              <a:rect b="b" l="l" r="r" t="t"/>
              <a:pathLst>
                <a:path extrusionOk="0" h="2049" w="2017">
                  <a:moveTo>
                    <a:pt x="0" y="1"/>
                  </a:moveTo>
                  <a:lnTo>
                    <a:pt x="189" y="2048"/>
                  </a:lnTo>
                  <a:cubicBezTo>
                    <a:pt x="725" y="1859"/>
                    <a:pt x="1355" y="1702"/>
                    <a:pt x="2017" y="1670"/>
                  </a:cubicBez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65"/>
            <p:cNvSpPr/>
            <p:nvPr/>
          </p:nvSpPr>
          <p:spPr>
            <a:xfrm>
              <a:off x="-11540025" y="4228350"/>
              <a:ext cx="50450" cy="51200"/>
            </a:xfrm>
            <a:custGeom>
              <a:rect b="b" l="l" r="r" t="t"/>
              <a:pathLst>
                <a:path extrusionOk="0" h="2048" w="2018">
                  <a:moveTo>
                    <a:pt x="1" y="0"/>
                  </a:moveTo>
                  <a:lnTo>
                    <a:pt x="1" y="1670"/>
                  </a:lnTo>
                  <a:cubicBezTo>
                    <a:pt x="694" y="1701"/>
                    <a:pt x="1293" y="1827"/>
                    <a:pt x="1828" y="2048"/>
                  </a:cubicBez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65"/>
            <p:cNvSpPr/>
            <p:nvPr/>
          </p:nvSpPr>
          <p:spPr>
            <a:xfrm>
              <a:off x="-11489600" y="4227550"/>
              <a:ext cx="92175" cy="207175"/>
            </a:xfrm>
            <a:custGeom>
              <a:rect b="b" l="l" r="r" t="t"/>
              <a:pathLst>
                <a:path extrusionOk="0" h="8287" w="36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65"/>
            <p:cNvSpPr/>
            <p:nvPr/>
          </p:nvSpPr>
          <p:spPr>
            <a:xfrm>
              <a:off x="-11703850" y="4227550"/>
              <a:ext cx="92175" cy="207175"/>
            </a:xfrm>
            <a:custGeom>
              <a:rect b="b" l="l" r="r" t="t"/>
              <a:pathLst>
                <a:path extrusionOk="0" h="8287" w="36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2" name="Google Shape;6892;p65"/>
          <p:cNvGrpSpPr/>
          <p:nvPr/>
        </p:nvGrpSpPr>
        <p:grpSpPr>
          <a:xfrm>
            <a:off x="5282595" y="2746580"/>
            <a:ext cx="357002" cy="355451"/>
            <a:chOff x="-9958475" y="3180025"/>
            <a:chExt cx="354450" cy="352875"/>
          </a:xfrm>
        </p:grpSpPr>
        <p:sp>
          <p:nvSpPr>
            <p:cNvPr id="6893" name="Google Shape;6893;p65"/>
            <p:cNvSpPr/>
            <p:nvPr/>
          </p:nvSpPr>
          <p:spPr>
            <a:xfrm>
              <a:off x="-9958475" y="3491125"/>
              <a:ext cx="354450" cy="41775"/>
            </a:xfrm>
            <a:custGeom>
              <a:rect b="b" l="l" r="r" t="t"/>
              <a:pathLst>
                <a:path extrusionOk="0" h="1671" w="14178">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65"/>
            <p:cNvSpPr/>
            <p:nvPr/>
          </p:nvSpPr>
          <p:spPr>
            <a:xfrm>
              <a:off x="-9958475" y="3180025"/>
              <a:ext cx="354450" cy="42550"/>
            </a:xfrm>
            <a:custGeom>
              <a:rect b="b" l="l" r="r" t="t"/>
              <a:pathLst>
                <a:path extrusionOk="0" h="1702" w="14178">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5" name="Google Shape;6895;p65"/>
            <p:cNvSpPr/>
            <p:nvPr/>
          </p:nvSpPr>
          <p:spPr>
            <a:xfrm>
              <a:off x="-9916725" y="3243025"/>
              <a:ext cx="270175" cy="228425"/>
            </a:xfrm>
            <a:custGeom>
              <a:rect b="b" l="l" r="r" t="t"/>
              <a:pathLst>
                <a:path extrusionOk="0" h="9137" w="1080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6" name="Google Shape;6896;p65"/>
          <p:cNvGrpSpPr/>
          <p:nvPr/>
        </p:nvGrpSpPr>
        <p:grpSpPr>
          <a:xfrm>
            <a:off x="5291722" y="3222561"/>
            <a:ext cx="337966" cy="355325"/>
            <a:chOff x="-9949025" y="3615575"/>
            <a:chExt cx="335550" cy="352750"/>
          </a:xfrm>
        </p:grpSpPr>
        <p:sp>
          <p:nvSpPr>
            <p:cNvPr id="6897" name="Google Shape;6897;p65"/>
            <p:cNvSpPr/>
            <p:nvPr/>
          </p:nvSpPr>
          <p:spPr>
            <a:xfrm>
              <a:off x="-9800950" y="3615575"/>
              <a:ext cx="61475" cy="61450"/>
            </a:xfrm>
            <a:custGeom>
              <a:rect b="b" l="l" r="r" t="t"/>
              <a:pathLst>
                <a:path extrusionOk="0" h="2458" w="2459">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65"/>
            <p:cNvSpPr/>
            <p:nvPr/>
          </p:nvSpPr>
          <p:spPr>
            <a:xfrm>
              <a:off x="-9949025" y="3688650"/>
              <a:ext cx="335550" cy="279675"/>
            </a:xfrm>
            <a:custGeom>
              <a:rect b="b" l="l" r="r" t="t"/>
              <a:pathLst>
                <a:path extrusionOk="0" h="11187" w="13422">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65"/>
            <p:cNvSpPr/>
            <p:nvPr/>
          </p:nvSpPr>
          <p:spPr>
            <a:xfrm>
              <a:off x="-9947450" y="3657100"/>
              <a:ext cx="106350" cy="50650"/>
            </a:xfrm>
            <a:custGeom>
              <a:rect b="b" l="l" r="r" t="t"/>
              <a:pathLst>
                <a:path extrusionOk="0" h="2026" w="4254">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0" name="Google Shape;6900;p65"/>
          <p:cNvGrpSpPr/>
          <p:nvPr/>
        </p:nvGrpSpPr>
        <p:grpSpPr>
          <a:xfrm>
            <a:off x="7926568" y="2746067"/>
            <a:ext cx="360175" cy="358423"/>
            <a:chOff x="-9961625" y="4048175"/>
            <a:chExt cx="357600" cy="355825"/>
          </a:xfrm>
        </p:grpSpPr>
        <p:sp>
          <p:nvSpPr>
            <p:cNvPr id="6901" name="Google Shape;6901;p65"/>
            <p:cNvSpPr/>
            <p:nvPr/>
          </p:nvSpPr>
          <p:spPr>
            <a:xfrm>
              <a:off x="-9958475" y="4048175"/>
              <a:ext cx="64625" cy="62650"/>
            </a:xfrm>
            <a:custGeom>
              <a:rect b="b" l="l" r="r" t="t"/>
              <a:pathLst>
                <a:path extrusionOk="0" h="2506" w="2585">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65"/>
            <p:cNvSpPr/>
            <p:nvPr/>
          </p:nvSpPr>
          <p:spPr>
            <a:xfrm>
              <a:off x="-9873400" y="4048775"/>
              <a:ext cx="21275" cy="63025"/>
            </a:xfrm>
            <a:custGeom>
              <a:rect b="b" l="l" r="r" t="t"/>
              <a:pathLst>
                <a:path extrusionOk="0" h="2521" w="85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65"/>
            <p:cNvSpPr/>
            <p:nvPr/>
          </p:nvSpPr>
          <p:spPr>
            <a:xfrm>
              <a:off x="-9957675" y="4133050"/>
              <a:ext cx="63025" cy="19700"/>
            </a:xfrm>
            <a:custGeom>
              <a:rect b="b" l="l" r="r" t="t"/>
              <a:pathLst>
                <a:path extrusionOk="0" h="788" w="2521">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65"/>
            <p:cNvSpPr/>
            <p:nvPr/>
          </p:nvSpPr>
          <p:spPr>
            <a:xfrm>
              <a:off x="-9961625" y="4132250"/>
              <a:ext cx="253650" cy="271750"/>
            </a:xfrm>
            <a:custGeom>
              <a:rect b="b" l="l" r="r" t="t"/>
              <a:pathLst>
                <a:path extrusionOk="0" h="10870" w="10146">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65"/>
            <p:cNvSpPr/>
            <p:nvPr/>
          </p:nvSpPr>
          <p:spPr>
            <a:xfrm>
              <a:off x="-9791500" y="4069250"/>
              <a:ext cx="31550" cy="66175"/>
            </a:xfrm>
            <a:custGeom>
              <a:rect b="b" l="l" r="r" t="t"/>
              <a:pathLst>
                <a:path extrusionOk="0" h="2647" w="1262">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65"/>
            <p:cNvSpPr/>
            <p:nvPr/>
          </p:nvSpPr>
          <p:spPr>
            <a:xfrm>
              <a:off x="-9740300" y="4049550"/>
              <a:ext cx="136275" cy="268600"/>
            </a:xfrm>
            <a:custGeom>
              <a:rect b="b" l="l" r="r" t="t"/>
              <a:pathLst>
                <a:path extrusionOk="0" h="10744" w="5451">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7" name="Google Shape;6907;p65"/>
          <p:cNvGrpSpPr/>
          <p:nvPr/>
        </p:nvGrpSpPr>
        <p:grpSpPr>
          <a:xfrm>
            <a:off x="6613289" y="3221579"/>
            <a:ext cx="364959" cy="357289"/>
            <a:chOff x="-8680950" y="3624225"/>
            <a:chExt cx="362350" cy="354700"/>
          </a:xfrm>
        </p:grpSpPr>
        <p:sp>
          <p:nvSpPr>
            <p:cNvPr id="6908" name="Google Shape;6908;p65"/>
            <p:cNvSpPr/>
            <p:nvPr/>
          </p:nvSpPr>
          <p:spPr>
            <a:xfrm>
              <a:off x="-8512400" y="3686450"/>
              <a:ext cx="130775" cy="129800"/>
            </a:xfrm>
            <a:custGeom>
              <a:rect b="b" l="l" r="r" t="t"/>
              <a:pathLst>
                <a:path extrusionOk="0" h="5192" w="5231">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9" name="Google Shape;6909;p65"/>
            <p:cNvSpPr/>
            <p:nvPr/>
          </p:nvSpPr>
          <p:spPr>
            <a:xfrm>
              <a:off x="-8395825" y="3624225"/>
              <a:ext cx="77225" cy="77225"/>
            </a:xfrm>
            <a:custGeom>
              <a:rect b="b" l="l" r="r" t="t"/>
              <a:pathLst>
                <a:path extrusionOk="0" h="3089" w="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0" name="Google Shape;6910;p65"/>
            <p:cNvSpPr/>
            <p:nvPr/>
          </p:nvSpPr>
          <p:spPr>
            <a:xfrm>
              <a:off x="-8676125" y="3883875"/>
              <a:ext cx="98375" cy="92925"/>
            </a:xfrm>
            <a:custGeom>
              <a:rect b="b" l="l" r="r" t="t"/>
              <a:pathLst>
                <a:path extrusionOk="0" h="3717" w="3935">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65"/>
            <p:cNvSpPr/>
            <p:nvPr/>
          </p:nvSpPr>
          <p:spPr>
            <a:xfrm>
              <a:off x="-8680950" y="3708850"/>
              <a:ext cx="282800" cy="270075"/>
            </a:xfrm>
            <a:custGeom>
              <a:rect b="b" l="l" r="r" t="t"/>
              <a:pathLst>
                <a:path extrusionOk="0" h="10803" w="11312">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65"/>
            <p:cNvSpPr/>
            <p:nvPr/>
          </p:nvSpPr>
          <p:spPr>
            <a:xfrm>
              <a:off x="-8440725" y="3857375"/>
              <a:ext cx="117400" cy="86450"/>
            </a:xfrm>
            <a:custGeom>
              <a:rect b="b" l="l" r="r" t="t"/>
              <a:pathLst>
                <a:path extrusionOk="0" h="3458" w="4696">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65"/>
            <p:cNvSpPr/>
            <p:nvPr/>
          </p:nvSpPr>
          <p:spPr>
            <a:xfrm>
              <a:off x="-8638400" y="3630725"/>
              <a:ext cx="86650" cy="115625"/>
            </a:xfrm>
            <a:custGeom>
              <a:rect b="b" l="l" r="r" t="t"/>
              <a:pathLst>
                <a:path extrusionOk="0" h="4625" w="3466">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4" name="Google Shape;6914;p65"/>
          <p:cNvGrpSpPr/>
          <p:nvPr/>
        </p:nvGrpSpPr>
        <p:grpSpPr>
          <a:xfrm>
            <a:off x="5749533" y="1387239"/>
            <a:ext cx="313365" cy="355476"/>
            <a:chOff x="-13056975" y="3212300"/>
            <a:chExt cx="311125" cy="352900"/>
          </a:xfrm>
        </p:grpSpPr>
        <p:sp>
          <p:nvSpPr>
            <p:cNvPr id="6915" name="Google Shape;6915;p65"/>
            <p:cNvSpPr/>
            <p:nvPr/>
          </p:nvSpPr>
          <p:spPr>
            <a:xfrm>
              <a:off x="-12972700" y="3273750"/>
              <a:ext cx="144950" cy="229225"/>
            </a:xfrm>
            <a:custGeom>
              <a:rect b="b" l="l" r="r" t="t"/>
              <a:pathLst>
                <a:path extrusionOk="0" h="9169" w="5798">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65"/>
            <p:cNvSpPr/>
            <p:nvPr/>
          </p:nvSpPr>
          <p:spPr>
            <a:xfrm>
              <a:off x="-12808875" y="3212300"/>
              <a:ext cx="63025" cy="278075"/>
            </a:xfrm>
            <a:custGeom>
              <a:rect b="b" l="l" r="r" t="t"/>
              <a:pathLst>
                <a:path extrusionOk="0" h="11123" w="2521">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65"/>
            <p:cNvSpPr/>
            <p:nvPr/>
          </p:nvSpPr>
          <p:spPr>
            <a:xfrm>
              <a:off x="-13056975" y="3212300"/>
              <a:ext cx="63025" cy="278075"/>
            </a:xfrm>
            <a:custGeom>
              <a:rect b="b" l="l" r="r" t="t"/>
              <a:pathLst>
                <a:path extrusionOk="0" h="11123" w="2521">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65"/>
            <p:cNvSpPr/>
            <p:nvPr/>
          </p:nvSpPr>
          <p:spPr>
            <a:xfrm>
              <a:off x="-13020750" y="3483250"/>
              <a:ext cx="240250" cy="81950"/>
            </a:xfrm>
            <a:custGeom>
              <a:rect b="b" l="l" r="r" t="t"/>
              <a:pathLst>
                <a:path extrusionOk="0" h="3278" w="961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9" name="Google Shape;6919;p65"/>
          <p:cNvGrpSpPr/>
          <p:nvPr/>
        </p:nvGrpSpPr>
        <p:grpSpPr>
          <a:xfrm>
            <a:off x="5726921" y="1828034"/>
            <a:ext cx="358588" cy="355325"/>
            <a:chOff x="-13077450" y="3647075"/>
            <a:chExt cx="356025" cy="352750"/>
          </a:xfrm>
        </p:grpSpPr>
        <p:sp>
          <p:nvSpPr>
            <p:cNvPr id="6920" name="Google Shape;6920;p65"/>
            <p:cNvSpPr/>
            <p:nvPr/>
          </p:nvSpPr>
          <p:spPr>
            <a:xfrm>
              <a:off x="-13014450" y="3708500"/>
              <a:ext cx="104000" cy="145750"/>
            </a:xfrm>
            <a:custGeom>
              <a:rect b="b" l="l" r="r" t="t"/>
              <a:pathLst>
                <a:path extrusionOk="0" h="5830" w="416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65"/>
            <p:cNvSpPr/>
            <p:nvPr/>
          </p:nvSpPr>
          <p:spPr>
            <a:xfrm>
              <a:off x="-12890800" y="3708500"/>
              <a:ext cx="104775" cy="145750"/>
            </a:xfrm>
            <a:custGeom>
              <a:rect b="b" l="l" r="r" t="t"/>
              <a:pathLst>
                <a:path extrusionOk="0" h="5830" w="4191">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65"/>
            <p:cNvSpPr/>
            <p:nvPr/>
          </p:nvSpPr>
          <p:spPr>
            <a:xfrm>
              <a:off x="-13077450" y="3647075"/>
              <a:ext cx="356025" cy="352750"/>
            </a:xfrm>
            <a:custGeom>
              <a:rect b="b" l="l" r="r" t="t"/>
              <a:pathLst>
                <a:path extrusionOk="0" h="14110" w="14241">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3" name="Google Shape;6923;p65"/>
          <p:cNvGrpSpPr/>
          <p:nvPr/>
        </p:nvGrpSpPr>
        <p:grpSpPr>
          <a:xfrm>
            <a:off x="5738027" y="2271633"/>
            <a:ext cx="357002" cy="357037"/>
            <a:chOff x="-13079025" y="4079475"/>
            <a:chExt cx="354450" cy="354450"/>
          </a:xfrm>
        </p:grpSpPr>
        <p:sp>
          <p:nvSpPr>
            <p:cNvPr id="6924" name="Google Shape;6924;p65"/>
            <p:cNvSpPr/>
            <p:nvPr/>
          </p:nvSpPr>
          <p:spPr>
            <a:xfrm>
              <a:off x="-13004200" y="4079475"/>
              <a:ext cx="207150" cy="63050"/>
            </a:xfrm>
            <a:custGeom>
              <a:rect b="b" l="l" r="r" t="t"/>
              <a:pathLst>
                <a:path extrusionOk="0" h="2522" w="8286">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65"/>
            <p:cNvSpPr/>
            <p:nvPr/>
          </p:nvSpPr>
          <p:spPr>
            <a:xfrm>
              <a:off x="-13079025" y="4303175"/>
              <a:ext cx="354450" cy="130750"/>
            </a:xfrm>
            <a:custGeom>
              <a:rect b="b" l="l" r="r" t="t"/>
              <a:pathLst>
                <a:path extrusionOk="0" h="5230" w="14178">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6" name="Google Shape;6926;p65"/>
            <p:cNvSpPr/>
            <p:nvPr/>
          </p:nvSpPr>
          <p:spPr>
            <a:xfrm>
              <a:off x="-12986875" y="4313400"/>
              <a:ext cx="173300" cy="58300"/>
            </a:xfrm>
            <a:custGeom>
              <a:rect b="b" l="l" r="r" t="t"/>
              <a:pathLst>
                <a:path extrusionOk="0" h="2332" w="69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7" name="Google Shape;6927;p65"/>
            <p:cNvSpPr/>
            <p:nvPr/>
          </p:nvSpPr>
          <p:spPr>
            <a:xfrm>
              <a:off x="-13004200" y="4143275"/>
              <a:ext cx="206375" cy="166225"/>
            </a:xfrm>
            <a:custGeom>
              <a:rect b="b" l="l" r="r" t="t"/>
              <a:pathLst>
                <a:path extrusionOk="0" h="6649" w="8255">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8" name="Google Shape;6928;p65"/>
          <p:cNvGrpSpPr/>
          <p:nvPr/>
        </p:nvGrpSpPr>
        <p:grpSpPr>
          <a:xfrm>
            <a:off x="7511094" y="1387642"/>
            <a:ext cx="356221" cy="354670"/>
            <a:chOff x="-11292700" y="3213875"/>
            <a:chExt cx="353675" cy="352100"/>
          </a:xfrm>
        </p:grpSpPr>
        <p:sp>
          <p:nvSpPr>
            <p:cNvPr id="6929" name="Google Shape;6929;p65"/>
            <p:cNvSpPr/>
            <p:nvPr/>
          </p:nvSpPr>
          <p:spPr>
            <a:xfrm>
              <a:off x="-11178500" y="3213875"/>
              <a:ext cx="124475" cy="124475"/>
            </a:xfrm>
            <a:custGeom>
              <a:rect b="b" l="l" r="r" t="t"/>
              <a:pathLst>
                <a:path extrusionOk="0" h="4979" w="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65"/>
            <p:cNvSpPr/>
            <p:nvPr/>
          </p:nvSpPr>
          <p:spPr>
            <a:xfrm>
              <a:off x="-11292700" y="3255625"/>
              <a:ext cx="117375" cy="124475"/>
            </a:xfrm>
            <a:custGeom>
              <a:rect b="b" l="l" r="r" t="t"/>
              <a:pathLst>
                <a:path extrusionOk="0" h="4979" w="4695">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65"/>
            <p:cNvSpPr/>
            <p:nvPr/>
          </p:nvSpPr>
          <p:spPr>
            <a:xfrm>
              <a:off x="-11056425" y="3254850"/>
              <a:ext cx="117400" cy="125250"/>
            </a:xfrm>
            <a:custGeom>
              <a:rect b="b" l="l" r="r" t="t"/>
              <a:pathLst>
                <a:path extrusionOk="0" h="5010" w="4696">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65"/>
            <p:cNvSpPr/>
            <p:nvPr/>
          </p:nvSpPr>
          <p:spPr>
            <a:xfrm>
              <a:off x="-11209225" y="3503725"/>
              <a:ext cx="188275" cy="62250"/>
            </a:xfrm>
            <a:custGeom>
              <a:rect b="b" l="l" r="r" t="t"/>
              <a:pathLst>
                <a:path extrusionOk="0" h="2490" w="7531">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65"/>
            <p:cNvSpPr/>
            <p:nvPr/>
          </p:nvSpPr>
          <p:spPr>
            <a:xfrm>
              <a:off x="-11167475" y="3462775"/>
              <a:ext cx="103200" cy="20500"/>
            </a:xfrm>
            <a:custGeom>
              <a:rect b="b" l="l" r="r" t="t"/>
              <a:pathLst>
                <a:path extrusionOk="0" h="820" w="4128">
                  <a:moveTo>
                    <a:pt x="1" y="0"/>
                  </a:moveTo>
                  <a:lnTo>
                    <a:pt x="1" y="820"/>
                  </a:lnTo>
                  <a:lnTo>
                    <a:pt x="4128" y="820"/>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65"/>
            <p:cNvSpPr/>
            <p:nvPr/>
          </p:nvSpPr>
          <p:spPr>
            <a:xfrm>
              <a:off x="-11213150" y="3344625"/>
              <a:ext cx="141000" cy="97700"/>
            </a:xfrm>
            <a:custGeom>
              <a:rect b="b" l="l" r="r" t="t"/>
              <a:pathLst>
                <a:path extrusionOk="0" h="3908" w="564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65"/>
            <p:cNvSpPr/>
            <p:nvPr/>
          </p:nvSpPr>
          <p:spPr>
            <a:xfrm>
              <a:off x="-11080825" y="3379275"/>
              <a:ext cx="59100" cy="61475"/>
            </a:xfrm>
            <a:custGeom>
              <a:rect b="b" l="l" r="r" t="t"/>
              <a:pathLst>
                <a:path extrusionOk="0" h="2459" w="2364">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6" name="Google Shape;6936;p65"/>
          <p:cNvGrpSpPr/>
          <p:nvPr/>
        </p:nvGrpSpPr>
        <p:grpSpPr>
          <a:xfrm>
            <a:off x="7505152" y="1827581"/>
            <a:ext cx="368106" cy="356232"/>
            <a:chOff x="-11299000" y="3647875"/>
            <a:chExt cx="365475" cy="353650"/>
          </a:xfrm>
        </p:grpSpPr>
        <p:sp>
          <p:nvSpPr>
            <p:cNvPr id="6937" name="Google Shape;6937;p65"/>
            <p:cNvSpPr/>
            <p:nvPr/>
          </p:nvSpPr>
          <p:spPr>
            <a:xfrm>
              <a:off x="-11299000" y="3734700"/>
              <a:ext cx="142575" cy="134325"/>
            </a:xfrm>
            <a:custGeom>
              <a:rect b="b" l="l" r="r" t="t"/>
              <a:pathLst>
                <a:path extrusionOk="0" h="5373" w="570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8" name="Google Shape;6938;p65"/>
            <p:cNvSpPr/>
            <p:nvPr/>
          </p:nvSpPr>
          <p:spPr>
            <a:xfrm>
              <a:off x="-11076100" y="3734700"/>
              <a:ext cx="142575" cy="134325"/>
            </a:xfrm>
            <a:custGeom>
              <a:rect b="b" l="l" r="r" t="t"/>
              <a:pathLst>
                <a:path extrusionOk="0" h="5373" w="570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65"/>
            <p:cNvSpPr/>
            <p:nvPr/>
          </p:nvSpPr>
          <p:spPr>
            <a:xfrm>
              <a:off x="-11254900" y="3917225"/>
              <a:ext cx="124475" cy="84300"/>
            </a:xfrm>
            <a:custGeom>
              <a:rect b="b" l="l" r="r" t="t"/>
              <a:pathLst>
                <a:path extrusionOk="0" h="3372" w="4979">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65"/>
            <p:cNvSpPr/>
            <p:nvPr/>
          </p:nvSpPr>
          <p:spPr>
            <a:xfrm>
              <a:off x="-11099725" y="3838475"/>
              <a:ext cx="55150" cy="50425"/>
            </a:xfrm>
            <a:custGeom>
              <a:rect b="b" l="l" r="r" t="t"/>
              <a:pathLst>
                <a:path extrusionOk="0" h="2017" w="2206">
                  <a:moveTo>
                    <a:pt x="1197" y="0"/>
                  </a:moveTo>
                  <a:lnTo>
                    <a:pt x="0" y="914"/>
                  </a:lnTo>
                  <a:lnTo>
                    <a:pt x="1323" y="2017"/>
                  </a:lnTo>
                  <a:lnTo>
                    <a:pt x="2205" y="1040"/>
                  </a:lnTo>
                  <a:lnTo>
                    <a:pt x="11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65"/>
            <p:cNvSpPr/>
            <p:nvPr/>
          </p:nvSpPr>
          <p:spPr>
            <a:xfrm>
              <a:off x="-11187950" y="3836900"/>
              <a:ext cx="210325" cy="162275"/>
            </a:xfrm>
            <a:custGeom>
              <a:rect b="b" l="l" r="r" t="t"/>
              <a:pathLst>
                <a:path extrusionOk="0" h="6491" w="8413">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65"/>
            <p:cNvSpPr/>
            <p:nvPr/>
          </p:nvSpPr>
          <p:spPr>
            <a:xfrm>
              <a:off x="-11292700" y="3647875"/>
              <a:ext cx="353675" cy="87450"/>
            </a:xfrm>
            <a:custGeom>
              <a:rect b="b" l="l" r="r" t="t"/>
              <a:pathLst>
                <a:path extrusionOk="0" h="3498" w="14147">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3" name="Google Shape;6943;p65"/>
          <p:cNvGrpSpPr/>
          <p:nvPr/>
        </p:nvGrpSpPr>
        <p:grpSpPr>
          <a:xfrm>
            <a:off x="7520614" y="2283532"/>
            <a:ext cx="357808" cy="333240"/>
            <a:chOff x="-11295075" y="4092875"/>
            <a:chExt cx="355250" cy="330825"/>
          </a:xfrm>
        </p:grpSpPr>
        <p:sp>
          <p:nvSpPr>
            <p:cNvPr id="6944" name="Google Shape;6944;p65"/>
            <p:cNvSpPr/>
            <p:nvPr/>
          </p:nvSpPr>
          <p:spPr>
            <a:xfrm>
              <a:off x="-11084775" y="4196825"/>
              <a:ext cx="61475" cy="61475"/>
            </a:xfrm>
            <a:custGeom>
              <a:rect b="b" l="l" r="r" t="t"/>
              <a:pathLst>
                <a:path extrusionOk="0" h="2459" w="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65"/>
            <p:cNvSpPr/>
            <p:nvPr/>
          </p:nvSpPr>
          <p:spPr>
            <a:xfrm>
              <a:off x="-11080050" y="4092875"/>
              <a:ext cx="140225" cy="269375"/>
            </a:xfrm>
            <a:custGeom>
              <a:rect b="b" l="l" r="r" t="t"/>
              <a:pathLst>
                <a:path extrusionOk="0" h="10775" w="5609">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65"/>
            <p:cNvSpPr/>
            <p:nvPr/>
          </p:nvSpPr>
          <p:spPr>
            <a:xfrm>
              <a:off x="-11230475" y="4320500"/>
              <a:ext cx="103975" cy="103200"/>
            </a:xfrm>
            <a:custGeom>
              <a:rect b="b" l="l" r="r" t="t"/>
              <a:pathLst>
                <a:path extrusionOk="0" h="4128" w="4159">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65"/>
            <p:cNvSpPr/>
            <p:nvPr/>
          </p:nvSpPr>
          <p:spPr>
            <a:xfrm>
              <a:off x="-11210000" y="4113350"/>
              <a:ext cx="137850" cy="226075"/>
            </a:xfrm>
            <a:custGeom>
              <a:rect b="b" l="l" r="r" t="t"/>
              <a:pathLst>
                <a:path extrusionOk="0" h="9043" w="5514">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65"/>
            <p:cNvSpPr/>
            <p:nvPr/>
          </p:nvSpPr>
          <p:spPr>
            <a:xfrm>
              <a:off x="-11295075" y="4153525"/>
              <a:ext cx="89825" cy="145725"/>
            </a:xfrm>
            <a:custGeom>
              <a:rect b="b" l="l" r="r" t="t"/>
              <a:pathLst>
                <a:path extrusionOk="0" h="5829" w="3593">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9" name="Google Shape;6949;p65"/>
          <p:cNvGrpSpPr/>
          <p:nvPr/>
        </p:nvGrpSpPr>
        <p:grpSpPr>
          <a:xfrm>
            <a:off x="5746214" y="2746580"/>
            <a:ext cx="312585" cy="355451"/>
            <a:chOff x="-9500075" y="3180800"/>
            <a:chExt cx="310350" cy="352875"/>
          </a:xfrm>
        </p:grpSpPr>
        <p:sp>
          <p:nvSpPr>
            <p:cNvPr id="6950" name="Google Shape;6950;p65"/>
            <p:cNvSpPr/>
            <p:nvPr/>
          </p:nvSpPr>
          <p:spPr>
            <a:xfrm>
              <a:off x="-9429175" y="3332825"/>
              <a:ext cx="82725" cy="55150"/>
            </a:xfrm>
            <a:custGeom>
              <a:rect b="b" l="l" r="r" t="t"/>
              <a:pathLst>
                <a:path extrusionOk="0" h="2206" w="3309">
                  <a:moveTo>
                    <a:pt x="1670" y="0"/>
                  </a:moveTo>
                  <a:lnTo>
                    <a:pt x="0" y="2205"/>
                  </a:lnTo>
                  <a:lnTo>
                    <a:pt x="3308" y="2205"/>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65"/>
            <p:cNvSpPr/>
            <p:nvPr/>
          </p:nvSpPr>
          <p:spPr>
            <a:xfrm>
              <a:off x="-9335450" y="3274525"/>
              <a:ext cx="19700" cy="19725"/>
            </a:xfrm>
            <a:custGeom>
              <a:rect b="b" l="l" r="r" t="t"/>
              <a:pathLst>
                <a:path extrusionOk="0" h="789" w="788">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65"/>
            <p:cNvSpPr/>
            <p:nvPr/>
          </p:nvSpPr>
          <p:spPr>
            <a:xfrm>
              <a:off x="-9330725" y="3351725"/>
              <a:ext cx="62250" cy="36250"/>
            </a:xfrm>
            <a:custGeom>
              <a:rect b="b" l="l" r="r" t="t"/>
              <a:pathLst>
                <a:path extrusionOk="0" h="1450" w="2490">
                  <a:moveTo>
                    <a:pt x="1040" y="0"/>
                  </a:moveTo>
                  <a:lnTo>
                    <a:pt x="0" y="977"/>
                  </a:lnTo>
                  <a:lnTo>
                    <a:pt x="410" y="1449"/>
                  </a:lnTo>
                  <a:lnTo>
                    <a:pt x="2489" y="1449"/>
                  </a:ln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65"/>
            <p:cNvSpPr/>
            <p:nvPr/>
          </p:nvSpPr>
          <p:spPr>
            <a:xfrm>
              <a:off x="-9440200" y="3220975"/>
              <a:ext cx="186675" cy="152025"/>
            </a:xfrm>
            <a:custGeom>
              <a:rect b="b" l="l" r="r" t="t"/>
              <a:pathLst>
                <a:path extrusionOk="0" h="6081" w="7467">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65"/>
            <p:cNvSpPr/>
            <p:nvPr/>
          </p:nvSpPr>
          <p:spPr>
            <a:xfrm>
              <a:off x="-9500075" y="3222550"/>
              <a:ext cx="310350" cy="228425"/>
            </a:xfrm>
            <a:custGeom>
              <a:rect b="b" l="l" r="r" t="t"/>
              <a:pathLst>
                <a:path extrusionOk="0" h="9137" w="12414">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5" name="Google Shape;6955;p65"/>
            <p:cNvSpPr/>
            <p:nvPr/>
          </p:nvSpPr>
          <p:spPr>
            <a:xfrm>
              <a:off x="-9398475" y="3180800"/>
              <a:ext cx="103200" cy="21300"/>
            </a:xfrm>
            <a:custGeom>
              <a:rect b="b" l="l" r="r" t="t"/>
              <a:pathLst>
                <a:path extrusionOk="0" h="852" w="4128">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65"/>
            <p:cNvSpPr/>
            <p:nvPr/>
          </p:nvSpPr>
          <p:spPr>
            <a:xfrm>
              <a:off x="-9460700" y="3471450"/>
              <a:ext cx="41775" cy="62225"/>
            </a:xfrm>
            <a:custGeom>
              <a:rect b="b" l="l" r="r" t="t"/>
              <a:pathLst>
                <a:path extrusionOk="0" h="2489" w="1671">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65"/>
            <p:cNvSpPr/>
            <p:nvPr/>
          </p:nvSpPr>
          <p:spPr>
            <a:xfrm>
              <a:off x="-9274800" y="3471450"/>
              <a:ext cx="41750" cy="62225"/>
            </a:xfrm>
            <a:custGeom>
              <a:rect b="b" l="l" r="r" t="t"/>
              <a:pathLst>
                <a:path extrusionOk="0" h="2489" w="167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65"/>
            <p:cNvSpPr/>
            <p:nvPr/>
          </p:nvSpPr>
          <p:spPr>
            <a:xfrm>
              <a:off x="-9398475" y="3471450"/>
              <a:ext cx="103200" cy="20500"/>
            </a:xfrm>
            <a:custGeom>
              <a:rect b="b" l="l" r="r" t="t"/>
              <a:pathLst>
                <a:path extrusionOk="0" h="820" w="4128">
                  <a:moveTo>
                    <a:pt x="1" y="0"/>
                  </a:moveTo>
                  <a:lnTo>
                    <a:pt x="1" y="819"/>
                  </a:lnTo>
                  <a:lnTo>
                    <a:pt x="4128" y="819"/>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9" name="Google Shape;6959;p65"/>
          <p:cNvGrpSpPr/>
          <p:nvPr/>
        </p:nvGrpSpPr>
        <p:grpSpPr>
          <a:xfrm>
            <a:off x="5724005" y="3222095"/>
            <a:ext cx="356221" cy="356257"/>
            <a:chOff x="-9523700" y="3614000"/>
            <a:chExt cx="353675" cy="353675"/>
          </a:xfrm>
        </p:grpSpPr>
        <p:sp>
          <p:nvSpPr>
            <p:cNvPr id="6960" name="Google Shape;6960;p65"/>
            <p:cNvSpPr/>
            <p:nvPr/>
          </p:nvSpPr>
          <p:spPr>
            <a:xfrm>
              <a:off x="-95237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65"/>
            <p:cNvSpPr/>
            <p:nvPr/>
          </p:nvSpPr>
          <p:spPr>
            <a:xfrm>
              <a:off x="-9515825" y="3656525"/>
              <a:ext cx="116600" cy="195350"/>
            </a:xfrm>
            <a:custGeom>
              <a:rect b="b" l="l" r="r" t="t"/>
              <a:pathLst>
                <a:path extrusionOk="0" h="7814" w="466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65"/>
            <p:cNvSpPr/>
            <p:nvPr/>
          </p:nvSpPr>
          <p:spPr>
            <a:xfrm>
              <a:off x="-9481175" y="3614000"/>
              <a:ext cx="80375" cy="37050"/>
            </a:xfrm>
            <a:custGeom>
              <a:rect b="b" l="l" r="r" t="t"/>
              <a:pathLst>
                <a:path extrusionOk="0" h="1482" w="3215">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65"/>
            <p:cNvSpPr/>
            <p:nvPr/>
          </p:nvSpPr>
          <p:spPr>
            <a:xfrm>
              <a:off x="-92945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4" name="Google Shape;6964;p65"/>
            <p:cNvSpPr/>
            <p:nvPr/>
          </p:nvSpPr>
          <p:spPr>
            <a:xfrm>
              <a:off x="-9294500" y="3656525"/>
              <a:ext cx="116600" cy="195350"/>
            </a:xfrm>
            <a:custGeom>
              <a:rect b="b" l="l" r="r" t="t"/>
              <a:pathLst>
                <a:path extrusionOk="0" h="7814" w="466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65"/>
            <p:cNvSpPr/>
            <p:nvPr/>
          </p:nvSpPr>
          <p:spPr>
            <a:xfrm>
              <a:off x="-9294500" y="3615575"/>
              <a:ext cx="81150" cy="36250"/>
            </a:xfrm>
            <a:custGeom>
              <a:rect b="b" l="l" r="r" t="t"/>
              <a:pathLst>
                <a:path extrusionOk="0" h="1450" w="3246">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65"/>
            <p:cNvSpPr/>
            <p:nvPr/>
          </p:nvSpPr>
          <p:spPr>
            <a:xfrm>
              <a:off x="-9378775" y="3822725"/>
              <a:ext cx="63025" cy="41750"/>
            </a:xfrm>
            <a:custGeom>
              <a:rect b="b" l="l" r="r" t="t"/>
              <a:pathLst>
                <a:path extrusionOk="0" h="1670" w="2521">
                  <a:moveTo>
                    <a:pt x="0" y="0"/>
                  </a:moveTo>
                  <a:lnTo>
                    <a:pt x="0" y="1670"/>
                  </a:lnTo>
                  <a:lnTo>
                    <a:pt x="2521" y="1670"/>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65"/>
            <p:cNvSpPr/>
            <p:nvPr/>
          </p:nvSpPr>
          <p:spPr>
            <a:xfrm>
              <a:off x="-9336250" y="3739225"/>
              <a:ext cx="21300" cy="63050"/>
            </a:xfrm>
            <a:custGeom>
              <a:rect b="b" l="l" r="r" t="t"/>
              <a:pathLst>
                <a:path extrusionOk="0" h="2522" w="852">
                  <a:moveTo>
                    <a:pt x="1" y="1"/>
                  </a:moveTo>
                  <a:lnTo>
                    <a:pt x="1" y="2521"/>
                  </a:lnTo>
                  <a:lnTo>
                    <a:pt x="851" y="2521"/>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8" name="Google Shape;6968;p65"/>
            <p:cNvSpPr/>
            <p:nvPr/>
          </p:nvSpPr>
          <p:spPr>
            <a:xfrm>
              <a:off x="-9378775" y="3739225"/>
              <a:ext cx="20500" cy="63050"/>
            </a:xfrm>
            <a:custGeom>
              <a:rect b="b" l="l" r="r" t="t"/>
              <a:pathLst>
                <a:path extrusionOk="0" h="2522" w="820">
                  <a:moveTo>
                    <a:pt x="0" y="1"/>
                  </a:moveTo>
                  <a:lnTo>
                    <a:pt x="0" y="2521"/>
                  </a:lnTo>
                  <a:lnTo>
                    <a:pt x="820" y="2521"/>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9" name="Google Shape;6969;p65"/>
          <p:cNvGrpSpPr/>
          <p:nvPr/>
        </p:nvGrpSpPr>
        <p:grpSpPr>
          <a:xfrm>
            <a:off x="7508956" y="3244737"/>
            <a:ext cx="356221" cy="354670"/>
            <a:chOff x="-9523700" y="4049550"/>
            <a:chExt cx="353675" cy="352100"/>
          </a:xfrm>
        </p:grpSpPr>
        <p:sp>
          <p:nvSpPr>
            <p:cNvPr id="6970" name="Google Shape;6970;p65"/>
            <p:cNvSpPr/>
            <p:nvPr/>
          </p:nvSpPr>
          <p:spPr>
            <a:xfrm>
              <a:off x="-9523700" y="4049550"/>
              <a:ext cx="82725" cy="82725"/>
            </a:xfrm>
            <a:custGeom>
              <a:rect b="b" l="l" r="r" t="t"/>
              <a:pathLst>
                <a:path extrusionOk="0" h="3309" w="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65"/>
            <p:cNvSpPr/>
            <p:nvPr/>
          </p:nvSpPr>
          <p:spPr>
            <a:xfrm>
              <a:off x="-9523700" y="4148800"/>
              <a:ext cx="82725" cy="252850"/>
            </a:xfrm>
            <a:custGeom>
              <a:rect b="b" l="l" r="r" t="t"/>
              <a:pathLst>
                <a:path extrusionOk="0" h="10114" w="3309">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2" name="Google Shape;6972;p65"/>
            <p:cNvSpPr/>
            <p:nvPr/>
          </p:nvSpPr>
          <p:spPr>
            <a:xfrm>
              <a:off x="-9252750" y="4049550"/>
              <a:ext cx="82725" cy="82725"/>
            </a:xfrm>
            <a:custGeom>
              <a:rect b="b" l="l" r="r" t="t"/>
              <a:pathLst>
                <a:path extrusionOk="0" h="3309" w="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65"/>
            <p:cNvSpPr/>
            <p:nvPr/>
          </p:nvSpPr>
          <p:spPr>
            <a:xfrm>
              <a:off x="-9252750" y="4148800"/>
              <a:ext cx="82725" cy="252850"/>
            </a:xfrm>
            <a:custGeom>
              <a:rect b="b" l="l" r="r" t="t"/>
              <a:pathLst>
                <a:path extrusionOk="0" h="10114" w="3309">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65"/>
            <p:cNvSpPr/>
            <p:nvPr/>
          </p:nvSpPr>
          <p:spPr>
            <a:xfrm>
              <a:off x="-9440200" y="4214950"/>
              <a:ext cx="187475" cy="167000"/>
            </a:xfrm>
            <a:custGeom>
              <a:rect b="b" l="l" r="r" t="t"/>
              <a:pathLst>
                <a:path extrusionOk="0" h="6680" w="7499">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65"/>
            <p:cNvSpPr/>
            <p:nvPr/>
          </p:nvSpPr>
          <p:spPr>
            <a:xfrm>
              <a:off x="-9393750" y="4214950"/>
              <a:ext cx="93750" cy="104000"/>
            </a:xfrm>
            <a:custGeom>
              <a:rect b="b" l="l" r="r" t="t"/>
              <a:pathLst>
                <a:path extrusionOk="0" h="4160" w="3750">
                  <a:moveTo>
                    <a:pt x="1828" y="1"/>
                  </a:moveTo>
                  <a:lnTo>
                    <a:pt x="1" y="4159"/>
                  </a:lnTo>
                  <a:lnTo>
                    <a:pt x="3750" y="4159"/>
                  </a:lnTo>
                  <a:lnTo>
                    <a:pt x="1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65"/>
            <p:cNvSpPr/>
            <p:nvPr/>
          </p:nvSpPr>
          <p:spPr>
            <a:xfrm>
              <a:off x="-9440200" y="4140125"/>
              <a:ext cx="187475" cy="32325"/>
            </a:xfrm>
            <a:custGeom>
              <a:rect b="b" l="l" r="r" t="t"/>
              <a:pathLst>
                <a:path extrusionOk="0" h="1293" w="7499">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7" name="Google Shape;6977;p65"/>
          <p:cNvGrpSpPr/>
          <p:nvPr/>
        </p:nvGrpSpPr>
        <p:grpSpPr>
          <a:xfrm>
            <a:off x="7065071" y="3244710"/>
            <a:ext cx="357002" cy="311029"/>
            <a:chOff x="-8209150" y="3659675"/>
            <a:chExt cx="354450" cy="308775"/>
          </a:xfrm>
        </p:grpSpPr>
        <p:sp>
          <p:nvSpPr>
            <p:cNvPr id="6978" name="Google Shape;6978;p65"/>
            <p:cNvSpPr/>
            <p:nvPr/>
          </p:nvSpPr>
          <p:spPr>
            <a:xfrm>
              <a:off x="-8209150" y="3907775"/>
              <a:ext cx="353675" cy="60675"/>
            </a:xfrm>
            <a:custGeom>
              <a:rect b="b" l="l" r="r" t="t"/>
              <a:pathLst>
                <a:path extrusionOk="0" h="2427" w="1414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9" name="Google Shape;6979;p65"/>
            <p:cNvSpPr/>
            <p:nvPr/>
          </p:nvSpPr>
          <p:spPr>
            <a:xfrm>
              <a:off x="-8188675" y="3825075"/>
              <a:ext cx="311125" cy="63050"/>
            </a:xfrm>
            <a:custGeom>
              <a:rect b="b" l="l" r="r" t="t"/>
              <a:pathLst>
                <a:path extrusionOk="0" h="2522" w="12445">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0" name="Google Shape;6980;p65"/>
            <p:cNvSpPr/>
            <p:nvPr/>
          </p:nvSpPr>
          <p:spPr>
            <a:xfrm>
              <a:off x="-7913800" y="3743175"/>
              <a:ext cx="59100" cy="62250"/>
            </a:xfrm>
            <a:custGeom>
              <a:rect b="b" l="l" r="r" t="t"/>
              <a:pathLst>
                <a:path extrusionOk="0" h="2490" w="2364">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65"/>
            <p:cNvSpPr/>
            <p:nvPr/>
          </p:nvSpPr>
          <p:spPr>
            <a:xfrm>
              <a:off x="-8105975" y="3659675"/>
              <a:ext cx="185125" cy="145750"/>
            </a:xfrm>
            <a:custGeom>
              <a:rect b="b" l="l" r="r" t="t"/>
              <a:pathLst>
                <a:path extrusionOk="0" h="5830" w="7405">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65"/>
            <p:cNvSpPr/>
            <p:nvPr/>
          </p:nvSpPr>
          <p:spPr>
            <a:xfrm>
              <a:off x="-8168975" y="3700625"/>
              <a:ext cx="91375" cy="104000"/>
            </a:xfrm>
            <a:custGeom>
              <a:rect b="b" l="l" r="r" t="t"/>
              <a:pathLst>
                <a:path extrusionOk="0" h="4160" w="3655">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65"/>
            <p:cNvSpPr/>
            <p:nvPr/>
          </p:nvSpPr>
          <p:spPr>
            <a:xfrm>
              <a:off x="-8209150" y="3742375"/>
              <a:ext cx="50425" cy="61475"/>
            </a:xfrm>
            <a:custGeom>
              <a:rect b="b" l="l" r="r" t="t"/>
              <a:pathLst>
                <a:path extrusionOk="0" h="2459" w="2017">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4" name="Google Shape;6984;p65"/>
          <p:cNvGrpSpPr/>
          <p:nvPr/>
        </p:nvGrpSpPr>
        <p:grpSpPr>
          <a:xfrm>
            <a:off x="6178632" y="2273623"/>
            <a:ext cx="356221" cy="353059"/>
            <a:chOff x="-12643475" y="4081850"/>
            <a:chExt cx="353675" cy="350500"/>
          </a:xfrm>
        </p:grpSpPr>
        <p:sp>
          <p:nvSpPr>
            <p:cNvPr id="6985" name="Google Shape;6985;p65"/>
            <p:cNvSpPr/>
            <p:nvPr/>
          </p:nvSpPr>
          <p:spPr>
            <a:xfrm>
              <a:off x="-12552125" y="4262400"/>
              <a:ext cx="22875" cy="20125"/>
            </a:xfrm>
            <a:custGeom>
              <a:rect b="b" l="l" r="r" t="t"/>
              <a:pathLst>
                <a:path extrusionOk="0" h="805" w="91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6" name="Google Shape;6986;p65"/>
            <p:cNvSpPr/>
            <p:nvPr/>
          </p:nvSpPr>
          <p:spPr>
            <a:xfrm>
              <a:off x="-12480450" y="4241725"/>
              <a:ext cx="69350" cy="47275"/>
            </a:xfrm>
            <a:custGeom>
              <a:rect b="b" l="l" r="r" t="t"/>
              <a:pathLst>
                <a:path extrusionOk="0" h="1891" w="2774">
                  <a:moveTo>
                    <a:pt x="568" y="1"/>
                  </a:moveTo>
                  <a:lnTo>
                    <a:pt x="1" y="568"/>
                  </a:lnTo>
                  <a:lnTo>
                    <a:pt x="2206" y="1891"/>
                  </a:lnTo>
                  <a:lnTo>
                    <a:pt x="2773" y="1324"/>
                  </a:lnTo>
                  <a:lnTo>
                    <a:pt x="5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65"/>
            <p:cNvSpPr/>
            <p:nvPr/>
          </p:nvSpPr>
          <p:spPr>
            <a:xfrm>
              <a:off x="-12643475" y="4081850"/>
              <a:ext cx="353675" cy="350500"/>
            </a:xfrm>
            <a:custGeom>
              <a:rect b="b" l="l" r="r" t="t"/>
              <a:pathLst>
                <a:path extrusionOk="0" h="14020" w="14147">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65"/>
            <p:cNvSpPr/>
            <p:nvPr/>
          </p:nvSpPr>
          <p:spPr>
            <a:xfrm>
              <a:off x="-12493050" y="4319900"/>
              <a:ext cx="22875" cy="20900"/>
            </a:xfrm>
            <a:custGeom>
              <a:rect b="b" l="l" r="r" t="t"/>
              <a:pathLst>
                <a:path extrusionOk="0" h="836" w="915">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9" name="Google Shape;6989;p65"/>
          <p:cNvSpPr/>
          <p:nvPr/>
        </p:nvSpPr>
        <p:spPr>
          <a:xfrm>
            <a:off x="7991737" y="1828263"/>
            <a:ext cx="273732" cy="354519"/>
          </a:xfrm>
          <a:custGeom>
            <a:rect b="b" l="l" r="r" t="t"/>
            <a:pathLst>
              <a:path extrusionOk="0" h="14078" w="10871">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90" name="Google Shape;6990;p65"/>
          <p:cNvGrpSpPr/>
          <p:nvPr/>
        </p:nvGrpSpPr>
        <p:grpSpPr>
          <a:xfrm>
            <a:off x="7961232" y="2283532"/>
            <a:ext cx="356221" cy="333240"/>
            <a:chOff x="-10858725" y="4092875"/>
            <a:chExt cx="353675" cy="330825"/>
          </a:xfrm>
        </p:grpSpPr>
        <p:sp>
          <p:nvSpPr>
            <p:cNvPr id="6991" name="Google Shape;6991;p65"/>
            <p:cNvSpPr/>
            <p:nvPr/>
          </p:nvSpPr>
          <p:spPr>
            <a:xfrm>
              <a:off x="-10795700" y="42370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65"/>
            <p:cNvSpPr/>
            <p:nvPr/>
          </p:nvSpPr>
          <p:spPr>
            <a:xfrm>
              <a:off x="-10713000" y="41543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65"/>
            <p:cNvSpPr/>
            <p:nvPr/>
          </p:nvSpPr>
          <p:spPr>
            <a:xfrm>
              <a:off x="-10713000" y="4320500"/>
              <a:ext cx="41750" cy="40975"/>
            </a:xfrm>
            <a:custGeom>
              <a:rect b="b" l="l" r="r" t="t"/>
              <a:pathLst>
                <a:path extrusionOk="0" h="1639" w="167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65"/>
            <p:cNvSpPr/>
            <p:nvPr/>
          </p:nvSpPr>
          <p:spPr>
            <a:xfrm>
              <a:off x="-10858725" y="4092875"/>
              <a:ext cx="331625" cy="330825"/>
            </a:xfrm>
            <a:custGeom>
              <a:rect b="b" l="l" r="r" t="t"/>
              <a:pathLst>
                <a:path extrusionOk="0" h="13233" w="13265">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5" name="Google Shape;6995;p65"/>
            <p:cNvSpPr/>
            <p:nvPr/>
          </p:nvSpPr>
          <p:spPr>
            <a:xfrm>
              <a:off x="-10630300" y="4237000"/>
              <a:ext cx="41750" cy="41775"/>
            </a:xfrm>
            <a:custGeom>
              <a:rect b="b" l="l" r="r" t="t"/>
              <a:pathLst>
                <a:path extrusionOk="0" h="1671" w="167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6" name="Google Shape;6996;p65"/>
            <p:cNvSpPr/>
            <p:nvPr/>
          </p:nvSpPr>
          <p:spPr>
            <a:xfrm>
              <a:off x="-10607475" y="4340975"/>
              <a:ext cx="102425" cy="82725"/>
            </a:xfrm>
            <a:custGeom>
              <a:rect b="b" l="l" r="r" t="t"/>
              <a:pathLst>
                <a:path extrusionOk="0" h="3309" w="4097">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7" name="Google Shape;6997;p65"/>
          <p:cNvGrpSpPr/>
          <p:nvPr/>
        </p:nvGrpSpPr>
        <p:grpSpPr>
          <a:xfrm>
            <a:off x="6219755" y="3222498"/>
            <a:ext cx="252278" cy="355451"/>
            <a:chOff x="-9039300" y="3614000"/>
            <a:chExt cx="250475" cy="352875"/>
          </a:xfrm>
        </p:grpSpPr>
        <p:sp>
          <p:nvSpPr>
            <p:cNvPr id="6998" name="Google Shape;6998;p65"/>
            <p:cNvSpPr/>
            <p:nvPr/>
          </p:nvSpPr>
          <p:spPr>
            <a:xfrm>
              <a:off x="-8944000" y="3614000"/>
              <a:ext cx="63025" cy="63025"/>
            </a:xfrm>
            <a:custGeom>
              <a:rect b="b" l="l" r="r" t="t"/>
              <a:pathLst>
                <a:path extrusionOk="0" h="2521" w="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65"/>
            <p:cNvSpPr/>
            <p:nvPr/>
          </p:nvSpPr>
          <p:spPr>
            <a:xfrm>
              <a:off x="-9039300" y="3696700"/>
              <a:ext cx="250475" cy="270175"/>
            </a:xfrm>
            <a:custGeom>
              <a:rect b="b" l="l" r="r" t="t"/>
              <a:pathLst>
                <a:path extrusionOk="0" h="10807" w="10019">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0" name="Google Shape;7000;p65"/>
          <p:cNvGrpSpPr/>
          <p:nvPr/>
        </p:nvGrpSpPr>
        <p:grpSpPr>
          <a:xfrm>
            <a:off x="7951721" y="3244737"/>
            <a:ext cx="354635" cy="354670"/>
            <a:chOff x="-9088150" y="4049550"/>
            <a:chExt cx="352100" cy="352100"/>
          </a:xfrm>
        </p:grpSpPr>
        <p:sp>
          <p:nvSpPr>
            <p:cNvPr id="7001" name="Google Shape;7001;p65"/>
            <p:cNvSpPr/>
            <p:nvPr/>
          </p:nvSpPr>
          <p:spPr>
            <a:xfrm>
              <a:off x="-9047975" y="4049550"/>
              <a:ext cx="290650" cy="165425"/>
            </a:xfrm>
            <a:custGeom>
              <a:rect b="b" l="l" r="r" t="t"/>
              <a:pathLst>
                <a:path extrusionOk="0" h="6617" w="11626">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65"/>
            <p:cNvSpPr/>
            <p:nvPr/>
          </p:nvSpPr>
          <p:spPr>
            <a:xfrm>
              <a:off x="-8964475" y="4157450"/>
              <a:ext cx="20500" cy="57525"/>
            </a:xfrm>
            <a:custGeom>
              <a:rect b="b" l="l" r="r" t="t"/>
              <a:pathLst>
                <a:path extrusionOk="0" h="2301" w="820">
                  <a:moveTo>
                    <a:pt x="0" y="1"/>
                  </a:moveTo>
                  <a:lnTo>
                    <a:pt x="0" y="2301"/>
                  </a:lnTo>
                  <a:lnTo>
                    <a:pt x="819" y="2301"/>
                  </a:lnTo>
                  <a:lnTo>
                    <a:pt x="819" y="946"/>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65"/>
            <p:cNvSpPr/>
            <p:nvPr/>
          </p:nvSpPr>
          <p:spPr>
            <a:xfrm>
              <a:off x="-9088150" y="4235425"/>
              <a:ext cx="352100" cy="82725"/>
            </a:xfrm>
            <a:custGeom>
              <a:rect b="b" l="l" r="r" t="t"/>
              <a:pathLst>
                <a:path extrusionOk="0" h="3309" w="14084">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65"/>
            <p:cNvSpPr/>
            <p:nvPr/>
          </p:nvSpPr>
          <p:spPr>
            <a:xfrm>
              <a:off x="-9064525" y="4338600"/>
              <a:ext cx="53600" cy="63050"/>
            </a:xfrm>
            <a:custGeom>
              <a:rect b="b" l="l" r="r" t="t"/>
              <a:pathLst>
                <a:path extrusionOk="0" h="2522" w="2144">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65"/>
            <p:cNvSpPr/>
            <p:nvPr/>
          </p:nvSpPr>
          <p:spPr>
            <a:xfrm>
              <a:off x="-8898325" y="4338600"/>
              <a:ext cx="54375" cy="63050"/>
            </a:xfrm>
            <a:custGeom>
              <a:rect b="b" l="l" r="r" t="t"/>
              <a:pathLst>
                <a:path extrusionOk="0" h="2522" w="2175">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65"/>
            <p:cNvSpPr/>
            <p:nvPr/>
          </p:nvSpPr>
          <p:spPr>
            <a:xfrm>
              <a:off x="-8814850" y="4338600"/>
              <a:ext cx="54375" cy="63050"/>
            </a:xfrm>
            <a:custGeom>
              <a:rect b="b" l="l" r="r" t="t"/>
              <a:pathLst>
                <a:path extrusionOk="0" h="2522" w="2175">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7" name="Google Shape;7007;p65"/>
          <p:cNvGrpSpPr/>
          <p:nvPr/>
        </p:nvGrpSpPr>
        <p:grpSpPr>
          <a:xfrm>
            <a:off x="7086085" y="2746970"/>
            <a:ext cx="315757" cy="354670"/>
            <a:chOff x="-8191825" y="3174500"/>
            <a:chExt cx="313500" cy="352100"/>
          </a:xfrm>
        </p:grpSpPr>
        <p:sp>
          <p:nvSpPr>
            <p:cNvPr id="7008" name="Google Shape;7008;p65"/>
            <p:cNvSpPr/>
            <p:nvPr/>
          </p:nvSpPr>
          <p:spPr>
            <a:xfrm>
              <a:off x="-8191825" y="3486400"/>
              <a:ext cx="310350" cy="40200"/>
            </a:xfrm>
            <a:custGeom>
              <a:rect b="b" l="l" r="r" t="t"/>
              <a:pathLst>
                <a:path extrusionOk="0" h="1608" w="12414">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9" name="Google Shape;7009;p65"/>
            <p:cNvSpPr/>
            <p:nvPr/>
          </p:nvSpPr>
          <p:spPr>
            <a:xfrm>
              <a:off x="-8188675" y="3318650"/>
              <a:ext cx="310350" cy="146500"/>
            </a:xfrm>
            <a:custGeom>
              <a:rect b="b" l="l" r="r" t="t"/>
              <a:pathLst>
                <a:path extrusionOk="0" h="5860" w="12414">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65"/>
            <p:cNvSpPr/>
            <p:nvPr/>
          </p:nvSpPr>
          <p:spPr>
            <a:xfrm>
              <a:off x="-8169775" y="3174500"/>
              <a:ext cx="267825" cy="129975"/>
            </a:xfrm>
            <a:custGeom>
              <a:rect b="b" l="l" r="r" t="t"/>
              <a:pathLst>
                <a:path extrusionOk="0" h="5199" w="10713">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1" name="Google Shape;7011;p65"/>
          <p:cNvGrpSpPr/>
          <p:nvPr/>
        </p:nvGrpSpPr>
        <p:grpSpPr>
          <a:xfrm>
            <a:off x="4835443" y="1387491"/>
            <a:ext cx="356221" cy="354973"/>
            <a:chOff x="-13947000" y="3212800"/>
            <a:chExt cx="353675" cy="352400"/>
          </a:xfrm>
        </p:grpSpPr>
        <p:sp>
          <p:nvSpPr>
            <p:cNvPr id="7012" name="Google Shape;7012;p65"/>
            <p:cNvSpPr/>
            <p:nvPr/>
          </p:nvSpPr>
          <p:spPr>
            <a:xfrm>
              <a:off x="-13947000" y="3212800"/>
              <a:ext cx="229225" cy="268125"/>
            </a:xfrm>
            <a:custGeom>
              <a:rect b="b" l="l" r="r" t="t"/>
              <a:pathLst>
                <a:path extrusionOk="0" h="10725" w="9169">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65"/>
            <p:cNvSpPr/>
            <p:nvPr/>
          </p:nvSpPr>
          <p:spPr>
            <a:xfrm>
              <a:off x="-13821775" y="3295600"/>
              <a:ext cx="228450" cy="269600"/>
            </a:xfrm>
            <a:custGeom>
              <a:rect b="b" l="l" r="r" t="t"/>
              <a:pathLst>
                <a:path extrusionOk="0" h="10784" w="9138">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14" name="Google Shape;7014;p65"/>
          <p:cNvSpPr/>
          <p:nvPr/>
        </p:nvSpPr>
        <p:spPr>
          <a:xfrm>
            <a:off x="4878563" y="2273025"/>
            <a:ext cx="271340" cy="353864"/>
          </a:xfrm>
          <a:custGeom>
            <a:rect b="b" l="l" r="r" t="t"/>
            <a:pathLst>
              <a:path extrusionOk="0" h="14052" w="10776">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15" name="Google Shape;7015;p65"/>
          <p:cNvGrpSpPr/>
          <p:nvPr/>
        </p:nvGrpSpPr>
        <p:grpSpPr>
          <a:xfrm>
            <a:off x="5278038" y="1386849"/>
            <a:ext cx="356221" cy="356257"/>
            <a:chOff x="-13512225" y="3211525"/>
            <a:chExt cx="353675" cy="353675"/>
          </a:xfrm>
        </p:grpSpPr>
        <p:sp>
          <p:nvSpPr>
            <p:cNvPr id="7016" name="Google Shape;7016;p65"/>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65"/>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65"/>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65"/>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65"/>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1" name="Google Shape;7021;p65"/>
          <p:cNvGrpSpPr/>
          <p:nvPr/>
        </p:nvGrpSpPr>
        <p:grpSpPr>
          <a:xfrm>
            <a:off x="6168320" y="1387239"/>
            <a:ext cx="356221" cy="355476"/>
            <a:chOff x="-12643475" y="3212300"/>
            <a:chExt cx="353675" cy="352900"/>
          </a:xfrm>
        </p:grpSpPr>
        <p:sp>
          <p:nvSpPr>
            <p:cNvPr id="7022" name="Google Shape;7022;p65"/>
            <p:cNvSpPr/>
            <p:nvPr/>
          </p:nvSpPr>
          <p:spPr>
            <a:xfrm>
              <a:off x="-12372525" y="3517125"/>
              <a:ext cx="20500" cy="48075"/>
            </a:xfrm>
            <a:custGeom>
              <a:rect b="b" l="l" r="r" t="t"/>
              <a:pathLst>
                <a:path extrusionOk="0" h="1923" w="82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65"/>
            <p:cNvSpPr/>
            <p:nvPr/>
          </p:nvSpPr>
          <p:spPr>
            <a:xfrm>
              <a:off x="-12581250" y="3480900"/>
              <a:ext cx="63025" cy="21275"/>
            </a:xfrm>
            <a:custGeom>
              <a:rect b="b" l="l" r="r" t="t"/>
              <a:pathLst>
                <a:path extrusionOk="0" h="851" w="2521">
                  <a:moveTo>
                    <a:pt x="0" y="0"/>
                  </a:moveTo>
                  <a:lnTo>
                    <a:pt x="0" y="851"/>
                  </a:lnTo>
                  <a:lnTo>
                    <a:pt x="2521" y="851"/>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65"/>
            <p:cNvSpPr/>
            <p:nvPr/>
          </p:nvSpPr>
          <p:spPr>
            <a:xfrm>
              <a:off x="-12643475" y="3398975"/>
              <a:ext cx="186700" cy="166225"/>
            </a:xfrm>
            <a:custGeom>
              <a:rect b="b" l="l" r="r" t="t"/>
              <a:pathLst>
                <a:path extrusionOk="0" h="6649" w="7468">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65"/>
            <p:cNvSpPr/>
            <p:nvPr/>
          </p:nvSpPr>
          <p:spPr>
            <a:xfrm>
              <a:off x="-12431600" y="3212300"/>
              <a:ext cx="141800" cy="137075"/>
            </a:xfrm>
            <a:custGeom>
              <a:rect b="b" l="l" r="r" t="t"/>
              <a:pathLst>
                <a:path extrusionOk="0" h="5483" w="5672">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65"/>
            <p:cNvSpPr/>
            <p:nvPr/>
          </p:nvSpPr>
          <p:spPr>
            <a:xfrm>
              <a:off x="-12352050" y="3326525"/>
              <a:ext cx="62250" cy="104775"/>
            </a:xfrm>
            <a:custGeom>
              <a:rect b="b" l="l" r="r" t="t"/>
              <a:pathLst>
                <a:path extrusionOk="0" h="4191" w="2490">
                  <a:moveTo>
                    <a:pt x="2489" y="0"/>
                  </a:moveTo>
                  <a:lnTo>
                    <a:pt x="0" y="1890"/>
                  </a:lnTo>
                  <a:lnTo>
                    <a:pt x="0" y="4190"/>
                  </a:lnTo>
                  <a:lnTo>
                    <a:pt x="2489" y="230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65"/>
            <p:cNvSpPr/>
            <p:nvPr/>
          </p:nvSpPr>
          <p:spPr>
            <a:xfrm>
              <a:off x="-12434750" y="3285550"/>
              <a:ext cx="62250" cy="104000"/>
            </a:xfrm>
            <a:custGeom>
              <a:rect b="b" l="l" r="r" t="t"/>
              <a:pathLst>
                <a:path extrusionOk="0" h="4160" w="2490">
                  <a:moveTo>
                    <a:pt x="0" y="1"/>
                  </a:moveTo>
                  <a:lnTo>
                    <a:pt x="0" y="2269"/>
                  </a:lnTo>
                  <a:lnTo>
                    <a:pt x="2489" y="4160"/>
                  </a:lnTo>
                  <a:lnTo>
                    <a:pt x="2489" y="189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65"/>
            <p:cNvSpPr/>
            <p:nvPr/>
          </p:nvSpPr>
          <p:spPr>
            <a:xfrm>
              <a:off x="-12352050" y="3409225"/>
              <a:ext cx="62250" cy="107925"/>
            </a:xfrm>
            <a:custGeom>
              <a:rect b="b" l="l" r="r" t="t"/>
              <a:pathLst>
                <a:path extrusionOk="0" h="4317" w="249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65"/>
            <p:cNvSpPr/>
            <p:nvPr/>
          </p:nvSpPr>
          <p:spPr>
            <a:xfrm>
              <a:off x="-12434750" y="3368250"/>
              <a:ext cx="62250" cy="148900"/>
            </a:xfrm>
            <a:custGeom>
              <a:rect b="b" l="l" r="r" t="t"/>
              <a:pathLst>
                <a:path extrusionOk="0" h="5956" w="249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65"/>
            <p:cNvSpPr/>
            <p:nvPr/>
          </p:nvSpPr>
          <p:spPr>
            <a:xfrm>
              <a:off x="-12623000" y="3336750"/>
              <a:ext cx="145725" cy="40975"/>
            </a:xfrm>
            <a:custGeom>
              <a:rect b="b" l="l" r="r" t="t"/>
              <a:pathLst>
                <a:path extrusionOk="0" h="1639" w="582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1" name="Google Shape;7031;p65"/>
          <p:cNvGrpSpPr/>
          <p:nvPr/>
        </p:nvGrpSpPr>
        <p:grpSpPr>
          <a:xfrm>
            <a:off x="6168320" y="1839013"/>
            <a:ext cx="356221" cy="333366"/>
            <a:chOff x="-12643475" y="3657325"/>
            <a:chExt cx="353675" cy="330950"/>
          </a:xfrm>
        </p:grpSpPr>
        <p:sp>
          <p:nvSpPr>
            <p:cNvPr id="7032" name="Google Shape;7032;p65"/>
            <p:cNvSpPr/>
            <p:nvPr/>
          </p:nvSpPr>
          <p:spPr>
            <a:xfrm>
              <a:off x="-12580475" y="3719550"/>
              <a:ext cx="19725" cy="19700"/>
            </a:xfrm>
            <a:custGeom>
              <a:rect b="b" l="l" r="r" t="t"/>
              <a:pathLst>
                <a:path extrusionOk="0" h="788" w="789">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65"/>
            <p:cNvSpPr/>
            <p:nvPr/>
          </p:nvSpPr>
          <p:spPr>
            <a:xfrm>
              <a:off x="-12456800" y="3719550"/>
              <a:ext cx="19700" cy="19700"/>
            </a:xfrm>
            <a:custGeom>
              <a:rect b="b" l="l" r="r" t="t"/>
              <a:pathLst>
                <a:path extrusionOk="0" h="788" w="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65"/>
            <p:cNvSpPr/>
            <p:nvPr/>
          </p:nvSpPr>
          <p:spPr>
            <a:xfrm>
              <a:off x="-12643475" y="3657325"/>
              <a:ext cx="268600" cy="144950"/>
            </a:xfrm>
            <a:custGeom>
              <a:rect b="b" l="l" r="r" t="t"/>
              <a:pathLst>
                <a:path extrusionOk="0" h="5798" w="10744">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65"/>
            <p:cNvSpPr/>
            <p:nvPr/>
          </p:nvSpPr>
          <p:spPr>
            <a:xfrm>
              <a:off x="-12581250" y="3905425"/>
              <a:ext cx="62250" cy="20500"/>
            </a:xfrm>
            <a:custGeom>
              <a:rect b="b" l="l" r="r" t="t"/>
              <a:pathLst>
                <a:path extrusionOk="0" h="820" w="2490">
                  <a:moveTo>
                    <a:pt x="0" y="0"/>
                  </a:moveTo>
                  <a:lnTo>
                    <a:pt x="0" y="819"/>
                  </a:lnTo>
                  <a:lnTo>
                    <a:pt x="2489" y="819"/>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65"/>
            <p:cNvSpPr/>
            <p:nvPr/>
          </p:nvSpPr>
          <p:spPr>
            <a:xfrm>
              <a:off x="-12643475" y="3802250"/>
              <a:ext cx="269400" cy="185900"/>
            </a:xfrm>
            <a:custGeom>
              <a:rect b="b" l="l" r="r" t="t"/>
              <a:pathLst>
                <a:path extrusionOk="0" h="7436" w="1077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65"/>
            <p:cNvSpPr/>
            <p:nvPr/>
          </p:nvSpPr>
          <p:spPr>
            <a:xfrm>
              <a:off x="-12352850" y="3802125"/>
              <a:ext cx="63050" cy="186150"/>
            </a:xfrm>
            <a:custGeom>
              <a:rect b="b" l="l" r="r" t="t"/>
              <a:pathLst>
                <a:path extrusionOk="0" h="7446" w="2522">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8" name="Google Shape;7038;p65"/>
          <p:cNvGrpSpPr/>
          <p:nvPr/>
        </p:nvGrpSpPr>
        <p:grpSpPr>
          <a:xfrm>
            <a:off x="7951322" y="1387642"/>
            <a:ext cx="355416" cy="354670"/>
            <a:chOff x="-10857925" y="3213875"/>
            <a:chExt cx="352875" cy="352100"/>
          </a:xfrm>
        </p:grpSpPr>
        <p:sp>
          <p:nvSpPr>
            <p:cNvPr id="7039" name="Google Shape;7039;p65"/>
            <p:cNvSpPr/>
            <p:nvPr/>
          </p:nvSpPr>
          <p:spPr>
            <a:xfrm>
              <a:off x="-10759475" y="3265875"/>
              <a:ext cx="64600" cy="87450"/>
            </a:xfrm>
            <a:custGeom>
              <a:rect b="b" l="l" r="r" t="t"/>
              <a:pathLst>
                <a:path extrusionOk="0" h="3498" w="2584">
                  <a:moveTo>
                    <a:pt x="1702" y="0"/>
                  </a:moveTo>
                  <a:lnTo>
                    <a:pt x="0" y="1418"/>
                  </a:lnTo>
                  <a:lnTo>
                    <a:pt x="2584" y="3497"/>
                  </a:lnTo>
                  <a:cubicBezTo>
                    <a:pt x="2458" y="2111"/>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65"/>
            <p:cNvSpPr/>
            <p:nvPr/>
          </p:nvSpPr>
          <p:spPr>
            <a:xfrm>
              <a:off x="-10857925" y="3265075"/>
              <a:ext cx="64600" cy="87450"/>
            </a:xfrm>
            <a:custGeom>
              <a:rect b="b" l="l" r="r" t="t"/>
              <a:pathLst>
                <a:path extrusionOk="0" h="3498" w="2584">
                  <a:moveTo>
                    <a:pt x="882" y="1"/>
                  </a:moveTo>
                  <a:cubicBezTo>
                    <a:pt x="441" y="946"/>
                    <a:pt x="189" y="2143"/>
                    <a:pt x="0" y="3498"/>
                  </a:cubicBezTo>
                  <a:lnTo>
                    <a:pt x="2584" y="1418"/>
                  </a:lnTo>
                  <a:lnTo>
                    <a:pt x="8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65"/>
            <p:cNvSpPr/>
            <p:nvPr/>
          </p:nvSpPr>
          <p:spPr>
            <a:xfrm>
              <a:off x="-10850050" y="3313925"/>
              <a:ext cx="148100" cy="65375"/>
            </a:xfrm>
            <a:custGeom>
              <a:rect b="b" l="l" r="r" t="t"/>
              <a:pathLst>
                <a:path extrusionOk="0" h="2615" w="5924">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65"/>
            <p:cNvSpPr/>
            <p:nvPr/>
          </p:nvSpPr>
          <p:spPr>
            <a:xfrm>
              <a:off x="-10857925" y="3391900"/>
              <a:ext cx="165425" cy="133125"/>
            </a:xfrm>
            <a:custGeom>
              <a:rect b="b" l="l" r="r" t="t"/>
              <a:pathLst>
                <a:path extrusionOk="0" h="5325" w="6617">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65"/>
            <p:cNvSpPr/>
            <p:nvPr/>
          </p:nvSpPr>
          <p:spPr>
            <a:xfrm>
              <a:off x="-10824850" y="3213875"/>
              <a:ext cx="98475" cy="74850"/>
            </a:xfrm>
            <a:custGeom>
              <a:rect b="b" l="l" r="r" t="t"/>
              <a:pathLst>
                <a:path extrusionOk="0" h="2994" w="3939">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65"/>
            <p:cNvSpPr/>
            <p:nvPr/>
          </p:nvSpPr>
          <p:spPr>
            <a:xfrm>
              <a:off x="-10571250" y="3306825"/>
              <a:ext cx="64625" cy="87450"/>
            </a:xfrm>
            <a:custGeom>
              <a:rect b="b" l="l" r="r" t="t"/>
              <a:pathLst>
                <a:path extrusionOk="0" h="3498" w="2585">
                  <a:moveTo>
                    <a:pt x="1702" y="0"/>
                  </a:moveTo>
                  <a:lnTo>
                    <a:pt x="1" y="1418"/>
                  </a:lnTo>
                  <a:lnTo>
                    <a:pt x="2584" y="3498"/>
                  </a:lnTo>
                  <a:cubicBezTo>
                    <a:pt x="2458" y="2143"/>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65"/>
            <p:cNvSpPr/>
            <p:nvPr/>
          </p:nvSpPr>
          <p:spPr>
            <a:xfrm>
              <a:off x="-10669700" y="3306025"/>
              <a:ext cx="63825" cy="87475"/>
            </a:xfrm>
            <a:custGeom>
              <a:rect b="b" l="l" r="r" t="t"/>
              <a:pathLst>
                <a:path extrusionOk="0" h="3499" w="2553">
                  <a:moveTo>
                    <a:pt x="883" y="1"/>
                  </a:moveTo>
                  <a:cubicBezTo>
                    <a:pt x="442" y="946"/>
                    <a:pt x="127" y="2175"/>
                    <a:pt x="1" y="3498"/>
                  </a:cubicBezTo>
                  <a:lnTo>
                    <a:pt x="2553" y="1419"/>
                  </a:lnTo>
                  <a:lnTo>
                    <a:pt x="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65"/>
            <p:cNvSpPr/>
            <p:nvPr/>
          </p:nvSpPr>
          <p:spPr>
            <a:xfrm>
              <a:off x="-10661825" y="3355650"/>
              <a:ext cx="148100" cy="64625"/>
            </a:xfrm>
            <a:custGeom>
              <a:rect b="b" l="l" r="r" t="t"/>
              <a:pathLst>
                <a:path extrusionOk="0" h="2585" w="5924">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65"/>
            <p:cNvSpPr/>
            <p:nvPr/>
          </p:nvSpPr>
          <p:spPr>
            <a:xfrm>
              <a:off x="-10670475" y="3432850"/>
              <a:ext cx="165425" cy="133125"/>
            </a:xfrm>
            <a:custGeom>
              <a:rect b="b" l="l" r="r" t="t"/>
              <a:pathLst>
                <a:path extrusionOk="0" h="5325" w="6617">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65"/>
            <p:cNvSpPr/>
            <p:nvPr/>
          </p:nvSpPr>
          <p:spPr>
            <a:xfrm>
              <a:off x="-10638175" y="3254850"/>
              <a:ext cx="98475" cy="74850"/>
            </a:xfrm>
            <a:custGeom>
              <a:rect b="b" l="l" r="r" t="t"/>
              <a:pathLst>
                <a:path extrusionOk="0" h="2994" w="3939">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9" name="Google Shape;7049;p65"/>
          <p:cNvGrpSpPr/>
          <p:nvPr/>
        </p:nvGrpSpPr>
        <p:grpSpPr>
          <a:xfrm>
            <a:off x="6168237" y="2747071"/>
            <a:ext cx="356096" cy="354469"/>
            <a:chOff x="-9089725" y="3180200"/>
            <a:chExt cx="353550" cy="351900"/>
          </a:xfrm>
        </p:grpSpPr>
        <p:sp>
          <p:nvSpPr>
            <p:cNvPr id="7050" name="Google Shape;7050;p65"/>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65"/>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2" name="Google Shape;7052;p65"/>
          <p:cNvGrpSpPr/>
          <p:nvPr/>
        </p:nvGrpSpPr>
        <p:grpSpPr>
          <a:xfrm>
            <a:off x="7060235" y="1826875"/>
            <a:ext cx="358588" cy="357642"/>
            <a:chOff x="7083760" y="1971660"/>
            <a:chExt cx="358588" cy="357642"/>
          </a:xfrm>
        </p:grpSpPr>
        <p:sp>
          <p:nvSpPr>
            <p:cNvPr id="7053" name="Google Shape;7053;p65"/>
            <p:cNvSpPr/>
            <p:nvPr/>
          </p:nvSpPr>
          <p:spPr>
            <a:xfrm>
              <a:off x="7354268" y="1973246"/>
              <a:ext cx="87299" cy="80760"/>
            </a:xfrm>
            <a:custGeom>
              <a:rect b="b" l="l" r="r" t="t"/>
              <a:pathLst>
                <a:path extrusionOk="0" h="3207" w="346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65"/>
            <p:cNvSpPr/>
            <p:nvPr/>
          </p:nvSpPr>
          <p:spPr>
            <a:xfrm>
              <a:off x="7212278" y="2099990"/>
              <a:ext cx="19867" cy="19869"/>
            </a:xfrm>
            <a:custGeom>
              <a:rect b="b" l="l" r="r" t="t"/>
              <a:pathLst>
                <a:path extrusionOk="0" h="789" w="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65"/>
            <p:cNvSpPr/>
            <p:nvPr/>
          </p:nvSpPr>
          <p:spPr>
            <a:xfrm>
              <a:off x="7083760" y="1971660"/>
              <a:ext cx="356221" cy="210878"/>
            </a:xfrm>
            <a:custGeom>
              <a:rect b="b" l="l" r="r" t="t"/>
              <a:pathLst>
                <a:path extrusionOk="0" h="8374" w="14147">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65"/>
            <p:cNvSpPr/>
            <p:nvPr/>
          </p:nvSpPr>
          <p:spPr>
            <a:xfrm>
              <a:off x="7295574" y="2099990"/>
              <a:ext cx="19867" cy="19869"/>
            </a:xfrm>
            <a:custGeom>
              <a:rect b="b" l="l" r="r" t="t"/>
              <a:pathLst>
                <a:path extrusionOk="0" h="789" w="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7" name="Google Shape;7057;p65"/>
            <p:cNvSpPr/>
            <p:nvPr/>
          </p:nvSpPr>
          <p:spPr>
            <a:xfrm>
              <a:off x="7121131" y="2184880"/>
              <a:ext cx="68238" cy="69856"/>
            </a:xfrm>
            <a:custGeom>
              <a:rect b="b" l="l" r="r" t="t"/>
              <a:pathLst>
                <a:path extrusionOk="0" h="2774" w="271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65"/>
            <p:cNvSpPr/>
            <p:nvPr/>
          </p:nvSpPr>
          <p:spPr>
            <a:xfrm>
              <a:off x="7188883" y="2195985"/>
              <a:ext cx="47641" cy="55578"/>
            </a:xfrm>
            <a:custGeom>
              <a:rect b="b" l="l" r="r" t="t"/>
              <a:pathLst>
                <a:path extrusionOk="0" h="2207" w="1892">
                  <a:moveTo>
                    <a:pt x="1" y="1"/>
                  </a:moveTo>
                  <a:lnTo>
                    <a:pt x="694" y="2206"/>
                  </a:lnTo>
                  <a:lnTo>
                    <a:pt x="1891" y="221"/>
                  </a:lnTo>
                  <a:cubicBezTo>
                    <a:pt x="1229" y="190"/>
                    <a:pt x="599"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65"/>
            <p:cNvSpPr/>
            <p:nvPr/>
          </p:nvSpPr>
          <p:spPr>
            <a:xfrm>
              <a:off x="7400297" y="2129352"/>
              <a:ext cx="42051" cy="84135"/>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65"/>
            <p:cNvSpPr/>
            <p:nvPr/>
          </p:nvSpPr>
          <p:spPr>
            <a:xfrm>
              <a:off x="7225961" y="2203137"/>
              <a:ext cx="84907" cy="62704"/>
            </a:xfrm>
            <a:custGeom>
              <a:rect b="b" l="l" r="r" t="t"/>
              <a:pathLst>
                <a:path extrusionOk="0" h="2490" w="3372">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65"/>
            <p:cNvSpPr/>
            <p:nvPr/>
          </p:nvSpPr>
          <p:spPr>
            <a:xfrm>
              <a:off x="7298289" y="2195985"/>
              <a:ext cx="47615" cy="55578"/>
            </a:xfrm>
            <a:custGeom>
              <a:rect b="b" l="l" r="r" t="t"/>
              <a:pathLst>
                <a:path extrusionOk="0" h="2207" w="1891">
                  <a:moveTo>
                    <a:pt x="1891" y="1"/>
                  </a:moveTo>
                  <a:cubicBezTo>
                    <a:pt x="1292" y="127"/>
                    <a:pt x="631" y="190"/>
                    <a:pt x="0" y="253"/>
                  </a:cubicBezTo>
                  <a:lnTo>
                    <a:pt x="1198" y="2206"/>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2" name="Google Shape;7062;p65"/>
            <p:cNvSpPr/>
            <p:nvPr/>
          </p:nvSpPr>
          <p:spPr>
            <a:xfrm>
              <a:off x="7086152" y="2230913"/>
              <a:ext cx="354610" cy="98388"/>
            </a:xfrm>
            <a:custGeom>
              <a:rect b="b" l="l" r="r" t="t"/>
              <a:pathLst>
                <a:path extrusionOk="0" h="3907" w="14083">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3" name="Google Shape;7063;p65"/>
            <p:cNvSpPr/>
            <p:nvPr/>
          </p:nvSpPr>
          <p:spPr>
            <a:xfrm>
              <a:off x="7345419" y="2186466"/>
              <a:ext cx="67457" cy="69050"/>
            </a:xfrm>
            <a:custGeom>
              <a:rect b="b" l="l" r="r" t="t"/>
              <a:pathLst>
                <a:path extrusionOk="0" h="2742" w="2679">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65"/>
            <p:cNvSpPr/>
            <p:nvPr/>
          </p:nvSpPr>
          <p:spPr>
            <a:xfrm flipH="1">
              <a:off x="7088602" y="2134638"/>
              <a:ext cx="47123" cy="84126"/>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5" name="Google Shape;7065;p65"/>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Creative Process Icons</a:t>
            </a:r>
            <a:endParaRPr sz="2400">
              <a:solidFill>
                <a:srgbClr val="FFFFFF"/>
              </a:solidFill>
            </a:endParaRPr>
          </a:p>
        </p:txBody>
      </p:sp>
      <p:sp>
        <p:nvSpPr>
          <p:cNvPr id="7066" name="Google Shape;7066;p65"/>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070" name="Shape 7070"/>
        <p:cNvGrpSpPr/>
        <p:nvPr/>
      </p:nvGrpSpPr>
      <p:grpSpPr>
        <a:xfrm>
          <a:off x="0" y="0"/>
          <a:ext cx="0" cy="0"/>
          <a:chOff x="0" y="0"/>
          <a:chExt cx="0" cy="0"/>
        </a:xfrm>
      </p:grpSpPr>
      <p:sp>
        <p:nvSpPr>
          <p:cNvPr id="7071" name="Google Shape;7071;p66"/>
          <p:cNvSpPr/>
          <p:nvPr/>
        </p:nvSpPr>
        <p:spPr>
          <a:xfrm>
            <a:off x="772696" y="1691070"/>
            <a:ext cx="343404" cy="446998"/>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2" name="Google Shape;7072;p66"/>
          <p:cNvGrpSpPr/>
          <p:nvPr/>
        </p:nvGrpSpPr>
        <p:grpSpPr>
          <a:xfrm>
            <a:off x="719610" y="2243507"/>
            <a:ext cx="452798" cy="449473"/>
            <a:chOff x="-21322300" y="3693325"/>
            <a:chExt cx="306400" cy="304150"/>
          </a:xfrm>
        </p:grpSpPr>
        <p:sp>
          <p:nvSpPr>
            <p:cNvPr id="7073" name="Google Shape;7073;p66"/>
            <p:cNvSpPr/>
            <p:nvPr/>
          </p:nvSpPr>
          <p:spPr>
            <a:xfrm>
              <a:off x="-21142725" y="3868400"/>
              <a:ext cx="111850" cy="69325"/>
            </a:xfrm>
            <a:custGeom>
              <a:rect b="b" l="l" r="r" t="t"/>
              <a:pathLst>
                <a:path extrusionOk="0" h="2773" w="4474">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66"/>
            <p:cNvSpPr/>
            <p:nvPr/>
          </p:nvSpPr>
          <p:spPr>
            <a:xfrm>
              <a:off x="-21141950" y="3693325"/>
              <a:ext cx="126050" cy="120750"/>
            </a:xfrm>
            <a:custGeom>
              <a:rect b="b" l="l" r="r" t="t"/>
              <a:pathLst>
                <a:path extrusionOk="0" h="4830" w="5042">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66"/>
            <p:cNvSpPr/>
            <p:nvPr/>
          </p:nvSpPr>
          <p:spPr>
            <a:xfrm>
              <a:off x="-21263225" y="3707725"/>
              <a:ext cx="69325" cy="112650"/>
            </a:xfrm>
            <a:custGeom>
              <a:rect b="b" l="l" r="r" t="t"/>
              <a:pathLst>
                <a:path extrusionOk="0" h="4506" w="2773">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66"/>
            <p:cNvSpPr/>
            <p:nvPr/>
          </p:nvSpPr>
          <p:spPr>
            <a:xfrm>
              <a:off x="-21322300" y="3703775"/>
              <a:ext cx="294600" cy="293700"/>
            </a:xfrm>
            <a:custGeom>
              <a:rect b="b" l="l" r="r" t="t"/>
              <a:pathLst>
                <a:path extrusionOk="0" h="11748" w="11784">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7" name="Google Shape;7077;p66"/>
          <p:cNvGrpSpPr/>
          <p:nvPr/>
        </p:nvGrpSpPr>
        <p:grpSpPr>
          <a:xfrm>
            <a:off x="719019" y="2810244"/>
            <a:ext cx="453980" cy="422540"/>
            <a:chOff x="-21322300" y="4077125"/>
            <a:chExt cx="307200" cy="285925"/>
          </a:xfrm>
        </p:grpSpPr>
        <p:sp>
          <p:nvSpPr>
            <p:cNvPr id="7078" name="Google Shape;7078;p66"/>
            <p:cNvSpPr/>
            <p:nvPr/>
          </p:nvSpPr>
          <p:spPr>
            <a:xfrm>
              <a:off x="-21177375" y="4077125"/>
              <a:ext cx="17350" cy="52800"/>
            </a:xfrm>
            <a:custGeom>
              <a:rect b="b" l="l" r="r" t="t"/>
              <a:pathLst>
                <a:path extrusionOk="0" h="2112" w="694">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9" name="Google Shape;7079;p66"/>
            <p:cNvSpPr/>
            <p:nvPr/>
          </p:nvSpPr>
          <p:spPr>
            <a:xfrm>
              <a:off x="-21279775" y="4117475"/>
              <a:ext cx="46500" cy="44525"/>
            </a:xfrm>
            <a:custGeom>
              <a:rect b="b" l="l" r="r" t="t"/>
              <a:pathLst>
                <a:path extrusionOk="0" h="1781" w="186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0" name="Google Shape;7080;p66"/>
            <p:cNvSpPr/>
            <p:nvPr/>
          </p:nvSpPr>
          <p:spPr>
            <a:xfrm>
              <a:off x="-21103350" y="4117475"/>
              <a:ext cx="45700" cy="44525"/>
            </a:xfrm>
            <a:custGeom>
              <a:rect b="b" l="l" r="r" t="t"/>
              <a:pathLst>
                <a:path extrusionOk="0" h="1781" w="1828">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66"/>
            <p:cNvSpPr/>
            <p:nvPr/>
          </p:nvSpPr>
          <p:spPr>
            <a:xfrm>
              <a:off x="-21137225" y="4103750"/>
              <a:ext cx="27600" cy="34975"/>
            </a:xfrm>
            <a:custGeom>
              <a:rect b="b" l="l" r="r" t="t"/>
              <a:pathLst>
                <a:path extrusionOk="0" h="1399" w="1104">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66"/>
            <p:cNvSpPr/>
            <p:nvPr/>
          </p:nvSpPr>
          <p:spPr>
            <a:xfrm>
              <a:off x="-21227800" y="4103750"/>
              <a:ext cx="27600" cy="34975"/>
            </a:xfrm>
            <a:custGeom>
              <a:rect b="b" l="l" r="r" t="t"/>
              <a:pathLst>
                <a:path extrusionOk="0" h="1399" w="1104">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3" name="Google Shape;7083;p66"/>
            <p:cNvSpPr/>
            <p:nvPr/>
          </p:nvSpPr>
          <p:spPr>
            <a:xfrm>
              <a:off x="-21319950" y="4219675"/>
              <a:ext cx="53600" cy="18150"/>
            </a:xfrm>
            <a:custGeom>
              <a:rect b="b" l="l" r="r" t="t"/>
              <a:pathLst>
                <a:path extrusionOk="0" h="726" w="2144">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4" name="Google Shape;7084;p66"/>
            <p:cNvSpPr/>
            <p:nvPr/>
          </p:nvSpPr>
          <p:spPr>
            <a:xfrm>
              <a:off x="-21070275" y="4219675"/>
              <a:ext cx="54375" cy="18150"/>
            </a:xfrm>
            <a:custGeom>
              <a:rect b="b" l="l" r="r" t="t"/>
              <a:pathLst>
                <a:path extrusionOk="0" h="726" w="2175">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66"/>
            <p:cNvSpPr/>
            <p:nvPr/>
          </p:nvSpPr>
          <p:spPr>
            <a:xfrm>
              <a:off x="-21078925" y="4171825"/>
              <a:ext cx="37025" cy="25175"/>
            </a:xfrm>
            <a:custGeom>
              <a:rect b="b" l="l" r="r" t="t"/>
              <a:pathLst>
                <a:path extrusionOk="0" h="1007" w="1481">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6" name="Google Shape;7086;p66"/>
            <p:cNvSpPr/>
            <p:nvPr/>
          </p:nvSpPr>
          <p:spPr>
            <a:xfrm>
              <a:off x="-21294750" y="4172625"/>
              <a:ext cx="37850" cy="25150"/>
            </a:xfrm>
            <a:custGeom>
              <a:rect b="b" l="l" r="r" t="t"/>
              <a:pathLst>
                <a:path extrusionOk="0" h="1006" w="1514">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7" name="Google Shape;7087;p66"/>
            <p:cNvSpPr/>
            <p:nvPr/>
          </p:nvSpPr>
          <p:spPr>
            <a:xfrm>
              <a:off x="-21321525" y="4328375"/>
              <a:ext cx="306425" cy="34675"/>
            </a:xfrm>
            <a:custGeom>
              <a:rect b="b" l="l" r="r" t="t"/>
              <a:pathLst>
                <a:path extrusionOk="0" h="1387" w="1225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8" name="Google Shape;7088;p66"/>
            <p:cNvSpPr/>
            <p:nvPr/>
          </p:nvSpPr>
          <p:spPr>
            <a:xfrm>
              <a:off x="-21321525" y="4292150"/>
              <a:ext cx="306425" cy="34675"/>
            </a:xfrm>
            <a:custGeom>
              <a:rect b="b" l="l" r="r" t="t"/>
              <a:pathLst>
                <a:path extrusionOk="0" h="1387" w="1225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66"/>
            <p:cNvSpPr/>
            <p:nvPr/>
          </p:nvSpPr>
          <p:spPr>
            <a:xfrm>
              <a:off x="-21322300" y="4148000"/>
              <a:ext cx="307200" cy="143375"/>
            </a:xfrm>
            <a:custGeom>
              <a:rect b="b" l="l" r="r" t="t"/>
              <a:pathLst>
                <a:path extrusionOk="0" h="5735" w="12288">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0" name="Google Shape;7090;p66"/>
          <p:cNvGrpSpPr/>
          <p:nvPr/>
        </p:nvGrpSpPr>
        <p:grpSpPr>
          <a:xfrm>
            <a:off x="3496195" y="1689128"/>
            <a:ext cx="451653" cy="450212"/>
            <a:chOff x="-19394200" y="3333800"/>
            <a:chExt cx="305625" cy="304650"/>
          </a:xfrm>
        </p:grpSpPr>
        <p:sp>
          <p:nvSpPr>
            <p:cNvPr id="7091" name="Google Shape;7091;p66"/>
            <p:cNvSpPr/>
            <p:nvPr/>
          </p:nvSpPr>
          <p:spPr>
            <a:xfrm>
              <a:off x="-19206750" y="3495850"/>
              <a:ext cx="82725" cy="18150"/>
            </a:xfrm>
            <a:custGeom>
              <a:rect b="b" l="l" r="r" t="t"/>
              <a:pathLst>
                <a:path extrusionOk="0" h="726" w="3309">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66"/>
            <p:cNvSpPr/>
            <p:nvPr/>
          </p:nvSpPr>
          <p:spPr>
            <a:xfrm>
              <a:off x="-19205950" y="3532875"/>
              <a:ext cx="64600" cy="17350"/>
            </a:xfrm>
            <a:custGeom>
              <a:rect b="b" l="l" r="r" t="t"/>
              <a:pathLst>
                <a:path extrusionOk="0" h="694" w="2584">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3" name="Google Shape;7093;p66"/>
            <p:cNvSpPr/>
            <p:nvPr/>
          </p:nvSpPr>
          <p:spPr>
            <a:xfrm>
              <a:off x="-19323325" y="3568325"/>
              <a:ext cx="163850" cy="17350"/>
            </a:xfrm>
            <a:custGeom>
              <a:rect b="b" l="l" r="r" t="t"/>
              <a:pathLst>
                <a:path extrusionOk="0" h="694" w="655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66"/>
            <p:cNvSpPr/>
            <p:nvPr/>
          </p:nvSpPr>
          <p:spPr>
            <a:xfrm>
              <a:off x="-19343000" y="3460400"/>
              <a:ext cx="201650" cy="18150"/>
            </a:xfrm>
            <a:custGeom>
              <a:rect b="b" l="l" r="r" t="t"/>
              <a:pathLst>
                <a:path extrusionOk="0" h="726" w="8066">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66"/>
            <p:cNvSpPr/>
            <p:nvPr/>
          </p:nvSpPr>
          <p:spPr>
            <a:xfrm>
              <a:off x="-19361125" y="3495850"/>
              <a:ext cx="82725" cy="18150"/>
            </a:xfrm>
            <a:custGeom>
              <a:rect b="b" l="l" r="r" t="t"/>
              <a:pathLst>
                <a:path extrusionOk="0" h="726" w="3309">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66"/>
            <p:cNvSpPr/>
            <p:nvPr/>
          </p:nvSpPr>
          <p:spPr>
            <a:xfrm>
              <a:off x="-19305200" y="3603750"/>
              <a:ext cx="124475" cy="34700"/>
            </a:xfrm>
            <a:custGeom>
              <a:rect b="b" l="l" r="r" t="t"/>
              <a:pathLst>
                <a:path extrusionOk="0" h="1388" w="4979">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66"/>
            <p:cNvSpPr/>
            <p:nvPr/>
          </p:nvSpPr>
          <p:spPr>
            <a:xfrm>
              <a:off x="-19269750" y="3495850"/>
              <a:ext cx="54350" cy="53575"/>
            </a:xfrm>
            <a:custGeom>
              <a:rect b="b" l="l" r="r" t="t"/>
              <a:pathLst>
                <a:path extrusionOk="0" h="2143" w="2174">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66"/>
            <p:cNvSpPr/>
            <p:nvPr/>
          </p:nvSpPr>
          <p:spPr>
            <a:xfrm>
              <a:off x="-19394200" y="3333800"/>
              <a:ext cx="305625" cy="107725"/>
            </a:xfrm>
            <a:custGeom>
              <a:rect b="b" l="l" r="r" t="t"/>
              <a:pathLst>
                <a:path extrusionOk="0" h="4309" w="12225">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66"/>
            <p:cNvSpPr/>
            <p:nvPr/>
          </p:nvSpPr>
          <p:spPr>
            <a:xfrm>
              <a:off x="-19341425" y="3532875"/>
              <a:ext cx="63025" cy="17350"/>
            </a:xfrm>
            <a:custGeom>
              <a:rect b="b" l="l" r="r" t="t"/>
              <a:pathLst>
                <a:path extrusionOk="0" h="694" w="2521">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0" name="Google Shape;7100;p66"/>
          <p:cNvGrpSpPr/>
          <p:nvPr/>
        </p:nvGrpSpPr>
        <p:grpSpPr>
          <a:xfrm>
            <a:off x="3495032" y="2243580"/>
            <a:ext cx="453980" cy="449325"/>
            <a:chOff x="-19396575" y="3708500"/>
            <a:chExt cx="307200" cy="304050"/>
          </a:xfrm>
        </p:grpSpPr>
        <p:sp>
          <p:nvSpPr>
            <p:cNvPr id="7101" name="Google Shape;7101;p66"/>
            <p:cNvSpPr/>
            <p:nvPr/>
          </p:nvSpPr>
          <p:spPr>
            <a:xfrm>
              <a:off x="-19215425" y="3708500"/>
              <a:ext cx="70925" cy="70925"/>
            </a:xfrm>
            <a:custGeom>
              <a:rect b="b" l="l" r="r" t="t"/>
              <a:pathLst>
                <a:path extrusionOk="0" h="2837" w="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66"/>
            <p:cNvSpPr/>
            <p:nvPr/>
          </p:nvSpPr>
          <p:spPr>
            <a:xfrm>
              <a:off x="-19396575" y="3773100"/>
              <a:ext cx="277275" cy="239450"/>
            </a:xfrm>
            <a:custGeom>
              <a:rect b="b" l="l" r="r" t="t"/>
              <a:pathLst>
                <a:path extrusionOk="0" h="9578" w="11091">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66"/>
            <p:cNvSpPr/>
            <p:nvPr/>
          </p:nvSpPr>
          <p:spPr>
            <a:xfrm>
              <a:off x="-19140600" y="3727425"/>
              <a:ext cx="51225" cy="70550"/>
            </a:xfrm>
            <a:custGeom>
              <a:rect b="b" l="l" r="r" t="t"/>
              <a:pathLst>
                <a:path extrusionOk="0" h="2822" w="2049">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4" name="Google Shape;7104;p66"/>
          <p:cNvGrpSpPr/>
          <p:nvPr/>
        </p:nvGrpSpPr>
        <p:grpSpPr>
          <a:xfrm>
            <a:off x="3489212" y="2796461"/>
            <a:ext cx="465618" cy="450101"/>
            <a:chOff x="-19394200" y="4084200"/>
            <a:chExt cx="315075" cy="304575"/>
          </a:xfrm>
        </p:grpSpPr>
        <p:sp>
          <p:nvSpPr>
            <p:cNvPr id="7105" name="Google Shape;7105;p66"/>
            <p:cNvSpPr/>
            <p:nvPr/>
          </p:nvSpPr>
          <p:spPr>
            <a:xfrm>
              <a:off x="-19185475" y="4234650"/>
              <a:ext cx="40175" cy="28375"/>
            </a:xfrm>
            <a:custGeom>
              <a:rect b="b" l="l" r="r" t="t"/>
              <a:pathLst>
                <a:path extrusionOk="0" h="1135" w="1607">
                  <a:moveTo>
                    <a:pt x="1134" y="0"/>
                  </a:moveTo>
                  <a:lnTo>
                    <a:pt x="0" y="1134"/>
                  </a:lnTo>
                  <a:lnTo>
                    <a:pt x="1607" y="1134"/>
                  </a:lnTo>
                  <a:cubicBezTo>
                    <a:pt x="1575" y="756"/>
                    <a:pt x="1418" y="347"/>
                    <a:pt x="1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66"/>
            <p:cNvSpPr/>
            <p:nvPr/>
          </p:nvSpPr>
          <p:spPr>
            <a:xfrm>
              <a:off x="-19244550" y="4293725"/>
              <a:ext cx="28375" cy="39400"/>
            </a:xfrm>
            <a:custGeom>
              <a:rect b="b" l="l" r="r" t="t"/>
              <a:pathLst>
                <a:path extrusionOk="0" h="1576" w="1135">
                  <a:moveTo>
                    <a:pt x="1134" y="0"/>
                  </a:moveTo>
                  <a:lnTo>
                    <a:pt x="0" y="1134"/>
                  </a:lnTo>
                  <a:cubicBezTo>
                    <a:pt x="315" y="1386"/>
                    <a:pt x="693" y="1512"/>
                    <a:pt x="1134" y="1575"/>
                  </a:cubicBezTo>
                  <a:lnTo>
                    <a:pt x="11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66"/>
            <p:cNvSpPr/>
            <p:nvPr/>
          </p:nvSpPr>
          <p:spPr>
            <a:xfrm>
              <a:off x="-19280000" y="4201050"/>
              <a:ext cx="200875" cy="187725"/>
            </a:xfrm>
            <a:custGeom>
              <a:rect b="b" l="l" r="r" t="t"/>
              <a:pathLst>
                <a:path extrusionOk="0" h="7509" w="8035">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66"/>
            <p:cNvSpPr/>
            <p:nvPr/>
          </p:nvSpPr>
          <p:spPr>
            <a:xfrm>
              <a:off x="-19197300" y="4293725"/>
              <a:ext cx="28375" cy="39400"/>
            </a:xfrm>
            <a:custGeom>
              <a:rect b="b" l="l" r="r" t="t"/>
              <a:pathLst>
                <a:path extrusionOk="0" h="1576" w="1135">
                  <a:moveTo>
                    <a:pt x="1" y="0"/>
                  </a:moveTo>
                  <a:lnTo>
                    <a:pt x="1" y="1575"/>
                  </a:lnTo>
                  <a:cubicBezTo>
                    <a:pt x="379" y="1512"/>
                    <a:pt x="788" y="1386"/>
                    <a:pt x="1135" y="1134"/>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66"/>
            <p:cNvSpPr/>
            <p:nvPr/>
          </p:nvSpPr>
          <p:spPr>
            <a:xfrm>
              <a:off x="-19394200" y="4084200"/>
              <a:ext cx="252850" cy="303275"/>
            </a:xfrm>
            <a:custGeom>
              <a:rect b="b" l="l" r="r" t="t"/>
              <a:pathLst>
                <a:path extrusionOk="0" h="12131" w="10114">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0" name="Google Shape;7110;p66"/>
            <p:cNvSpPr/>
            <p:nvPr/>
          </p:nvSpPr>
          <p:spPr>
            <a:xfrm>
              <a:off x="-19185475" y="4281100"/>
              <a:ext cx="40175" cy="28400"/>
            </a:xfrm>
            <a:custGeom>
              <a:rect b="b" l="l" r="r" t="t"/>
              <a:pathLst>
                <a:path extrusionOk="0" h="1136" w="1607">
                  <a:moveTo>
                    <a:pt x="0" y="1"/>
                  </a:moveTo>
                  <a:lnTo>
                    <a:pt x="1134" y="1135"/>
                  </a:lnTo>
                  <a:cubicBezTo>
                    <a:pt x="1418" y="820"/>
                    <a:pt x="1575" y="41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1" name="Google Shape;7111;p66"/>
          <p:cNvGrpSpPr/>
          <p:nvPr/>
        </p:nvGrpSpPr>
        <p:grpSpPr>
          <a:xfrm>
            <a:off x="6294923" y="1689001"/>
            <a:ext cx="400447" cy="450470"/>
            <a:chOff x="-17526750" y="3309200"/>
            <a:chExt cx="270975" cy="304825"/>
          </a:xfrm>
        </p:grpSpPr>
        <p:sp>
          <p:nvSpPr>
            <p:cNvPr id="7112" name="Google Shape;7112;p66"/>
            <p:cNvSpPr/>
            <p:nvPr/>
          </p:nvSpPr>
          <p:spPr>
            <a:xfrm>
              <a:off x="-17507050" y="3452525"/>
              <a:ext cx="232375" cy="161500"/>
            </a:xfrm>
            <a:custGeom>
              <a:rect b="b" l="l" r="r" t="t"/>
              <a:pathLst>
                <a:path extrusionOk="0" h="6460" w="9295">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66"/>
            <p:cNvSpPr/>
            <p:nvPr/>
          </p:nvSpPr>
          <p:spPr>
            <a:xfrm>
              <a:off x="-17417275" y="3309200"/>
              <a:ext cx="52800" cy="54350"/>
            </a:xfrm>
            <a:custGeom>
              <a:rect b="b" l="l" r="r" t="t"/>
              <a:pathLst>
                <a:path extrusionOk="0" h="2174" w="2112">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66"/>
            <p:cNvSpPr/>
            <p:nvPr/>
          </p:nvSpPr>
          <p:spPr>
            <a:xfrm>
              <a:off x="-17456650" y="3369825"/>
              <a:ext cx="130775" cy="64625"/>
            </a:xfrm>
            <a:custGeom>
              <a:rect b="b" l="l" r="r" t="t"/>
              <a:pathLst>
                <a:path extrusionOk="0" h="2585" w="5231">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66"/>
            <p:cNvSpPr/>
            <p:nvPr/>
          </p:nvSpPr>
          <p:spPr>
            <a:xfrm>
              <a:off x="-17526750" y="3344625"/>
              <a:ext cx="95325" cy="89825"/>
            </a:xfrm>
            <a:custGeom>
              <a:rect b="b" l="l" r="r" t="t"/>
              <a:pathLst>
                <a:path extrusionOk="0" h="3593" w="381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66"/>
            <p:cNvSpPr/>
            <p:nvPr/>
          </p:nvSpPr>
          <p:spPr>
            <a:xfrm>
              <a:off x="-17351900" y="3345425"/>
              <a:ext cx="96125" cy="89800"/>
            </a:xfrm>
            <a:custGeom>
              <a:rect b="b" l="l" r="r" t="t"/>
              <a:pathLst>
                <a:path extrusionOk="0" h="3592" w="3845">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7" name="Google Shape;7117;p66"/>
          <p:cNvGrpSpPr/>
          <p:nvPr/>
        </p:nvGrpSpPr>
        <p:grpSpPr>
          <a:xfrm>
            <a:off x="6271075" y="2244173"/>
            <a:ext cx="448143" cy="448143"/>
            <a:chOff x="-17542500" y="3684100"/>
            <a:chExt cx="303250" cy="303250"/>
          </a:xfrm>
        </p:grpSpPr>
        <p:sp>
          <p:nvSpPr>
            <p:cNvPr id="7118" name="Google Shape;7118;p66"/>
            <p:cNvSpPr/>
            <p:nvPr/>
          </p:nvSpPr>
          <p:spPr>
            <a:xfrm>
              <a:off x="-17542500" y="3863675"/>
              <a:ext cx="70900" cy="52800"/>
            </a:xfrm>
            <a:custGeom>
              <a:rect b="b" l="l" r="r" t="t"/>
              <a:pathLst>
                <a:path extrusionOk="0" h="2112" w="2836">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66"/>
            <p:cNvSpPr/>
            <p:nvPr/>
          </p:nvSpPr>
          <p:spPr>
            <a:xfrm>
              <a:off x="-17488150" y="3881000"/>
              <a:ext cx="70900" cy="106350"/>
            </a:xfrm>
            <a:custGeom>
              <a:rect b="b" l="l" r="r" t="t"/>
              <a:pathLst>
                <a:path extrusionOk="0" h="4254" w="2836">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66"/>
            <p:cNvSpPr/>
            <p:nvPr/>
          </p:nvSpPr>
          <p:spPr>
            <a:xfrm>
              <a:off x="-17310150" y="3863675"/>
              <a:ext cx="70900" cy="52800"/>
            </a:xfrm>
            <a:custGeom>
              <a:rect b="b" l="l" r="r" t="t"/>
              <a:pathLst>
                <a:path extrusionOk="0" h="2112" w="2836">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1" name="Google Shape;7121;p66"/>
            <p:cNvSpPr/>
            <p:nvPr/>
          </p:nvSpPr>
          <p:spPr>
            <a:xfrm>
              <a:off x="-17364500" y="3881000"/>
              <a:ext cx="70925" cy="106350"/>
            </a:xfrm>
            <a:custGeom>
              <a:rect b="b" l="l" r="r" t="t"/>
              <a:pathLst>
                <a:path extrusionOk="0" h="4254" w="2837">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2" name="Google Shape;7122;p66"/>
            <p:cNvSpPr/>
            <p:nvPr/>
          </p:nvSpPr>
          <p:spPr>
            <a:xfrm>
              <a:off x="-17505475" y="3845550"/>
              <a:ext cx="228425" cy="18150"/>
            </a:xfrm>
            <a:custGeom>
              <a:rect b="b" l="l" r="r" t="t"/>
              <a:pathLst>
                <a:path extrusionOk="0" h="726" w="9137">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66"/>
            <p:cNvSpPr/>
            <p:nvPr/>
          </p:nvSpPr>
          <p:spPr>
            <a:xfrm>
              <a:off x="-17523600" y="3706925"/>
              <a:ext cx="265450" cy="121325"/>
            </a:xfrm>
            <a:custGeom>
              <a:rect b="b" l="l" r="r" t="t"/>
              <a:pathLst>
                <a:path extrusionOk="0" h="4853" w="10618">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66"/>
            <p:cNvSpPr/>
            <p:nvPr/>
          </p:nvSpPr>
          <p:spPr>
            <a:xfrm>
              <a:off x="-17448775" y="3684100"/>
              <a:ext cx="115800" cy="52800"/>
            </a:xfrm>
            <a:custGeom>
              <a:rect b="b" l="l" r="r" t="t"/>
              <a:pathLst>
                <a:path extrusionOk="0" h="2112" w="463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5" name="Google Shape;7125;p66"/>
          <p:cNvGrpSpPr/>
          <p:nvPr/>
        </p:nvGrpSpPr>
        <p:grpSpPr>
          <a:xfrm>
            <a:off x="6270484" y="2810817"/>
            <a:ext cx="449325" cy="421395"/>
            <a:chOff x="-17542500" y="4068450"/>
            <a:chExt cx="304050" cy="285150"/>
          </a:xfrm>
        </p:grpSpPr>
        <p:sp>
          <p:nvSpPr>
            <p:cNvPr id="7126" name="Google Shape;7126;p66"/>
            <p:cNvSpPr/>
            <p:nvPr/>
          </p:nvSpPr>
          <p:spPr>
            <a:xfrm>
              <a:off x="-17519650" y="4281900"/>
              <a:ext cx="256000" cy="71700"/>
            </a:xfrm>
            <a:custGeom>
              <a:rect b="b" l="l" r="r" t="t"/>
              <a:pathLst>
                <a:path extrusionOk="0" h="2868" w="1024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66"/>
            <p:cNvSpPr/>
            <p:nvPr/>
          </p:nvSpPr>
          <p:spPr>
            <a:xfrm>
              <a:off x="-17542500" y="4166900"/>
              <a:ext cx="304050" cy="133925"/>
            </a:xfrm>
            <a:custGeom>
              <a:rect b="b" l="l" r="r" t="t"/>
              <a:pathLst>
                <a:path extrusionOk="0" h="5357" w="12162">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66"/>
            <p:cNvSpPr/>
            <p:nvPr/>
          </p:nvSpPr>
          <p:spPr>
            <a:xfrm>
              <a:off x="-17329050" y="4121225"/>
              <a:ext cx="18125" cy="18150"/>
            </a:xfrm>
            <a:custGeom>
              <a:rect b="b" l="l" r="r" t="t"/>
              <a:pathLst>
                <a:path extrusionOk="0" h="726" w="725">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66"/>
            <p:cNvSpPr/>
            <p:nvPr/>
          </p:nvSpPr>
          <p:spPr>
            <a:xfrm>
              <a:off x="-17381825" y="4068450"/>
              <a:ext cx="123675" cy="123675"/>
            </a:xfrm>
            <a:custGeom>
              <a:rect b="b" l="l" r="r" t="t"/>
              <a:pathLst>
                <a:path extrusionOk="0" h="4947" w="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66"/>
            <p:cNvSpPr/>
            <p:nvPr/>
          </p:nvSpPr>
          <p:spPr>
            <a:xfrm>
              <a:off x="-17471625" y="4121225"/>
              <a:ext cx="17375" cy="18150"/>
            </a:xfrm>
            <a:custGeom>
              <a:rect b="b" l="l" r="r" t="t"/>
              <a:pathLst>
                <a:path extrusionOk="0" h="726" w="695">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66"/>
            <p:cNvSpPr/>
            <p:nvPr/>
          </p:nvSpPr>
          <p:spPr>
            <a:xfrm>
              <a:off x="-17525175" y="4068450"/>
              <a:ext cx="124475" cy="123675"/>
            </a:xfrm>
            <a:custGeom>
              <a:rect b="b" l="l" r="r" t="t"/>
              <a:pathLst>
                <a:path extrusionOk="0" h="4947" w="4979">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2" name="Google Shape;7132;p66"/>
          <p:cNvGrpSpPr/>
          <p:nvPr/>
        </p:nvGrpSpPr>
        <p:grpSpPr>
          <a:xfrm>
            <a:off x="3500906" y="3342211"/>
            <a:ext cx="343404" cy="449325"/>
            <a:chOff x="-15652200" y="3335975"/>
            <a:chExt cx="232375" cy="304050"/>
          </a:xfrm>
        </p:grpSpPr>
        <p:sp>
          <p:nvSpPr>
            <p:cNvPr id="7133" name="Google Shape;7133;p66"/>
            <p:cNvSpPr/>
            <p:nvPr/>
          </p:nvSpPr>
          <p:spPr>
            <a:xfrm>
              <a:off x="-15652200" y="3403700"/>
              <a:ext cx="36250" cy="168575"/>
            </a:xfrm>
            <a:custGeom>
              <a:rect b="b" l="l" r="r" t="t"/>
              <a:pathLst>
                <a:path extrusionOk="0" h="6743" w="1450">
                  <a:moveTo>
                    <a:pt x="0" y="1"/>
                  </a:moveTo>
                  <a:lnTo>
                    <a:pt x="0" y="6743"/>
                  </a:lnTo>
                  <a:lnTo>
                    <a:pt x="1450" y="6018"/>
                  </a:lnTo>
                  <a:lnTo>
                    <a:pt x="1450" y="69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66"/>
            <p:cNvSpPr/>
            <p:nvPr/>
          </p:nvSpPr>
          <p:spPr>
            <a:xfrm>
              <a:off x="-15455300" y="3403700"/>
              <a:ext cx="35475" cy="168575"/>
            </a:xfrm>
            <a:custGeom>
              <a:rect b="b" l="l" r="r" t="t"/>
              <a:pathLst>
                <a:path extrusionOk="0" h="6743" w="1419">
                  <a:moveTo>
                    <a:pt x="1418" y="1"/>
                  </a:moveTo>
                  <a:lnTo>
                    <a:pt x="1" y="694"/>
                  </a:lnTo>
                  <a:lnTo>
                    <a:pt x="1" y="6018"/>
                  </a:lnTo>
                  <a:lnTo>
                    <a:pt x="1418" y="6743"/>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66"/>
            <p:cNvSpPr/>
            <p:nvPr/>
          </p:nvSpPr>
          <p:spPr>
            <a:xfrm>
              <a:off x="-15644325" y="3570675"/>
              <a:ext cx="62250" cy="62250"/>
            </a:xfrm>
            <a:custGeom>
              <a:rect b="b" l="l" r="r" t="t"/>
              <a:pathLst>
                <a:path extrusionOk="0" h="2490" w="2490">
                  <a:moveTo>
                    <a:pt x="1418" y="1"/>
                  </a:moveTo>
                  <a:lnTo>
                    <a:pt x="0" y="725"/>
                  </a:lnTo>
                  <a:lnTo>
                    <a:pt x="1765" y="2489"/>
                  </a:lnTo>
                  <a:lnTo>
                    <a:pt x="2489" y="1072"/>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66"/>
            <p:cNvSpPr/>
            <p:nvPr/>
          </p:nvSpPr>
          <p:spPr>
            <a:xfrm>
              <a:off x="-15489950" y="3570675"/>
              <a:ext cx="63025" cy="62250"/>
            </a:xfrm>
            <a:custGeom>
              <a:rect b="b" l="l" r="r" t="t"/>
              <a:pathLst>
                <a:path extrusionOk="0" h="2490" w="2521">
                  <a:moveTo>
                    <a:pt x="1072" y="1"/>
                  </a:moveTo>
                  <a:lnTo>
                    <a:pt x="0" y="1072"/>
                  </a:lnTo>
                  <a:lnTo>
                    <a:pt x="725" y="2489"/>
                  </a:lnTo>
                  <a:lnTo>
                    <a:pt x="2521" y="725"/>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7" name="Google Shape;7137;p66"/>
            <p:cNvSpPr/>
            <p:nvPr/>
          </p:nvSpPr>
          <p:spPr>
            <a:xfrm>
              <a:off x="-15644325" y="3342275"/>
              <a:ext cx="62250" cy="63025"/>
            </a:xfrm>
            <a:custGeom>
              <a:rect b="b" l="l" r="r" t="t"/>
              <a:pathLst>
                <a:path extrusionOk="0" h="2521" w="2490">
                  <a:moveTo>
                    <a:pt x="1765" y="0"/>
                  </a:moveTo>
                  <a:lnTo>
                    <a:pt x="0" y="1827"/>
                  </a:lnTo>
                  <a:lnTo>
                    <a:pt x="1418" y="2521"/>
                  </a:lnTo>
                  <a:lnTo>
                    <a:pt x="2489" y="1481"/>
                  </a:ln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8" name="Google Shape;7138;p66"/>
            <p:cNvSpPr/>
            <p:nvPr/>
          </p:nvSpPr>
          <p:spPr>
            <a:xfrm>
              <a:off x="-15489950" y="3342275"/>
              <a:ext cx="63025" cy="63025"/>
            </a:xfrm>
            <a:custGeom>
              <a:rect b="b" l="l" r="r" t="t"/>
              <a:pathLst>
                <a:path extrusionOk="0" h="2521" w="2521">
                  <a:moveTo>
                    <a:pt x="725" y="0"/>
                  </a:moveTo>
                  <a:lnTo>
                    <a:pt x="0" y="1481"/>
                  </a:lnTo>
                  <a:lnTo>
                    <a:pt x="1072" y="2521"/>
                  </a:lnTo>
                  <a:lnTo>
                    <a:pt x="2521" y="182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9" name="Google Shape;7139;p66"/>
            <p:cNvSpPr/>
            <p:nvPr/>
          </p:nvSpPr>
          <p:spPr>
            <a:xfrm>
              <a:off x="-15584475" y="3604550"/>
              <a:ext cx="96900" cy="35475"/>
            </a:xfrm>
            <a:custGeom>
              <a:rect b="b" l="l" r="r" t="t"/>
              <a:pathLst>
                <a:path extrusionOk="0" h="1419" w="3876">
                  <a:moveTo>
                    <a:pt x="725" y="0"/>
                  </a:moveTo>
                  <a:lnTo>
                    <a:pt x="1" y="1418"/>
                  </a:lnTo>
                  <a:lnTo>
                    <a:pt x="3876" y="1418"/>
                  </a:ln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0" name="Google Shape;7140;p66"/>
            <p:cNvSpPr/>
            <p:nvPr/>
          </p:nvSpPr>
          <p:spPr>
            <a:xfrm>
              <a:off x="-15584475" y="3335975"/>
              <a:ext cx="96900" cy="35450"/>
            </a:xfrm>
            <a:custGeom>
              <a:rect b="b" l="l" r="r" t="t"/>
              <a:pathLst>
                <a:path extrusionOk="0" h="1418" w="3876">
                  <a:moveTo>
                    <a:pt x="1" y="0"/>
                  </a:moveTo>
                  <a:lnTo>
                    <a:pt x="725" y="1418"/>
                  </a:lnTo>
                  <a:lnTo>
                    <a:pt x="3151" y="1418"/>
                  </a:lnTo>
                  <a:lnTo>
                    <a:pt x="38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1" name="Google Shape;7141;p66"/>
            <p:cNvSpPr/>
            <p:nvPr/>
          </p:nvSpPr>
          <p:spPr>
            <a:xfrm>
              <a:off x="-15597850" y="3388725"/>
              <a:ext cx="124450" cy="197725"/>
            </a:xfrm>
            <a:custGeom>
              <a:rect b="b" l="l" r="r" t="t"/>
              <a:pathLst>
                <a:path extrusionOk="0" h="7909" w="4978">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2" name="Google Shape;7142;p66"/>
          <p:cNvGrpSpPr/>
          <p:nvPr/>
        </p:nvGrpSpPr>
        <p:grpSpPr>
          <a:xfrm>
            <a:off x="1274819" y="2243729"/>
            <a:ext cx="449325" cy="449030"/>
            <a:chOff x="-20945825" y="3692175"/>
            <a:chExt cx="304050" cy="303850"/>
          </a:xfrm>
        </p:grpSpPr>
        <p:sp>
          <p:nvSpPr>
            <p:cNvPr id="7143" name="Google Shape;7143;p66"/>
            <p:cNvSpPr/>
            <p:nvPr/>
          </p:nvSpPr>
          <p:spPr>
            <a:xfrm>
              <a:off x="-20841850" y="3692175"/>
              <a:ext cx="92950" cy="89600"/>
            </a:xfrm>
            <a:custGeom>
              <a:rect b="b" l="l" r="r" t="t"/>
              <a:pathLst>
                <a:path extrusionOk="0" h="3584" w="3718">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4" name="Google Shape;7144;p66"/>
            <p:cNvSpPr/>
            <p:nvPr/>
          </p:nvSpPr>
          <p:spPr>
            <a:xfrm>
              <a:off x="-20945825" y="3746325"/>
              <a:ext cx="304050" cy="70900"/>
            </a:xfrm>
            <a:custGeom>
              <a:rect b="b" l="l" r="r" t="t"/>
              <a:pathLst>
                <a:path extrusionOk="0" h="2836" w="12162">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66"/>
            <p:cNvSpPr/>
            <p:nvPr/>
          </p:nvSpPr>
          <p:spPr>
            <a:xfrm>
              <a:off x="-20814300" y="3864450"/>
              <a:ext cx="39425" cy="131575"/>
            </a:xfrm>
            <a:custGeom>
              <a:rect b="b" l="l" r="r" t="t"/>
              <a:pathLst>
                <a:path extrusionOk="0" h="5263" w="1577">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66"/>
            <p:cNvSpPr/>
            <p:nvPr/>
          </p:nvSpPr>
          <p:spPr>
            <a:xfrm>
              <a:off x="-20929275" y="3834525"/>
              <a:ext cx="268600" cy="53600"/>
            </a:xfrm>
            <a:custGeom>
              <a:rect b="b" l="l" r="r" t="t"/>
              <a:pathLst>
                <a:path extrusionOk="0" h="2144" w="107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7" name="Google Shape;7147;p66"/>
          <p:cNvGrpSpPr/>
          <p:nvPr/>
        </p:nvGrpSpPr>
        <p:grpSpPr>
          <a:xfrm>
            <a:off x="4081644" y="1689848"/>
            <a:ext cx="372516" cy="448771"/>
            <a:chOff x="-18994100" y="3334775"/>
            <a:chExt cx="252075" cy="303675"/>
          </a:xfrm>
        </p:grpSpPr>
        <p:sp>
          <p:nvSpPr>
            <p:cNvPr id="7148" name="Google Shape;7148;p66"/>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9" name="Google Shape;7149;p66"/>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0" name="Google Shape;7150;p66"/>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66"/>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2" name="Google Shape;7152;p66"/>
          <p:cNvGrpSpPr/>
          <p:nvPr/>
        </p:nvGrpSpPr>
        <p:grpSpPr>
          <a:xfrm>
            <a:off x="4096200" y="2244743"/>
            <a:ext cx="343404" cy="446998"/>
            <a:chOff x="-18983850" y="3710075"/>
            <a:chExt cx="232375" cy="302475"/>
          </a:xfrm>
        </p:grpSpPr>
        <p:sp>
          <p:nvSpPr>
            <p:cNvPr id="7153" name="Google Shape;7153;p66"/>
            <p:cNvSpPr/>
            <p:nvPr/>
          </p:nvSpPr>
          <p:spPr>
            <a:xfrm>
              <a:off x="-18840500" y="3874700"/>
              <a:ext cx="89025" cy="119750"/>
            </a:xfrm>
            <a:custGeom>
              <a:rect b="b" l="l" r="r" t="t"/>
              <a:pathLst>
                <a:path extrusionOk="0" h="4790" w="3561">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66"/>
            <p:cNvSpPr/>
            <p:nvPr/>
          </p:nvSpPr>
          <p:spPr>
            <a:xfrm>
              <a:off x="-18983850" y="3901475"/>
              <a:ext cx="208750" cy="111075"/>
            </a:xfrm>
            <a:custGeom>
              <a:rect b="b" l="l" r="r" t="t"/>
              <a:pathLst>
                <a:path extrusionOk="0" h="4443" w="835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66"/>
            <p:cNvSpPr/>
            <p:nvPr/>
          </p:nvSpPr>
          <p:spPr>
            <a:xfrm>
              <a:off x="-18947625" y="3710075"/>
              <a:ext cx="159925" cy="67775"/>
            </a:xfrm>
            <a:custGeom>
              <a:rect b="b" l="l" r="r" t="t"/>
              <a:pathLst>
                <a:path extrusionOk="0" h="2711" w="6397">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66"/>
            <p:cNvSpPr/>
            <p:nvPr/>
          </p:nvSpPr>
          <p:spPr>
            <a:xfrm>
              <a:off x="-18949200" y="3773100"/>
              <a:ext cx="159125" cy="133925"/>
            </a:xfrm>
            <a:custGeom>
              <a:rect b="b" l="l" r="r" t="t"/>
              <a:pathLst>
                <a:path extrusionOk="0" h="5357" w="6365">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7" name="Google Shape;7157;p66"/>
          <p:cNvGrpSpPr/>
          <p:nvPr/>
        </p:nvGrpSpPr>
        <p:grpSpPr>
          <a:xfrm>
            <a:off x="1274247" y="1689573"/>
            <a:ext cx="450470" cy="449325"/>
            <a:chOff x="-20946600" y="3317850"/>
            <a:chExt cx="304825" cy="304050"/>
          </a:xfrm>
        </p:grpSpPr>
        <p:sp>
          <p:nvSpPr>
            <p:cNvPr id="7158" name="Google Shape;7158;p66"/>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66"/>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66"/>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1" name="Google Shape;7161;p66"/>
          <p:cNvGrpSpPr/>
          <p:nvPr/>
        </p:nvGrpSpPr>
        <p:grpSpPr>
          <a:xfrm>
            <a:off x="1300422" y="2797442"/>
            <a:ext cx="398119" cy="448143"/>
            <a:chOff x="-20930075" y="4066100"/>
            <a:chExt cx="269400" cy="303250"/>
          </a:xfrm>
        </p:grpSpPr>
        <p:sp>
          <p:nvSpPr>
            <p:cNvPr id="7162" name="Google Shape;7162;p66"/>
            <p:cNvSpPr/>
            <p:nvPr/>
          </p:nvSpPr>
          <p:spPr>
            <a:xfrm>
              <a:off x="-20865475" y="4066100"/>
              <a:ext cx="141775" cy="144150"/>
            </a:xfrm>
            <a:custGeom>
              <a:rect b="b" l="l" r="r" t="t"/>
              <a:pathLst>
                <a:path extrusionOk="0" h="5766" w="5671">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3" name="Google Shape;7163;p66"/>
            <p:cNvSpPr/>
            <p:nvPr/>
          </p:nvSpPr>
          <p:spPr>
            <a:xfrm>
              <a:off x="-20930075" y="4191325"/>
              <a:ext cx="269400" cy="178025"/>
            </a:xfrm>
            <a:custGeom>
              <a:rect b="b" l="l" r="r" t="t"/>
              <a:pathLst>
                <a:path extrusionOk="0" h="7121" w="10776">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4" name="Google Shape;7164;p66"/>
          <p:cNvGrpSpPr/>
          <p:nvPr/>
        </p:nvGrpSpPr>
        <p:grpSpPr>
          <a:xfrm>
            <a:off x="4042667" y="2797422"/>
            <a:ext cx="450470" cy="448180"/>
            <a:chOff x="-19020075" y="4084200"/>
            <a:chExt cx="304825" cy="303275"/>
          </a:xfrm>
        </p:grpSpPr>
        <p:sp>
          <p:nvSpPr>
            <p:cNvPr id="7165" name="Google Shape;7165;p66"/>
            <p:cNvSpPr/>
            <p:nvPr/>
          </p:nvSpPr>
          <p:spPr>
            <a:xfrm>
              <a:off x="-18962575" y="4274800"/>
              <a:ext cx="103975" cy="94550"/>
            </a:xfrm>
            <a:custGeom>
              <a:rect b="b" l="l" r="r" t="t"/>
              <a:pathLst>
                <a:path extrusionOk="0" h="3782" w="4159">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66"/>
            <p:cNvSpPr/>
            <p:nvPr/>
          </p:nvSpPr>
          <p:spPr>
            <a:xfrm>
              <a:off x="-18883025" y="4281900"/>
              <a:ext cx="78000" cy="105575"/>
            </a:xfrm>
            <a:custGeom>
              <a:rect b="b" l="l" r="r" t="t"/>
              <a:pathLst>
                <a:path extrusionOk="0" h="4223" w="312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66"/>
            <p:cNvSpPr/>
            <p:nvPr/>
          </p:nvSpPr>
          <p:spPr>
            <a:xfrm>
              <a:off x="-18809000" y="4281100"/>
              <a:ext cx="57525" cy="88250"/>
            </a:xfrm>
            <a:custGeom>
              <a:rect b="b" l="l" r="r" t="t"/>
              <a:pathLst>
                <a:path extrusionOk="0" h="3530" w="2301">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66"/>
            <p:cNvSpPr/>
            <p:nvPr/>
          </p:nvSpPr>
          <p:spPr>
            <a:xfrm>
              <a:off x="-18770400" y="4263000"/>
              <a:ext cx="55150" cy="66975"/>
            </a:xfrm>
            <a:custGeom>
              <a:rect b="b" l="l" r="r" t="t"/>
              <a:pathLst>
                <a:path extrusionOk="0" h="2679" w="2206">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66"/>
            <p:cNvSpPr/>
            <p:nvPr/>
          </p:nvSpPr>
          <p:spPr>
            <a:xfrm>
              <a:off x="-18768050" y="4227550"/>
              <a:ext cx="52025" cy="31525"/>
            </a:xfrm>
            <a:custGeom>
              <a:rect b="b" l="l" r="r" t="t"/>
              <a:pathLst>
                <a:path extrusionOk="0" h="1261" w="208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66"/>
            <p:cNvSpPr/>
            <p:nvPr/>
          </p:nvSpPr>
          <p:spPr>
            <a:xfrm>
              <a:off x="-19000400" y="4262200"/>
              <a:ext cx="106350" cy="52800"/>
            </a:xfrm>
            <a:custGeom>
              <a:rect b="b" l="l" r="r" t="t"/>
              <a:pathLst>
                <a:path extrusionOk="0" h="2112" w="4254">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66"/>
            <p:cNvSpPr/>
            <p:nvPr/>
          </p:nvSpPr>
          <p:spPr>
            <a:xfrm>
              <a:off x="-18912175" y="4173200"/>
              <a:ext cx="18125" cy="35475"/>
            </a:xfrm>
            <a:custGeom>
              <a:rect b="b" l="l" r="r" t="t"/>
              <a:pathLst>
                <a:path extrusionOk="0" h="1419" w="725">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2" name="Google Shape;7172;p66"/>
            <p:cNvSpPr/>
            <p:nvPr/>
          </p:nvSpPr>
          <p:spPr>
            <a:xfrm>
              <a:off x="-19001975" y="4173200"/>
              <a:ext cx="18150" cy="35475"/>
            </a:xfrm>
            <a:custGeom>
              <a:rect b="b" l="l" r="r" t="t"/>
              <a:pathLst>
                <a:path extrusionOk="0" h="1419" w="726">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3" name="Google Shape;7173;p66"/>
            <p:cNvSpPr/>
            <p:nvPr/>
          </p:nvSpPr>
          <p:spPr>
            <a:xfrm>
              <a:off x="-19020075" y="4084200"/>
              <a:ext cx="143375" cy="178025"/>
            </a:xfrm>
            <a:custGeom>
              <a:rect b="b" l="l" r="r" t="t"/>
              <a:pathLst>
                <a:path extrusionOk="0" h="7121" w="5735">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4" name="Google Shape;7174;p66"/>
          <p:cNvGrpSpPr/>
          <p:nvPr/>
        </p:nvGrpSpPr>
        <p:grpSpPr>
          <a:xfrm>
            <a:off x="6859931" y="1689001"/>
            <a:ext cx="396937" cy="450470"/>
            <a:chOff x="-17149475" y="3309200"/>
            <a:chExt cx="268600" cy="304825"/>
          </a:xfrm>
        </p:grpSpPr>
        <p:sp>
          <p:nvSpPr>
            <p:cNvPr id="7175" name="Google Shape;7175;p66"/>
            <p:cNvSpPr/>
            <p:nvPr/>
          </p:nvSpPr>
          <p:spPr>
            <a:xfrm>
              <a:off x="-17021100" y="3309200"/>
              <a:ext cx="102425" cy="72475"/>
            </a:xfrm>
            <a:custGeom>
              <a:rect b="b" l="l" r="r" t="t"/>
              <a:pathLst>
                <a:path extrusionOk="0" h="2899" w="4097">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66"/>
            <p:cNvSpPr/>
            <p:nvPr/>
          </p:nvSpPr>
          <p:spPr>
            <a:xfrm>
              <a:off x="-17149475" y="3346200"/>
              <a:ext cx="268600" cy="267825"/>
            </a:xfrm>
            <a:custGeom>
              <a:rect b="b" l="l" r="r" t="t"/>
              <a:pathLst>
                <a:path extrusionOk="0" h="10713" w="10744">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7" name="Google Shape;7177;p66"/>
          <p:cNvGrpSpPr/>
          <p:nvPr/>
        </p:nvGrpSpPr>
        <p:grpSpPr>
          <a:xfrm>
            <a:off x="6833737" y="2258120"/>
            <a:ext cx="449325" cy="420249"/>
            <a:chOff x="-17168375" y="3692750"/>
            <a:chExt cx="304050" cy="284375"/>
          </a:xfrm>
        </p:grpSpPr>
        <p:sp>
          <p:nvSpPr>
            <p:cNvPr id="7178" name="Google Shape;7178;p66"/>
            <p:cNvSpPr/>
            <p:nvPr/>
          </p:nvSpPr>
          <p:spPr>
            <a:xfrm>
              <a:off x="-16963600" y="3694325"/>
              <a:ext cx="99275" cy="92175"/>
            </a:xfrm>
            <a:custGeom>
              <a:rect b="b" l="l" r="r" t="t"/>
              <a:pathLst>
                <a:path extrusionOk="0" h="3687" w="3971">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66"/>
            <p:cNvSpPr/>
            <p:nvPr/>
          </p:nvSpPr>
          <p:spPr>
            <a:xfrm>
              <a:off x="-17102225" y="3817525"/>
              <a:ext cx="61475" cy="69650"/>
            </a:xfrm>
            <a:custGeom>
              <a:rect b="b" l="l" r="r" t="t"/>
              <a:pathLst>
                <a:path extrusionOk="0" h="2786" w="2459">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66"/>
            <p:cNvSpPr/>
            <p:nvPr/>
          </p:nvSpPr>
          <p:spPr>
            <a:xfrm>
              <a:off x="-17064400" y="3870925"/>
              <a:ext cx="93750" cy="106200"/>
            </a:xfrm>
            <a:custGeom>
              <a:rect b="b" l="l" r="r" t="t"/>
              <a:pathLst>
                <a:path extrusionOk="0" h="4248" w="375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66"/>
            <p:cNvSpPr/>
            <p:nvPr/>
          </p:nvSpPr>
          <p:spPr>
            <a:xfrm>
              <a:off x="-17025025" y="3907200"/>
              <a:ext cx="15775" cy="13200"/>
            </a:xfrm>
            <a:custGeom>
              <a:rect b="b" l="l" r="r" t="t"/>
              <a:pathLst>
                <a:path extrusionOk="0" h="528" w="631">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66"/>
            <p:cNvSpPr/>
            <p:nvPr/>
          </p:nvSpPr>
          <p:spPr>
            <a:xfrm>
              <a:off x="-16995100" y="3817825"/>
              <a:ext cx="63025" cy="69900"/>
            </a:xfrm>
            <a:custGeom>
              <a:rect b="b" l="l" r="r" t="t"/>
              <a:pathLst>
                <a:path extrusionOk="0" h="2796" w="2521">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3" name="Google Shape;7183;p66"/>
            <p:cNvSpPr/>
            <p:nvPr/>
          </p:nvSpPr>
          <p:spPr>
            <a:xfrm>
              <a:off x="-17150275" y="3728200"/>
              <a:ext cx="267825" cy="236300"/>
            </a:xfrm>
            <a:custGeom>
              <a:rect b="b" l="l" r="r" t="t"/>
              <a:pathLst>
                <a:path extrusionOk="0" h="9452" w="10713">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4" name="Google Shape;7184;p66"/>
            <p:cNvSpPr/>
            <p:nvPr/>
          </p:nvSpPr>
          <p:spPr>
            <a:xfrm>
              <a:off x="-17168375" y="3692750"/>
              <a:ext cx="99250" cy="92975"/>
            </a:xfrm>
            <a:custGeom>
              <a:rect b="b" l="l" r="r" t="t"/>
              <a:pathLst>
                <a:path extrusionOk="0" h="3719" w="397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5" name="Google Shape;7185;p66"/>
          <p:cNvGrpSpPr/>
          <p:nvPr/>
        </p:nvGrpSpPr>
        <p:grpSpPr>
          <a:xfrm>
            <a:off x="6830246" y="2796852"/>
            <a:ext cx="456308" cy="449325"/>
            <a:chOff x="-17170750" y="4058800"/>
            <a:chExt cx="308775" cy="304050"/>
          </a:xfrm>
        </p:grpSpPr>
        <p:sp>
          <p:nvSpPr>
            <p:cNvPr id="7186" name="Google Shape;7186;p66"/>
            <p:cNvSpPr/>
            <p:nvPr/>
          </p:nvSpPr>
          <p:spPr>
            <a:xfrm>
              <a:off x="-17041575" y="4058800"/>
              <a:ext cx="49650" cy="49850"/>
            </a:xfrm>
            <a:custGeom>
              <a:rect b="b" l="l" r="r" t="t"/>
              <a:pathLst>
                <a:path extrusionOk="0" h="1994" w="1986">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66"/>
            <p:cNvSpPr/>
            <p:nvPr/>
          </p:nvSpPr>
          <p:spPr>
            <a:xfrm>
              <a:off x="-17041575" y="4312625"/>
              <a:ext cx="49650" cy="50225"/>
            </a:xfrm>
            <a:custGeom>
              <a:rect b="b" l="l" r="r" t="t"/>
              <a:pathLst>
                <a:path extrusionOk="0" h="2009" w="1986">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66"/>
            <p:cNvSpPr/>
            <p:nvPr/>
          </p:nvSpPr>
          <p:spPr>
            <a:xfrm>
              <a:off x="-17170750" y="4186600"/>
              <a:ext cx="52800" cy="48075"/>
            </a:xfrm>
            <a:custGeom>
              <a:rect b="b" l="l" r="r" t="t"/>
              <a:pathLst>
                <a:path extrusionOk="0" h="1923" w="2112">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9" name="Google Shape;7189;p66"/>
            <p:cNvSpPr/>
            <p:nvPr/>
          </p:nvSpPr>
          <p:spPr>
            <a:xfrm>
              <a:off x="-16914775" y="4185025"/>
              <a:ext cx="52800" cy="49650"/>
            </a:xfrm>
            <a:custGeom>
              <a:rect b="b" l="l" r="r" t="t"/>
              <a:pathLst>
                <a:path extrusionOk="0" h="1986" w="2112">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0" name="Google Shape;7190;p66"/>
            <p:cNvSpPr/>
            <p:nvPr/>
          </p:nvSpPr>
          <p:spPr>
            <a:xfrm>
              <a:off x="-17127800" y="4273225"/>
              <a:ext cx="47650" cy="46500"/>
            </a:xfrm>
            <a:custGeom>
              <a:rect b="b" l="l" r="r" t="t"/>
              <a:pathLst>
                <a:path extrusionOk="0" h="1860" w="1906">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66"/>
            <p:cNvSpPr/>
            <p:nvPr/>
          </p:nvSpPr>
          <p:spPr>
            <a:xfrm>
              <a:off x="-16952575" y="4100775"/>
              <a:ext cx="47675" cy="47250"/>
            </a:xfrm>
            <a:custGeom>
              <a:rect b="b" l="l" r="r" t="t"/>
              <a:pathLst>
                <a:path extrusionOk="0" h="1890" w="1907">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66"/>
            <p:cNvSpPr/>
            <p:nvPr/>
          </p:nvSpPr>
          <p:spPr>
            <a:xfrm>
              <a:off x="-16954150" y="4273225"/>
              <a:ext cx="49200" cy="47800"/>
            </a:xfrm>
            <a:custGeom>
              <a:rect b="b" l="l" r="r" t="t"/>
              <a:pathLst>
                <a:path extrusionOk="0" h="1912" w="1968">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66"/>
            <p:cNvSpPr/>
            <p:nvPr/>
          </p:nvSpPr>
          <p:spPr>
            <a:xfrm>
              <a:off x="-17128625" y="4101275"/>
              <a:ext cx="48475" cy="46750"/>
            </a:xfrm>
            <a:custGeom>
              <a:rect b="b" l="l" r="r" t="t"/>
              <a:pathLst>
                <a:path extrusionOk="0" h="1870" w="1939">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66"/>
            <p:cNvSpPr/>
            <p:nvPr/>
          </p:nvSpPr>
          <p:spPr>
            <a:xfrm>
              <a:off x="-17043150" y="4183450"/>
              <a:ext cx="52800" cy="52800"/>
            </a:xfrm>
            <a:custGeom>
              <a:rect b="b" l="l" r="r" t="t"/>
              <a:pathLst>
                <a:path extrusionOk="0" h="2112" w="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66"/>
            <p:cNvSpPr/>
            <p:nvPr/>
          </p:nvSpPr>
          <p:spPr>
            <a:xfrm>
              <a:off x="-17070725" y="4111975"/>
              <a:ext cx="44925" cy="60475"/>
            </a:xfrm>
            <a:custGeom>
              <a:rect b="b" l="l" r="r" t="t"/>
              <a:pathLst>
                <a:path extrusionOk="0" h="2419" w="1797">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66"/>
            <p:cNvSpPr/>
            <p:nvPr/>
          </p:nvSpPr>
          <p:spPr>
            <a:xfrm>
              <a:off x="-16979350" y="4156675"/>
              <a:ext cx="60675" cy="45700"/>
            </a:xfrm>
            <a:custGeom>
              <a:rect b="b" l="l" r="r" t="t"/>
              <a:pathLst>
                <a:path extrusionOk="0" h="1828" w="2427">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7" name="Google Shape;7197;p66"/>
            <p:cNvSpPr/>
            <p:nvPr/>
          </p:nvSpPr>
          <p:spPr>
            <a:xfrm>
              <a:off x="-17116400" y="4155875"/>
              <a:ext cx="63050" cy="44125"/>
            </a:xfrm>
            <a:custGeom>
              <a:rect b="b" l="l" r="r" t="t"/>
              <a:pathLst>
                <a:path extrusionOk="0" h="1765" w="2522">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8" name="Google Shape;7198;p66"/>
            <p:cNvSpPr/>
            <p:nvPr/>
          </p:nvSpPr>
          <p:spPr>
            <a:xfrm>
              <a:off x="-17007700" y="4112450"/>
              <a:ext cx="44925" cy="60775"/>
            </a:xfrm>
            <a:custGeom>
              <a:rect b="b" l="l" r="r" t="t"/>
              <a:pathLst>
                <a:path extrusionOk="0" h="2431" w="1797">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66"/>
            <p:cNvSpPr/>
            <p:nvPr/>
          </p:nvSpPr>
          <p:spPr>
            <a:xfrm>
              <a:off x="-17007700" y="4248025"/>
              <a:ext cx="44925" cy="61475"/>
            </a:xfrm>
            <a:custGeom>
              <a:rect b="b" l="l" r="r" t="t"/>
              <a:pathLst>
                <a:path extrusionOk="0" h="2459" w="1797">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66"/>
            <p:cNvSpPr/>
            <p:nvPr/>
          </p:nvSpPr>
          <p:spPr>
            <a:xfrm>
              <a:off x="-16980125" y="4219675"/>
              <a:ext cx="61450" cy="45700"/>
            </a:xfrm>
            <a:custGeom>
              <a:rect b="b" l="l" r="r" t="t"/>
              <a:pathLst>
                <a:path extrusionOk="0" h="1828" w="245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66"/>
            <p:cNvSpPr/>
            <p:nvPr/>
          </p:nvSpPr>
          <p:spPr>
            <a:xfrm>
              <a:off x="-17070725" y="4247250"/>
              <a:ext cx="44925" cy="61300"/>
            </a:xfrm>
            <a:custGeom>
              <a:rect b="b" l="l" r="r" t="t"/>
              <a:pathLst>
                <a:path extrusionOk="0" h="2452" w="1797">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66"/>
            <p:cNvSpPr/>
            <p:nvPr/>
          </p:nvSpPr>
          <p:spPr>
            <a:xfrm>
              <a:off x="-17115600" y="4218900"/>
              <a:ext cx="61450" cy="44900"/>
            </a:xfrm>
            <a:custGeom>
              <a:rect b="b" l="l" r="r" t="t"/>
              <a:pathLst>
                <a:path extrusionOk="0" h="1796" w="2458">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3" name="Google Shape;7203;p66"/>
          <p:cNvGrpSpPr/>
          <p:nvPr/>
        </p:nvGrpSpPr>
        <p:grpSpPr>
          <a:xfrm>
            <a:off x="5692143" y="3343358"/>
            <a:ext cx="450470" cy="446998"/>
            <a:chOff x="-15688425" y="3707725"/>
            <a:chExt cx="304825" cy="302475"/>
          </a:xfrm>
        </p:grpSpPr>
        <p:sp>
          <p:nvSpPr>
            <p:cNvPr id="7204" name="Google Shape;7204;p66"/>
            <p:cNvSpPr/>
            <p:nvPr/>
          </p:nvSpPr>
          <p:spPr>
            <a:xfrm>
              <a:off x="-15687650" y="3884950"/>
              <a:ext cx="304050" cy="125250"/>
            </a:xfrm>
            <a:custGeom>
              <a:rect b="b" l="l" r="r" t="t"/>
              <a:pathLst>
                <a:path extrusionOk="0" h="5010" w="12162">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66"/>
            <p:cNvSpPr/>
            <p:nvPr/>
          </p:nvSpPr>
          <p:spPr>
            <a:xfrm>
              <a:off x="-15634875" y="3956600"/>
              <a:ext cx="49650" cy="18150"/>
            </a:xfrm>
            <a:custGeom>
              <a:rect b="b" l="l" r="r" t="t"/>
              <a:pathLst>
                <a:path extrusionOk="0" h="726" w="1986">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66"/>
            <p:cNvSpPr/>
            <p:nvPr/>
          </p:nvSpPr>
          <p:spPr>
            <a:xfrm>
              <a:off x="-15434025" y="3920375"/>
              <a:ext cx="31525" cy="18150"/>
            </a:xfrm>
            <a:custGeom>
              <a:rect b="b" l="l" r="r" t="t"/>
              <a:pathLst>
                <a:path extrusionOk="0" h="726" w="1261">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66"/>
            <p:cNvSpPr/>
            <p:nvPr/>
          </p:nvSpPr>
          <p:spPr>
            <a:xfrm>
              <a:off x="-15436400" y="3974725"/>
              <a:ext cx="52800" cy="17350"/>
            </a:xfrm>
            <a:custGeom>
              <a:rect b="b" l="l" r="r" t="t"/>
              <a:pathLst>
                <a:path extrusionOk="0" h="694" w="2112">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66"/>
            <p:cNvSpPr/>
            <p:nvPr/>
          </p:nvSpPr>
          <p:spPr>
            <a:xfrm>
              <a:off x="-15688425" y="3992050"/>
              <a:ext cx="54350" cy="18150"/>
            </a:xfrm>
            <a:custGeom>
              <a:rect b="b" l="l" r="r" t="t"/>
              <a:pathLst>
                <a:path extrusionOk="0" h="726" w="2174">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66"/>
            <p:cNvSpPr/>
            <p:nvPr/>
          </p:nvSpPr>
          <p:spPr>
            <a:xfrm>
              <a:off x="-15664800" y="3707725"/>
              <a:ext cx="252850" cy="161475"/>
            </a:xfrm>
            <a:custGeom>
              <a:rect b="b" l="l" r="r" t="t"/>
              <a:pathLst>
                <a:path extrusionOk="0" h="6459" w="10114">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0" name="Google Shape;7210;p66"/>
          <p:cNvGrpSpPr/>
          <p:nvPr/>
        </p:nvGrpSpPr>
        <p:grpSpPr>
          <a:xfrm>
            <a:off x="1836300" y="1690441"/>
            <a:ext cx="451653" cy="447589"/>
            <a:chOff x="-20572500" y="3319025"/>
            <a:chExt cx="305625" cy="302875"/>
          </a:xfrm>
        </p:grpSpPr>
        <p:sp>
          <p:nvSpPr>
            <p:cNvPr id="7211" name="Google Shape;7211;p66"/>
            <p:cNvSpPr/>
            <p:nvPr/>
          </p:nvSpPr>
          <p:spPr>
            <a:xfrm>
              <a:off x="-20429150" y="3569900"/>
              <a:ext cx="18150" cy="52000"/>
            </a:xfrm>
            <a:custGeom>
              <a:rect b="b" l="l" r="r" t="t"/>
              <a:pathLst>
                <a:path extrusionOk="0" h="2080" w="726">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66"/>
            <p:cNvSpPr/>
            <p:nvPr/>
          </p:nvSpPr>
          <p:spPr>
            <a:xfrm>
              <a:off x="-20572500" y="3319025"/>
              <a:ext cx="305625" cy="267350"/>
            </a:xfrm>
            <a:custGeom>
              <a:rect b="b" l="l" r="r" t="t"/>
              <a:pathLst>
                <a:path extrusionOk="0" h="10694" w="12225">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3" name="Google Shape;7213;p66"/>
          <p:cNvGrpSpPr/>
          <p:nvPr/>
        </p:nvGrpSpPr>
        <p:grpSpPr>
          <a:xfrm>
            <a:off x="1837463" y="2305410"/>
            <a:ext cx="449325" cy="325670"/>
            <a:chOff x="-20571700" y="3722875"/>
            <a:chExt cx="304050" cy="220375"/>
          </a:xfrm>
        </p:grpSpPr>
        <p:sp>
          <p:nvSpPr>
            <p:cNvPr id="7214" name="Google Shape;7214;p66"/>
            <p:cNvSpPr/>
            <p:nvPr/>
          </p:nvSpPr>
          <p:spPr>
            <a:xfrm>
              <a:off x="-20333850" y="3728200"/>
              <a:ext cx="66200" cy="35475"/>
            </a:xfrm>
            <a:custGeom>
              <a:rect b="b" l="l" r="r" t="t"/>
              <a:pathLst>
                <a:path extrusionOk="0" h="1419" w="2648">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66"/>
            <p:cNvSpPr/>
            <p:nvPr/>
          </p:nvSpPr>
          <p:spPr>
            <a:xfrm>
              <a:off x="-20571700" y="3782550"/>
              <a:ext cx="49650" cy="51225"/>
            </a:xfrm>
            <a:custGeom>
              <a:rect b="b" l="l" r="r" t="t"/>
              <a:pathLst>
                <a:path extrusionOk="0" h="2049" w="1986">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66"/>
            <p:cNvSpPr/>
            <p:nvPr/>
          </p:nvSpPr>
          <p:spPr>
            <a:xfrm>
              <a:off x="-20320450" y="3782550"/>
              <a:ext cx="52800" cy="52800"/>
            </a:xfrm>
            <a:custGeom>
              <a:rect b="b" l="l" r="r" t="t"/>
              <a:pathLst>
                <a:path extrusionOk="0" h="2112" w="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66"/>
            <p:cNvSpPr/>
            <p:nvPr/>
          </p:nvSpPr>
          <p:spPr>
            <a:xfrm>
              <a:off x="-20571700" y="3722875"/>
              <a:ext cx="178025" cy="220375"/>
            </a:xfrm>
            <a:custGeom>
              <a:rect b="b" l="l" r="r" t="t"/>
              <a:pathLst>
                <a:path extrusionOk="0" h="8815" w="7121">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66"/>
            <p:cNvSpPr/>
            <p:nvPr/>
          </p:nvSpPr>
          <p:spPr>
            <a:xfrm>
              <a:off x="-20404725" y="3782550"/>
              <a:ext cx="28375" cy="41775"/>
            </a:xfrm>
            <a:custGeom>
              <a:rect b="b" l="l" r="r" t="t"/>
              <a:pathLst>
                <a:path extrusionOk="0" h="1671" w="1135">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66"/>
            <p:cNvSpPr/>
            <p:nvPr/>
          </p:nvSpPr>
          <p:spPr>
            <a:xfrm>
              <a:off x="-20502400" y="3887300"/>
              <a:ext cx="1600" cy="25"/>
            </a:xfrm>
            <a:custGeom>
              <a:rect b="b" l="l" r="r" t="t"/>
              <a:pathLst>
                <a:path extrusionOk="0" h="1" w="64">
                  <a:moveTo>
                    <a:pt x="64" y="1"/>
                  </a:moveTo>
                  <a:cubicBezTo>
                    <a:pt x="1" y="1"/>
                    <a:pt x="1" y="1"/>
                    <a:pt x="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0" name="Google Shape;7220;p66"/>
            <p:cNvSpPr/>
            <p:nvPr/>
          </p:nvSpPr>
          <p:spPr>
            <a:xfrm>
              <a:off x="-20500825" y="3782550"/>
              <a:ext cx="220575" cy="159125"/>
            </a:xfrm>
            <a:custGeom>
              <a:rect b="b" l="l" r="r" t="t"/>
              <a:pathLst>
                <a:path extrusionOk="0" h="6365" w="8823">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1" name="Google Shape;7221;p66"/>
          <p:cNvGrpSpPr/>
          <p:nvPr/>
        </p:nvGrpSpPr>
        <p:grpSpPr>
          <a:xfrm>
            <a:off x="1836891" y="2796278"/>
            <a:ext cx="450470" cy="450470"/>
            <a:chOff x="-20571700" y="4066875"/>
            <a:chExt cx="304825" cy="304825"/>
          </a:xfrm>
        </p:grpSpPr>
        <p:sp>
          <p:nvSpPr>
            <p:cNvPr id="7222" name="Google Shape;7222;p66"/>
            <p:cNvSpPr/>
            <p:nvPr/>
          </p:nvSpPr>
          <p:spPr>
            <a:xfrm>
              <a:off x="-20385825" y="4211025"/>
              <a:ext cx="118950" cy="160675"/>
            </a:xfrm>
            <a:custGeom>
              <a:rect b="b" l="l" r="r" t="t"/>
              <a:pathLst>
                <a:path extrusionOk="0" h="6427" w="4758">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66"/>
            <p:cNvSpPr/>
            <p:nvPr/>
          </p:nvSpPr>
          <p:spPr>
            <a:xfrm>
              <a:off x="-20412600" y="4084875"/>
              <a:ext cx="109500" cy="89925"/>
            </a:xfrm>
            <a:custGeom>
              <a:rect b="b" l="l" r="r" t="t"/>
              <a:pathLst>
                <a:path extrusionOk="0" h="3597" w="438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66"/>
            <p:cNvSpPr/>
            <p:nvPr/>
          </p:nvSpPr>
          <p:spPr>
            <a:xfrm>
              <a:off x="-20332275" y="4066875"/>
              <a:ext cx="64625" cy="80375"/>
            </a:xfrm>
            <a:custGeom>
              <a:rect b="b" l="l" r="r" t="t"/>
              <a:pathLst>
                <a:path extrusionOk="0" h="3215" w="258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66"/>
            <p:cNvSpPr/>
            <p:nvPr/>
          </p:nvSpPr>
          <p:spPr>
            <a:xfrm>
              <a:off x="-20553575" y="4103900"/>
              <a:ext cx="107925" cy="89025"/>
            </a:xfrm>
            <a:custGeom>
              <a:rect b="b" l="l" r="r" t="t"/>
              <a:pathLst>
                <a:path extrusionOk="0" h="3561" w="4317">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66"/>
            <p:cNvSpPr/>
            <p:nvPr/>
          </p:nvSpPr>
          <p:spPr>
            <a:xfrm>
              <a:off x="-20515000" y="4168475"/>
              <a:ext cx="119750" cy="91400"/>
            </a:xfrm>
            <a:custGeom>
              <a:rect b="b" l="l" r="r" t="t"/>
              <a:pathLst>
                <a:path extrusionOk="0" h="3656" w="479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66"/>
            <p:cNvSpPr/>
            <p:nvPr/>
          </p:nvSpPr>
          <p:spPr>
            <a:xfrm>
              <a:off x="-20571700" y="4250400"/>
              <a:ext cx="233950" cy="120525"/>
            </a:xfrm>
            <a:custGeom>
              <a:rect b="b" l="l" r="r" t="t"/>
              <a:pathLst>
                <a:path extrusionOk="0" h="4821" w="9358">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8" name="Google Shape;7228;p66"/>
          <p:cNvGrpSpPr/>
          <p:nvPr/>
        </p:nvGrpSpPr>
        <p:grpSpPr>
          <a:xfrm>
            <a:off x="4603593" y="1688259"/>
            <a:ext cx="453980" cy="451948"/>
            <a:chOff x="-18645175" y="3334200"/>
            <a:chExt cx="307200" cy="305825"/>
          </a:xfrm>
        </p:grpSpPr>
        <p:sp>
          <p:nvSpPr>
            <p:cNvPr id="7229" name="Google Shape;7229;p66"/>
            <p:cNvSpPr/>
            <p:nvPr/>
          </p:nvSpPr>
          <p:spPr>
            <a:xfrm>
              <a:off x="-18627850" y="3424975"/>
              <a:ext cx="289875" cy="215050"/>
            </a:xfrm>
            <a:custGeom>
              <a:rect b="b" l="l" r="r" t="t"/>
              <a:pathLst>
                <a:path extrusionOk="0" h="8602" w="11595">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66"/>
            <p:cNvSpPr/>
            <p:nvPr/>
          </p:nvSpPr>
          <p:spPr>
            <a:xfrm>
              <a:off x="-18645175" y="3424975"/>
              <a:ext cx="141800" cy="159900"/>
            </a:xfrm>
            <a:custGeom>
              <a:rect b="b" l="l" r="r" t="t"/>
              <a:pathLst>
                <a:path extrusionOk="0" h="6396" w="5672">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66"/>
            <p:cNvSpPr/>
            <p:nvPr/>
          </p:nvSpPr>
          <p:spPr>
            <a:xfrm>
              <a:off x="-18466375" y="3334200"/>
              <a:ext cx="54350" cy="71100"/>
            </a:xfrm>
            <a:custGeom>
              <a:rect b="b" l="l" r="r" t="t"/>
              <a:pathLst>
                <a:path extrusionOk="0" h="2844" w="217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66"/>
            <p:cNvSpPr/>
            <p:nvPr/>
          </p:nvSpPr>
          <p:spPr>
            <a:xfrm>
              <a:off x="-18428575" y="3352500"/>
              <a:ext cx="87450" cy="82725"/>
            </a:xfrm>
            <a:custGeom>
              <a:rect b="b" l="l" r="r" t="t"/>
              <a:pathLst>
                <a:path extrusionOk="0" h="3309" w="3498">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3" name="Google Shape;7233;p66"/>
            <p:cNvSpPr/>
            <p:nvPr/>
          </p:nvSpPr>
          <p:spPr>
            <a:xfrm>
              <a:off x="-18645175" y="3334400"/>
              <a:ext cx="70900" cy="70900"/>
            </a:xfrm>
            <a:custGeom>
              <a:rect b="b" l="l" r="r" t="t"/>
              <a:pathLst>
                <a:path extrusionOk="0" h="2836" w="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4" name="Google Shape;7234;p66"/>
          <p:cNvGrpSpPr/>
          <p:nvPr/>
        </p:nvGrpSpPr>
        <p:grpSpPr>
          <a:xfrm>
            <a:off x="4604184" y="2242989"/>
            <a:ext cx="452798" cy="450507"/>
            <a:chOff x="-18645175" y="3708500"/>
            <a:chExt cx="306400" cy="304850"/>
          </a:xfrm>
        </p:grpSpPr>
        <p:sp>
          <p:nvSpPr>
            <p:cNvPr id="7235" name="Google Shape;7235;p66"/>
            <p:cNvSpPr/>
            <p:nvPr/>
          </p:nvSpPr>
          <p:spPr>
            <a:xfrm>
              <a:off x="-18555375" y="3817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6" name="Google Shape;7236;p66"/>
            <p:cNvSpPr/>
            <p:nvPr/>
          </p:nvSpPr>
          <p:spPr>
            <a:xfrm>
              <a:off x="-18501825" y="3894000"/>
              <a:ext cx="18150" cy="16950"/>
            </a:xfrm>
            <a:custGeom>
              <a:rect b="b" l="l" r="r" t="t"/>
              <a:pathLst>
                <a:path extrusionOk="0" h="678" w="726">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7" name="Google Shape;7237;p66"/>
            <p:cNvSpPr/>
            <p:nvPr/>
          </p:nvSpPr>
          <p:spPr>
            <a:xfrm>
              <a:off x="-18546725" y="3835325"/>
              <a:ext cx="108725" cy="124450"/>
            </a:xfrm>
            <a:custGeom>
              <a:rect b="b" l="l" r="r" t="t"/>
              <a:pathLst>
                <a:path extrusionOk="0" h="4978" w="4349">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66"/>
            <p:cNvSpPr/>
            <p:nvPr/>
          </p:nvSpPr>
          <p:spPr>
            <a:xfrm>
              <a:off x="-18644375" y="3728200"/>
              <a:ext cx="305600" cy="285150"/>
            </a:xfrm>
            <a:custGeom>
              <a:rect b="b" l="l" r="r" t="t"/>
              <a:pathLst>
                <a:path extrusionOk="0" h="11406" w="12224">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66"/>
            <p:cNvSpPr/>
            <p:nvPr/>
          </p:nvSpPr>
          <p:spPr>
            <a:xfrm>
              <a:off x="-18448275" y="38172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66"/>
            <p:cNvSpPr/>
            <p:nvPr/>
          </p:nvSpPr>
          <p:spPr>
            <a:xfrm>
              <a:off x="-18645175" y="3708500"/>
              <a:ext cx="74050" cy="91400"/>
            </a:xfrm>
            <a:custGeom>
              <a:rect b="b" l="l" r="r" t="t"/>
              <a:pathLst>
                <a:path extrusionOk="0" h="3656" w="2962">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66"/>
            <p:cNvSpPr/>
            <p:nvPr/>
          </p:nvSpPr>
          <p:spPr>
            <a:xfrm>
              <a:off x="-18415975" y="3710075"/>
              <a:ext cx="74850" cy="92975"/>
            </a:xfrm>
            <a:custGeom>
              <a:rect b="b" l="l" r="r" t="t"/>
              <a:pathLst>
                <a:path extrusionOk="0" h="3719" w="2994">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2" name="Google Shape;7242;p66"/>
          <p:cNvGrpSpPr/>
          <p:nvPr/>
        </p:nvGrpSpPr>
        <p:grpSpPr>
          <a:xfrm>
            <a:off x="4601857" y="2795630"/>
            <a:ext cx="457453" cy="451763"/>
            <a:chOff x="-18647525" y="4082625"/>
            <a:chExt cx="309550" cy="305700"/>
          </a:xfrm>
        </p:grpSpPr>
        <p:sp>
          <p:nvSpPr>
            <p:cNvPr id="7243" name="Google Shape;7243;p66"/>
            <p:cNvSpPr/>
            <p:nvPr/>
          </p:nvSpPr>
          <p:spPr>
            <a:xfrm>
              <a:off x="-18609725" y="4082625"/>
              <a:ext cx="123675" cy="61475"/>
            </a:xfrm>
            <a:custGeom>
              <a:rect b="b" l="l" r="r" t="t"/>
              <a:pathLst>
                <a:path extrusionOk="0" h="2459" w="4947">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66"/>
            <p:cNvSpPr/>
            <p:nvPr/>
          </p:nvSpPr>
          <p:spPr>
            <a:xfrm>
              <a:off x="-18647525" y="4155875"/>
              <a:ext cx="148075" cy="195350"/>
            </a:xfrm>
            <a:custGeom>
              <a:rect b="b" l="l" r="r" t="t"/>
              <a:pathLst>
                <a:path extrusionOk="0" h="7814" w="5923">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66"/>
            <p:cNvSpPr/>
            <p:nvPr/>
          </p:nvSpPr>
          <p:spPr>
            <a:xfrm>
              <a:off x="-18442750" y="4150575"/>
              <a:ext cx="102400" cy="100625"/>
            </a:xfrm>
            <a:custGeom>
              <a:rect b="b" l="l" r="r" t="t"/>
              <a:pathLst>
                <a:path extrusionOk="0" h="4025" w="4096">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6" name="Google Shape;7246;p66"/>
            <p:cNvSpPr/>
            <p:nvPr/>
          </p:nvSpPr>
          <p:spPr>
            <a:xfrm>
              <a:off x="-18581375" y="4176775"/>
              <a:ext cx="243400" cy="211550"/>
            </a:xfrm>
            <a:custGeom>
              <a:rect b="b" l="l" r="r" t="t"/>
              <a:pathLst>
                <a:path extrusionOk="0" h="8462" w="9736">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7" name="Google Shape;7247;p66"/>
          <p:cNvGrpSpPr/>
          <p:nvPr/>
        </p:nvGrpSpPr>
        <p:grpSpPr>
          <a:xfrm>
            <a:off x="7412241" y="1689592"/>
            <a:ext cx="395755" cy="449288"/>
            <a:chOff x="-16775350" y="3309200"/>
            <a:chExt cx="267800" cy="304025"/>
          </a:xfrm>
        </p:grpSpPr>
        <p:sp>
          <p:nvSpPr>
            <p:cNvPr id="7248" name="Google Shape;7248;p66"/>
            <p:cNvSpPr/>
            <p:nvPr/>
          </p:nvSpPr>
          <p:spPr>
            <a:xfrm>
              <a:off x="-16775350" y="3309200"/>
              <a:ext cx="267800" cy="160675"/>
            </a:xfrm>
            <a:custGeom>
              <a:rect b="b" l="l" r="r" t="t"/>
              <a:pathLst>
                <a:path extrusionOk="0" h="6427" w="10712">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9" name="Google Shape;7249;p66"/>
            <p:cNvSpPr/>
            <p:nvPr/>
          </p:nvSpPr>
          <p:spPr>
            <a:xfrm>
              <a:off x="-16704475" y="3398975"/>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0" name="Google Shape;7250;p66"/>
            <p:cNvSpPr/>
            <p:nvPr/>
          </p:nvSpPr>
          <p:spPr>
            <a:xfrm>
              <a:off x="-16707625" y="3487200"/>
              <a:ext cx="129200" cy="126025"/>
            </a:xfrm>
            <a:custGeom>
              <a:rect b="b" l="l" r="r" t="t"/>
              <a:pathLst>
                <a:path extrusionOk="0" h="5041" w="5168">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1" name="Google Shape;7251;p66"/>
          <p:cNvGrpSpPr/>
          <p:nvPr/>
        </p:nvGrpSpPr>
        <p:grpSpPr>
          <a:xfrm>
            <a:off x="7412241" y="2241827"/>
            <a:ext cx="395755" cy="452835"/>
            <a:chOff x="-16775350" y="3683300"/>
            <a:chExt cx="267800" cy="306425"/>
          </a:xfrm>
        </p:grpSpPr>
        <p:sp>
          <p:nvSpPr>
            <p:cNvPr id="7252" name="Google Shape;7252;p66"/>
            <p:cNvSpPr/>
            <p:nvPr/>
          </p:nvSpPr>
          <p:spPr>
            <a:xfrm>
              <a:off x="-16775350" y="3683300"/>
              <a:ext cx="267800" cy="306425"/>
            </a:xfrm>
            <a:custGeom>
              <a:rect b="b" l="l" r="r" t="t"/>
              <a:pathLst>
                <a:path extrusionOk="0" h="12257" w="10712">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66"/>
            <p:cNvSpPr/>
            <p:nvPr/>
          </p:nvSpPr>
          <p:spPr>
            <a:xfrm>
              <a:off x="-16648550" y="3847925"/>
              <a:ext cx="13425" cy="21275"/>
            </a:xfrm>
            <a:custGeom>
              <a:rect b="b" l="l" r="r" t="t"/>
              <a:pathLst>
                <a:path extrusionOk="0" h="851" w="537">
                  <a:moveTo>
                    <a:pt x="284" y="0"/>
                  </a:moveTo>
                  <a:lnTo>
                    <a:pt x="1" y="252"/>
                  </a:lnTo>
                  <a:lnTo>
                    <a:pt x="284" y="851"/>
                  </a:lnTo>
                  <a:lnTo>
                    <a:pt x="536" y="252"/>
                  </a:lnTo>
                  <a:lnTo>
                    <a:pt x="2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66"/>
            <p:cNvSpPr/>
            <p:nvPr/>
          </p:nvSpPr>
          <p:spPr>
            <a:xfrm>
              <a:off x="-16722575" y="3771400"/>
              <a:ext cx="161475" cy="215950"/>
            </a:xfrm>
            <a:custGeom>
              <a:rect b="b" l="l" r="r" t="t"/>
              <a:pathLst>
                <a:path extrusionOk="0" h="8638" w="6459">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5" name="Google Shape;7255;p66"/>
          <p:cNvGrpSpPr/>
          <p:nvPr/>
        </p:nvGrpSpPr>
        <p:grpSpPr>
          <a:xfrm>
            <a:off x="7384292" y="2796870"/>
            <a:ext cx="451653" cy="449288"/>
            <a:chOff x="-16794250" y="4058225"/>
            <a:chExt cx="305625" cy="304025"/>
          </a:xfrm>
        </p:grpSpPr>
        <p:sp>
          <p:nvSpPr>
            <p:cNvPr id="7256" name="Google Shape;7256;p66"/>
            <p:cNvSpPr/>
            <p:nvPr/>
          </p:nvSpPr>
          <p:spPr>
            <a:xfrm>
              <a:off x="-16793475" y="4309475"/>
              <a:ext cx="70925" cy="17350"/>
            </a:xfrm>
            <a:custGeom>
              <a:rect b="b" l="l" r="r" t="t"/>
              <a:pathLst>
                <a:path extrusionOk="0" h="694" w="2837">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7" name="Google Shape;7257;p66"/>
            <p:cNvSpPr/>
            <p:nvPr/>
          </p:nvSpPr>
          <p:spPr>
            <a:xfrm>
              <a:off x="-16758025" y="4344900"/>
              <a:ext cx="89800" cy="17350"/>
            </a:xfrm>
            <a:custGeom>
              <a:rect b="b" l="l" r="r" t="t"/>
              <a:pathLst>
                <a:path extrusionOk="0" h="694" w="3592">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8" name="Google Shape;7258;p66"/>
            <p:cNvSpPr/>
            <p:nvPr/>
          </p:nvSpPr>
          <p:spPr>
            <a:xfrm>
              <a:off x="-16615475" y="4344900"/>
              <a:ext cx="89825" cy="17350"/>
            </a:xfrm>
            <a:custGeom>
              <a:rect b="b" l="l" r="r" t="t"/>
              <a:pathLst>
                <a:path extrusionOk="0" h="694" w="3593">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66"/>
            <p:cNvSpPr/>
            <p:nvPr/>
          </p:nvSpPr>
          <p:spPr>
            <a:xfrm>
              <a:off x="-16561900" y="4309475"/>
              <a:ext cx="71700" cy="17350"/>
            </a:xfrm>
            <a:custGeom>
              <a:rect b="b" l="l" r="r" t="t"/>
              <a:pathLst>
                <a:path extrusionOk="0" h="694" w="2868">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66"/>
            <p:cNvSpPr/>
            <p:nvPr/>
          </p:nvSpPr>
          <p:spPr>
            <a:xfrm>
              <a:off x="-16704475" y="4309475"/>
              <a:ext cx="125275" cy="17350"/>
            </a:xfrm>
            <a:custGeom>
              <a:rect b="b" l="l" r="r" t="t"/>
              <a:pathLst>
                <a:path extrusionOk="0" h="694" w="5011">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66"/>
            <p:cNvSpPr/>
            <p:nvPr/>
          </p:nvSpPr>
          <p:spPr>
            <a:xfrm>
              <a:off x="-16704475" y="4074750"/>
              <a:ext cx="126050" cy="165425"/>
            </a:xfrm>
            <a:custGeom>
              <a:rect b="b" l="l" r="r" t="t"/>
              <a:pathLst>
                <a:path extrusionOk="0" h="6617" w="5042">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66"/>
            <p:cNvSpPr/>
            <p:nvPr/>
          </p:nvSpPr>
          <p:spPr>
            <a:xfrm>
              <a:off x="-16725725" y="4237800"/>
              <a:ext cx="164625" cy="53575"/>
            </a:xfrm>
            <a:custGeom>
              <a:rect b="b" l="l" r="r" t="t"/>
              <a:pathLst>
                <a:path extrusionOk="0" h="2143" w="6585">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66"/>
            <p:cNvSpPr/>
            <p:nvPr/>
          </p:nvSpPr>
          <p:spPr>
            <a:xfrm>
              <a:off x="-16559550" y="4058225"/>
              <a:ext cx="70925" cy="233150"/>
            </a:xfrm>
            <a:custGeom>
              <a:rect b="b" l="l" r="r" t="t"/>
              <a:pathLst>
                <a:path extrusionOk="0" h="9326" w="2837">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66"/>
            <p:cNvSpPr/>
            <p:nvPr/>
          </p:nvSpPr>
          <p:spPr>
            <a:xfrm>
              <a:off x="-16794250" y="4059000"/>
              <a:ext cx="70900" cy="232375"/>
            </a:xfrm>
            <a:custGeom>
              <a:rect b="b" l="l" r="r" t="t"/>
              <a:pathLst>
                <a:path extrusionOk="0" h="9295" w="2836">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5" name="Google Shape;7265;p66"/>
          <p:cNvSpPr/>
          <p:nvPr/>
        </p:nvSpPr>
        <p:spPr>
          <a:xfrm>
            <a:off x="7962960" y="1689084"/>
            <a:ext cx="452798" cy="450470"/>
          </a:xfrm>
          <a:custGeom>
            <a:rect b="b" l="l" r="r" t="t"/>
            <a:pathLst>
              <a:path extrusionOk="0" h="12193" w="12256">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66" name="Google Shape;7266;p66"/>
          <p:cNvGrpSpPr/>
          <p:nvPr/>
        </p:nvGrpSpPr>
        <p:grpSpPr>
          <a:xfrm>
            <a:off x="2385709" y="1689573"/>
            <a:ext cx="457453" cy="449325"/>
            <a:chOff x="-20199150" y="3317850"/>
            <a:chExt cx="309550" cy="304050"/>
          </a:xfrm>
        </p:grpSpPr>
        <p:sp>
          <p:nvSpPr>
            <p:cNvPr id="7267" name="Google Shape;7267;p66"/>
            <p:cNvSpPr/>
            <p:nvPr/>
          </p:nvSpPr>
          <p:spPr>
            <a:xfrm>
              <a:off x="-20161350" y="3507675"/>
              <a:ext cx="68550" cy="43325"/>
            </a:xfrm>
            <a:custGeom>
              <a:rect b="b" l="l" r="r" t="t"/>
              <a:pathLst>
                <a:path extrusionOk="0" h="1733" w="2742">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66"/>
            <p:cNvSpPr/>
            <p:nvPr/>
          </p:nvSpPr>
          <p:spPr>
            <a:xfrm>
              <a:off x="-20161350" y="3389525"/>
              <a:ext cx="68550" cy="43350"/>
            </a:xfrm>
            <a:custGeom>
              <a:rect b="b" l="l" r="r" t="t"/>
              <a:pathLst>
                <a:path extrusionOk="0" h="1734" w="2742">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66"/>
            <p:cNvSpPr/>
            <p:nvPr/>
          </p:nvSpPr>
          <p:spPr>
            <a:xfrm>
              <a:off x="-20199150" y="3443075"/>
              <a:ext cx="97675" cy="53225"/>
            </a:xfrm>
            <a:custGeom>
              <a:rect b="b" l="l" r="r" t="t"/>
              <a:pathLst>
                <a:path extrusionOk="0" h="2129" w="3907">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66"/>
            <p:cNvSpPr/>
            <p:nvPr/>
          </p:nvSpPr>
          <p:spPr>
            <a:xfrm>
              <a:off x="-20091250" y="3479325"/>
              <a:ext cx="92175" cy="142575"/>
            </a:xfrm>
            <a:custGeom>
              <a:rect b="b" l="l" r="r" t="t"/>
              <a:pathLst>
                <a:path extrusionOk="0" h="5703" w="3687">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66"/>
            <p:cNvSpPr/>
            <p:nvPr/>
          </p:nvSpPr>
          <p:spPr>
            <a:xfrm>
              <a:off x="-20090475" y="3317850"/>
              <a:ext cx="91400" cy="142575"/>
            </a:xfrm>
            <a:custGeom>
              <a:rect b="b" l="l" r="r" t="t"/>
              <a:pathLst>
                <a:path extrusionOk="0" h="5703" w="3656">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66"/>
            <p:cNvSpPr/>
            <p:nvPr/>
          </p:nvSpPr>
          <p:spPr>
            <a:xfrm>
              <a:off x="-19984925" y="3389525"/>
              <a:ext cx="94550" cy="107925"/>
            </a:xfrm>
            <a:custGeom>
              <a:rect b="b" l="l" r="r" t="t"/>
              <a:pathLst>
                <a:path extrusionOk="0" h="4317" w="3782">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66"/>
            <p:cNvSpPr/>
            <p:nvPr/>
          </p:nvSpPr>
          <p:spPr>
            <a:xfrm>
              <a:off x="-19984125" y="3514750"/>
              <a:ext cx="94525" cy="107150"/>
            </a:xfrm>
            <a:custGeom>
              <a:rect b="b" l="l" r="r" t="t"/>
              <a:pathLst>
                <a:path extrusionOk="0" h="4286" w="3781">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4" name="Google Shape;7274;p66"/>
          <p:cNvGrpSpPr/>
          <p:nvPr/>
        </p:nvGrpSpPr>
        <p:grpSpPr>
          <a:xfrm>
            <a:off x="2388036" y="2242861"/>
            <a:ext cx="452798" cy="450766"/>
            <a:chOff x="-20199150" y="3693150"/>
            <a:chExt cx="306400" cy="305025"/>
          </a:xfrm>
        </p:grpSpPr>
        <p:sp>
          <p:nvSpPr>
            <p:cNvPr id="7275" name="Google Shape;7275;p66"/>
            <p:cNvSpPr/>
            <p:nvPr/>
          </p:nvSpPr>
          <p:spPr>
            <a:xfrm>
              <a:off x="-20182625" y="3762250"/>
              <a:ext cx="227650" cy="212650"/>
            </a:xfrm>
            <a:custGeom>
              <a:rect b="b" l="l" r="r" t="t"/>
              <a:pathLst>
                <a:path extrusionOk="0" h="8506" w="91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6" name="Google Shape;7276;p66"/>
            <p:cNvSpPr/>
            <p:nvPr/>
          </p:nvSpPr>
          <p:spPr>
            <a:xfrm>
              <a:off x="-20077075" y="3785225"/>
              <a:ext cx="97700" cy="91075"/>
            </a:xfrm>
            <a:custGeom>
              <a:rect b="b" l="l" r="r" t="t"/>
              <a:pathLst>
                <a:path extrusionOk="0" h="3643" w="3908">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66"/>
            <p:cNvSpPr/>
            <p:nvPr/>
          </p:nvSpPr>
          <p:spPr>
            <a:xfrm>
              <a:off x="-20051875" y="3693150"/>
              <a:ext cx="159125" cy="176850"/>
            </a:xfrm>
            <a:custGeom>
              <a:rect b="b" l="l" r="r" t="t"/>
              <a:pathLst>
                <a:path extrusionOk="0" h="7074" w="6365">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66"/>
            <p:cNvSpPr/>
            <p:nvPr/>
          </p:nvSpPr>
          <p:spPr>
            <a:xfrm>
              <a:off x="-20155825" y="3861300"/>
              <a:ext cx="92950" cy="92175"/>
            </a:xfrm>
            <a:custGeom>
              <a:rect b="b" l="l" r="r" t="t"/>
              <a:pathLst>
                <a:path extrusionOk="0" h="3687" w="3718">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66"/>
            <p:cNvSpPr/>
            <p:nvPr/>
          </p:nvSpPr>
          <p:spPr>
            <a:xfrm>
              <a:off x="-20199150" y="3918025"/>
              <a:ext cx="81150" cy="80150"/>
            </a:xfrm>
            <a:custGeom>
              <a:rect b="b" l="l" r="r" t="t"/>
              <a:pathLst>
                <a:path extrusionOk="0" h="3206" w="324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66"/>
            <p:cNvSpPr/>
            <p:nvPr/>
          </p:nvSpPr>
          <p:spPr>
            <a:xfrm>
              <a:off x="-20173950" y="3880200"/>
              <a:ext cx="92175" cy="92200"/>
            </a:xfrm>
            <a:custGeom>
              <a:rect b="b" l="l" r="r" t="t"/>
              <a:pathLst>
                <a:path extrusionOk="0" h="3688" w="3687">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1" name="Google Shape;7281;p66"/>
          <p:cNvGrpSpPr/>
          <p:nvPr/>
        </p:nvGrpSpPr>
        <p:grpSpPr>
          <a:xfrm>
            <a:off x="2388609" y="2795687"/>
            <a:ext cx="451653" cy="451653"/>
            <a:chOff x="-20197575" y="4066875"/>
            <a:chExt cx="305625" cy="305625"/>
          </a:xfrm>
        </p:grpSpPr>
        <p:sp>
          <p:nvSpPr>
            <p:cNvPr id="7282" name="Google Shape;7282;p66"/>
            <p:cNvSpPr/>
            <p:nvPr/>
          </p:nvSpPr>
          <p:spPr>
            <a:xfrm>
              <a:off x="-20089675" y="4066875"/>
              <a:ext cx="89025" cy="92175"/>
            </a:xfrm>
            <a:custGeom>
              <a:rect b="b" l="l" r="r" t="t"/>
              <a:pathLst>
                <a:path extrusionOk="0" h="3687" w="3561">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3" name="Google Shape;7283;p66"/>
            <p:cNvSpPr/>
            <p:nvPr/>
          </p:nvSpPr>
          <p:spPr>
            <a:xfrm>
              <a:off x="-20024300" y="4085775"/>
              <a:ext cx="132350" cy="125250"/>
            </a:xfrm>
            <a:custGeom>
              <a:rect b="b" l="l" r="r" t="t"/>
              <a:pathLst>
                <a:path extrusionOk="0" h="5010" w="5294">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66"/>
            <p:cNvSpPr/>
            <p:nvPr/>
          </p:nvSpPr>
          <p:spPr>
            <a:xfrm>
              <a:off x="-19983350" y="4263775"/>
              <a:ext cx="18925" cy="18150"/>
            </a:xfrm>
            <a:custGeom>
              <a:rect b="b" l="l" r="r" t="t"/>
              <a:pathLst>
                <a:path extrusionOk="0" h="726" w="757">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5" name="Google Shape;7285;p66"/>
            <p:cNvSpPr/>
            <p:nvPr/>
          </p:nvSpPr>
          <p:spPr>
            <a:xfrm>
              <a:off x="-20035325" y="4228350"/>
              <a:ext cx="125250" cy="143350"/>
            </a:xfrm>
            <a:custGeom>
              <a:rect b="b" l="l" r="r" t="t"/>
              <a:pathLst>
                <a:path extrusionOk="0" h="5734" w="501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6" name="Google Shape;7286;p66"/>
            <p:cNvSpPr/>
            <p:nvPr/>
          </p:nvSpPr>
          <p:spPr>
            <a:xfrm>
              <a:off x="-20054225" y="4175575"/>
              <a:ext cx="18125" cy="125250"/>
            </a:xfrm>
            <a:custGeom>
              <a:rect b="b" l="l" r="r" t="t"/>
              <a:pathLst>
                <a:path extrusionOk="0" h="5010" w="725">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66"/>
            <p:cNvSpPr/>
            <p:nvPr/>
          </p:nvSpPr>
          <p:spPr>
            <a:xfrm>
              <a:off x="-20197575" y="4085775"/>
              <a:ext cx="132350" cy="125250"/>
            </a:xfrm>
            <a:custGeom>
              <a:rect b="b" l="l" r="r" t="t"/>
              <a:pathLst>
                <a:path extrusionOk="0" h="5010" w="5294">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66"/>
            <p:cNvSpPr/>
            <p:nvPr/>
          </p:nvSpPr>
          <p:spPr>
            <a:xfrm>
              <a:off x="-20179475" y="4229925"/>
              <a:ext cx="125275" cy="142575"/>
            </a:xfrm>
            <a:custGeom>
              <a:rect b="b" l="l" r="r" t="t"/>
              <a:pathLst>
                <a:path extrusionOk="0" h="5703" w="5011">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66"/>
            <p:cNvSpPr/>
            <p:nvPr/>
          </p:nvSpPr>
          <p:spPr>
            <a:xfrm>
              <a:off x="-20125125" y="4263775"/>
              <a:ext cx="18150" cy="18150"/>
            </a:xfrm>
            <a:custGeom>
              <a:rect b="b" l="l" r="r" t="t"/>
              <a:pathLst>
                <a:path extrusionOk="0" h="726" w="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0" name="Google Shape;7290;p66"/>
          <p:cNvGrpSpPr/>
          <p:nvPr/>
        </p:nvGrpSpPr>
        <p:grpSpPr>
          <a:xfrm>
            <a:off x="5170827" y="1687520"/>
            <a:ext cx="449325" cy="453426"/>
            <a:chOff x="-18271050" y="3333200"/>
            <a:chExt cx="304050" cy="306825"/>
          </a:xfrm>
        </p:grpSpPr>
        <p:sp>
          <p:nvSpPr>
            <p:cNvPr id="7291" name="Google Shape;7291;p66"/>
            <p:cNvSpPr/>
            <p:nvPr/>
          </p:nvSpPr>
          <p:spPr>
            <a:xfrm>
              <a:off x="-18271050" y="3407650"/>
              <a:ext cx="63025" cy="79575"/>
            </a:xfrm>
            <a:custGeom>
              <a:rect b="b" l="l" r="r" t="t"/>
              <a:pathLst>
                <a:path extrusionOk="0" h="3183" w="2521">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66"/>
            <p:cNvSpPr/>
            <p:nvPr/>
          </p:nvSpPr>
          <p:spPr>
            <a:xfrm>
              <a:off x="-18030050" y="3406850"/>
              <a:ext cx="63050" cy="79575"/>
            </a:xfrm>
            <a:custGeom>
              <a:rect b="b" l="l" r="r" t="t"/>
              <a:pathLst>
                <a:path extrusionOk="0" h="3183" w="2522">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3" name="Google Shape;7293;p66"/>
            <p:cNvSpPr/>
            <p:nvPr/>
          </p:nvSpPr>
          <p:spPr>
            <a:xfrm>
              <a:off x="-18136375" y="3549400"/>
              <a:ext cx="35475" cy="32325"/>
            </a:xfrm>
            <a:custGeom>
              <a:rect b="b" l="l" r="r" t="t"/>
              <a:pathLst>
                <a:path extrusionOk="0" h="1293" w="1419">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4" name="Google Shape;7294;p66"/>
            <p:cNvSpPr/>
            <p:nvPr/>
          </p:nvSpPr>
          <p:spPr>
            <a:xfrm>
              <a:off x="-18233250" y="3423625"/>
              <a:ext cx="230800" cy="216400"/>
            </a:xfrm>
            <a:custGeom>
              <a:rect b="b" l="l" r="r" t="t"/>
              <a:pathLst>
                <a:path extrusionOk="0" h="8656" w="9232">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66"/>
            <p:cNvSpPr/>
            <p:nvPr/>
          </p:nvSpPr>
          <p:spPr>
            <a:xfrm>
              <a:off x="-18231675" y="3333200"/>
              <a:ext cx="220575" cy="125650"/>
            </a:xfrm>
            <a:custGeom>
              <a:rect b="b" l="l" r="r" t="t"/>
              <a:pathLst>
                <a:path extrusionOk="0" h="5026" w="8823">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6" name="Google Shape;7296;p66"/>
          <p:cNvGrpSpPr/>
          <p:nvPr/>
        </p:nvGrpSpPr>
        <p:grpSpPr>
          <a:xfrm>
            <a:off x="5171399" y="2244171"/>
            <a:ext cx="448180" cy="448143"/>
            <a:chOff x="-18270275" y="3710875"/>
            <a:chExt cx="303275" cy="303250"/>
          </a:xfrm>
        </p:grpSpPr>
        <p:sp>
          <p:nvSpPr>
            <p:cNvPr id="7297" name="Google Shape;7297;p66"/>
            <p:cNvSpPr/>
            <p:nvPr/>
          </p:nvSpPr>
          <p:spPr>
            <a:xfrm>
              <a:off x="-18240325" y="3896975"/>
              <a:ext cx="59875" cy="71475"/>
            </a:xfrm>
            <a:custGeom>
              <a:rect b="b" l="l" r="r" t="t"/>
              <a:pathLst>
                <a:path extrusionOk="0" h="2859" w="2395">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66"/>
            <p:cNvSpPr/>
            <p:nvPr/>
          </p:nvSpPr>
          <p:spPr>
            <a:xfrm>
              <a:off x="-18254500" y="3765100"/>
              <a:ext cx="267800" cy="249025"/>
            </a:xfrm>
            <a:custGeom>
              <a:rect b="b" l="l" r="r" t="t"/>
              <a:pathLst>
                <a:path extrusionOk="0" h="9961" w="10712">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66"/>
            <p:cNvSpPr/>
            <p:nvPr/>
          </p:nvSpPr>
          <p:spPr>
            <a:xfrm>
              <a:off x="-18057600" y="3896625"/>
              <a:ext cx="61450" cy="71825"/>
            </a:xfrm>
            <a:custGeom>
              <a:rect b="b" l="l" r="r" t="t"/>
              <a:pathLst>
                <a:path extrusionOk="0" h="2873" w="2458">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0" name="Google Shape;7300;p66"/>
            <p:cNvSpPr/>
            <p:nvPr/>
          </p:nvSpPr>
          <p:spPr>
            <a:xfrm>
              <a:off x="-18127700" y="3949125"/>
              <a:ext cx="18125" cy="16975"/>
            </a:xfrm>
            <a:custGeom>
              <a:rect b="b" l="l" r="r" t="t"/>
              <a:pathLst>
                <a:path extrusionOk="0" h="679" w="725">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1" name="Google Shape;7301;p66"/>
            <p:cNvSpPr/>
            <p:nvPr/>
          </p:nvSpPr>
          <p:spPr>
            <a:xfrm>
              <a:off x="-18270275" y="3710875"/>
              <a:ext cx="107150" cy="98475"/>
            </a:xfrm>
            <a:custGeom>
              <a:rect b="b" l="l" r="r" t="t"/>
              <a:pathLst>
                <a:path extrusionOk="0" h="3939" w="4286">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66"/>
            <p:cNvSpPr/>
            <p:nvPr/>
          </p:nvSpPr>
          <p:spPr>
            <a:xfrm>
              <a:off x="-18074925" y="3710875"/>
              <a:ext cx="107925" cy="99275"/>
            </a:xfrm>
            <a:custGeom>
              <a:rect b="b" l="l" r="r" t="t"/>
              <a:pathLst>
                <a:path extrusionOk="0" h="3971" w="4317">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3" name="Google Shape;7303;p66"/>
          <p:cNvGrpSpPr/>
          <p:nvPr/>
        </p:nvGrpSpPr>
        <p:grpSpPr>
          <a:xfrm>
            <a:off x="5224951" y="2797422"/>
            <a:ext cx="341076" cy="448180"/>
            <a:chOff x="-18234025" y="4084200"/>
            <a:chExt cx="230800" cy="303275"/>
          </a:xfrm>
        </p:grpSpPr>
        <p:sp>
          <p:nvSpPr>
            <p:cNvPr id="7304" name="Google Shape;7304;p66"/>
            <p:cNvSpPr/>
            <p:nvPr/>
          </p:nvSpPr>
          <p:spPr>
            <a:xfrm>
              <a:off x="-18234025" y="4246450"/>
              <a:ext cx="230800" cy="141025"/>
            </a:xfrm>
            <a:custGeom>
              <a:rect b="b" l="l" r="r" t="t"/>
              <a:pathLst>
                <a:path extrusionOk="0" h="5641" w="9232">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66"/>
            <p:cNvSpPr/>
            <p:nvPr/>
          </p:nvSpPr>
          <p:spPr>
            <a:xfrm>
              <a:off x="-18200175" y="4156675"/>
              <a:ext cx="161500" cy="87450"/>
            </a:xfrm>
            <a:custGeom>
              <a:rect b="b" l="l" r="r" t="t"/>
              <a:pathLst>
                <a:path extrusionOk="0" h="3498" w="646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6" name="Google Shape;7306;p66"/>
            <p:cNvSpPr/>
            <p:nvPr/>
          </p:nvSpPr>
          <p:spPr>
            <a:xfrm>
              <a:off x="-18211200" y="4084200"/>
              <a:ext cx="185125" cy="71700"/>
            </a:xfrm>
            <a:custGeom>
              <a:rect b="b" l="l" r="r" t="t"/>
              <a:pathLst>
                <a:path extrusionOk="0" h="2868" w="7405">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7" name="Google Shape;7307;p66"/>
          <p:cNvGrpSpPr/>
          <p:nvPr/>
        </p:nvGrpSpPr>
        <p:grpSpPr>
          <a:xfrm>
            <a:off x="2337506" y="3341641"/>
            <a:ext cx="449325" cy="450470"/>
            <a:chOff x="-16419350" y="3308400"/>
            <a:chExt cx="304050" cy="304825"/>
          </a:xfrm>
        </p:grpSpPr>
        <p:sp>
          <p:nvSpPr>
            <p:cNvPr id="7308" name="Google Shape;7308;p66"/>
            <p:cNvSpPr/>
            <p:nvPr/>
          </p:nvSpPr>
          <p:spPr>
            <a:xfrm>
              <a:off x="-16222450" y="3344625"/>
              <a:ext cx="53600" cy="67775"/>
            </a:xfrm>
            <a:custGeom>
              <a:rect b="b" l="l" r="r" t="t"/>
              <a:pathLst>
                <a:path extrusionOk="0" h="2711" w="2144">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66"/>
            <p:cNvSpPr/>
            <p:nvPr/>
          </p:nvSpPr>
          <p:spPr>
            <a:xfrm>
              <a:off x="-16365000" y="3346200"/>
              <a:ext cx="52800" cy="66975"/>
            </a:xfrm>
            <a:custGeom>
              <a:rect b="b" l="l" r="r" t="t"/>
              <a:pathLst>
                <a:path extrusionOk="0" h="2679" w="2112">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66"/>
            <p:cNvSpPr/>
            <p:nvPr/>
          </p:nvSpPr>
          <p:spPr>
            <a:xfrm>
              <a:off x="-16419350" y="3417100"/>
              <a:ext cx="142575" cy="160700"/>
            </a:xfrm>
            <a:custGeom>
              <a:rect b="b" l="l" r="r" t="t"/>
              <a:pathLst>
                <a:path extrusionOk="0" h="6428" w="5703">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66"/>
            <p:cNvSpPr/>
            <p:nvPr/>
          </p:nvSpPr>
          <p:spPr>
            <a:xfrm>
              <a:off x="-16258675" y="3417100"/>
              <a:ext cx="143375" cy="161475"/>
            </a:xfrm>
            <a:custGeom>
              <a:rect b="b" l="l" r="r" t="t"/>
              <a:pathLst>
                <a:path extrusionOk="0" h="6459" w="5735">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66"/>
            <p:cNvSpPr/>
            <p:nvPr/>
          </p:nvSpPr>
          <p:spPr>
            <a:xfrm>
              <a:off x="-16310650" y="3308400"/>
              <a:ext cx="86650" cy="155975"/>
            </a:xfrm>
            <a:custGeom>
              <a:rect b="b" l="l" r="r" t="t"/>
              <a:pathLst>
                <a:path extrusionOk="0" h="6239" w="3466">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66"/>
            <p:cNvSpPr/>
            <p:nvPr/>
          </p:nvSpPr>
          <p:spPr>
            <a:xfrm>
              <a:off x="-16327975" y="3589575"/>
              <a:ext cx="51200" cy="23650"/>
            </a:xfrm>
            <a:custGeom>
              <a:rect b="b" l="l" r="r" t="t"/>
              <a:pathLst>
                <a:path extrusionOk="0" h="946" w="2048">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66"/>
            <p:cNvSpPr/>
            <p:nvPr/>
          </p:nvSpPr>
          <p:spPr>
            <a:xfrm>
              <a:off x="-16258675" y="3589575"/>
              <a:ext cx="51225" cy="23650"/>
            </a:xfrm>
            <a:custGeom>
              <a:rect b="b" l="l" r="r" t="t"/>
              <a:pathLst>
                <a:path extrusionOk="0" h="946" w="2049">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5" name="Google Shape;7315;p66"/>
          <p:cNvGrpSpPr/>
          <p:nvPr/>
        </p:nvGrpSpPr>
        <p:grpSpPr>
          <a:xfrm>
            <a:off x="4609062" y="3340423"/>
            <a:ext cx="395755" cy="452872"/>
            <a:chOff x="-16401225" y="3683275"/>
            <a:chExt cx="267800" cy="306450"/>
          </a:xfrm>
        </p:grpSpPr>
        <p:sp>
          <p:nvSpPr>
            <p:cNvPr id="7316" name="Google Shape;7316;p66"/>
            <p:cNvSpPr/>
            <p:nvPr/>
          </p:nvSpPr>
          <p:spPr>
            <a:xfrm>
              <a:off x="-16257875" y="3826650"/>
              <a:ext cx="70900" cy="72500"/>
            </a:xfrm>
            <a:custGeom>
              <a:rect b="b" l="l" r="r" t="t"/>
              <a:pathLst>
                <a:path extrusionOk="0" h="2900" w="2836">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66"/>
            <p:cNvSpPr/>
            <p:nvPr/>
          </p:nvSpPr>
          <p:spPr>
            <a:xfrm>
              <a:off x="-16275200" y="3832375"/>
              <a:ext cx="16550" cy="16350"/>
            </a:xfrm>
            <a:custGeom>
              <a:rect b="b" l="l" r="r" t="t"/>
              <a:pathLst>
                <a:path extrusionOk="0" h="654" w="662">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66"/>
            <p:cNvSpPr/>
            <p:nvPr/>
          </p:nvSpPr>
          <p:spPr>
            <a:xfrm>
              <a:off x="-16347675" y="3825875"/>
              <a:ext cx="70900" cy="70900"/>
            </a:xfrm>
            <a:custGeom>
              <a:rect b="b" l="l" r="r" t="t"/>
              <a:pathLst>
                <a:path extrusionOk="0" h="2836" w="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9" name="Google Shape;7319;p66"/>
            <p:cNvSpPr/>
            <p:nvPr/>
          </p:nvSpPr>
          <p:spPr>
            <a:xfrm>
              <a:off x="-16338225" y="3907775"/>
              <a:ext cx="35475" cy="81950"/>
            </a:xfrm>
            <a:custGeom>
              <a:rect b="b" l="l" r="r" t="t"/>
              <a:pathLst>
                <a:path extrusionOk="0" h="3278" w="1419">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66"/>
            <p:cNvSpPr/>
            <p:nvPr/>
          </p:nvSpPr>
          <p:spPr>
            <a:xfrm>
              <a:off x="-16231900" y="3906200"/>
              <a:ext cx="35475" cy="81150"/>
            </a:xfrm>
            <a:custGeom>
              <a:rect b="b" l="l" r="r" t="t"/>
              <a:pathLst>
                <a:path extrusionOk="0" h="3246" w="1419">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66"/>
            <p:cNvSpPr/>
            <p:nvPr/>
          </p:nvSpPr>
          <p:spPr>
            <a:xfrm>
              <a:off x="-16285450" y="3891250"/>
              <a:ext cx="35475" cy="59875"/>
            </a:xfrm>
            <a:custGeom>
              <a:rect b="b" l="l" r="r" t="t"/>
              <a:pathLst>
                <a:path extrusionOk="0" h="2395" w="1419">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66"/>
            <p:cNvSpPr/>
            <p:nvPr/>
          </p:nvSpPr>
          <p:spPr>
            <a:xfrm>
              <a:off x="-16401225" y="3683275"/>
              <a:ext cx="267800" cy="249725"/>
            </a:xfrm>
            <a:custGeom>
              <a:rect b="b" l="l" r="r" t="t"/>
              <a:pathLst>
                <a:path extrusionOk="0" h="9989" w="10712">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3" name="Google Shape;7323;p66"/>
          <p:cNvGrpSpPr/>
          <p:nvPr/>
        </p:nvGrpSpPr>
        <p:grpSpPr>
          <a:xfrm>
            <a:off x="7974511" y="2797062"/>
            <a:ext cx="450470" cy="448180"/>
            <a:chOff x="-16419350" y="4058200"/>
            <a:chExt cx="304825" cy="303275"/>
          </a:xfrm>
        </p:grpSpPr>
        <p:sp>
          <p:nvSpPr>
            <p:cNvPr id="7324" name="Google Shape;7324;p66"/>
            <p:cNvSpPr/>
            <p:nvPr/>
          </p:nvSpPr>
          <p:spPr>
            <a:xfrm>
              <a:off x="-16347675" y="4202350"/>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66"/>
            <p:cNvSpPr/>
            <p:nvPr/>
          </p:nvSpPr>
          <p:spPr>
            <a:xfrm>
              <a:off x="-16400450" y="416690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66"/>
            <p:cNvSpPr/>
            <p:nvPr/>
          </p:nvSpPr>
          <p:spPr>
            <a:xfrm>
              <a:off x="-16389425" y="4058200"/>
              <a:ext cx="220575" cy="106950"/>
            </a:xfrm>
            <a:custGeom>
              <a:rect b="b" l="l" r="r" t="t"/>
              <a:pathLst>
                <a:path extrusionOk="0" h="4278" w="8823">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7" name="Google Shape;7327;p66"/>
            <p:cNvSpPr/>
            <p:nvPr/>
          </p:nvSpPr>
          <p:spPr>
            <a:xfrm>
              <a:off x="-16298850" y="4178725"/>
              <a:ext cx="41000" cy="47275"/>
            </a:xfrm>
            <a:custGeom>
              <a:rect b="b" l="l" r="r" t="t"/>
              <a:pathLst>
                <a:path extrusionOk="0" h="1891" w="164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8" name="Google Shape;7328;p66"/>
            <p:cNvSpPr/>
            <p:nvPr/>
          </p:nvSpPr>
          <p:spPr>
            <a:xfrm>
              <a:off x="-16246075" y="4178725"/>
              <a:ext cx="41775" cy="55150"/>
            </a:xfrm>
            <a:custGeom>
              <a:rect b="b" l="l" r="r" t="t"/>
              <a:pathLst>
                <a:path extrusionOk="0" h="2206" w="1671">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66"/>
            <p:cNvSpPr/>
            <p:nvPr/>
          </p:nvSpPr>
          <p:spPr>
            <a:xfrm>
              <a:off x="-16419350" y="4122000"/>
              <a:ext cx="304050" cy="188725"/>
            </a:xfrm>
            <a:custGeom>
              <a:rect b="b" l="l" r="r" t="t"/>
              <a:pathLst>
                <a:path extrusionOk="0" h="7549" w="12162">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66"/>
            <p:cNvSpPr/>
            <p:nvPr/>
          </p:nvSpPr>
          <p:spPr>
            <a:xfrm>
              <a:off x="-16419350" y="4263775"/>
              <a:ext cx="304825" cy="97700"/>
            </a:xfrm>
            <a:custGeom>
              <a:rect b="b" l="l" r="r" t="t"/>
              <a:pathLst>
                <a:path extrusionOk="0" h="3908" w="12193">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1" name="Google Shape;7331;p66"/>
          <p:cNvGrpSpPr/>
          <p:nvPr/>
        </p:nvGrpSpPr>
        <p:grpSpPr>
          <a:xfrm>
            <a:off x="4001398" y="3343080"/>
            <a:ext cx="450507" cy="447589"/>
            <a:chOff x="-15296200" y="3326900"/>
            <a:chExt cx="304850" cy="302875"/>
          </a:xfrm>
        </p:grpSpPr>
        <p:sp>
          <p:nvSpPr>
            <p:cNvPr id="7332" name="Google Shape;7332;p66"/>
            <p:cNvSpPr/>
            <p:nvPr/>
          </p:nvSpPr>
          <p:spPr>
            <a:xfrm>
              <a:off x="-15182775" y="3326900"/>
              <a:ext cx="77200" cy="157175"/>
            </a:xfrm>
            <a:custGeom>
              <a:rect b="b" l="l" r="r" t="t"/>
              <a:pathLst>
                <a:path extrusionOk="0" h="6287" w="3088">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66"/>
            <p:cNvSpPr/>
            <p:nvPr/>
          </p:nvSpPr>
          <p:spPr>
            <a:xfrm>
              <a:off x="-15260825" y="3363175"/>
              <a:ext cx="108800" cy="199650"/>
            </a:xfrm>
            <a:custGeom>
              <a:rect b="b" l="l" r="r" t="t"/>
              <a:pathLst>
                <a:path extrusionOk="0" h="7986" w="4352">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66"/>
            <p:cNvSpPr/>
            <p:nvPr/>
          </p:nvSpPr>
          <p:spPr>
            <a:xfrm>
              <a:off x="-15135525" y="3362475"/>
              <a:ext cx="109325" cy="200350"/>
            </a:xfrm>
            <a:custGeom>
              <a:rect b="b" l="l" r="r" t="t"/>
              <a:pathLst>
                <a:path extrusionOk="0" h="8014" w="4373">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66"/>
            <p:cNvSpPr/>
            <p:nvPr/>
          </p:nvSpPr>
          <p:spPr>
            <a:xfrm>
              <a:off x="-15296200" y="3416600"/>
              <a:ext cx="143375" cy="213175"/>
            </a:xfrm>
            <a:custGeom>
              <a:rect b="b" l="l" r="r" t="t"/>
              <a:pathLst>
                <a:path extrusionOk="0" h="8527" w="5735">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66"/>
            <p:cNvSpPr/>
            <p:nvPr/>
          </p:nvSpPr>
          <p:spPr>
            <a:xfrm>
              <a:off x="-15134725" y="3416100"/>
              <a:ext cx="143375" cy="213675"/>
            </a:xfrm>
            <a:custGeom>
              <a:rect b="b" l="l" r="r" t="t"/>
              <a:pathLst>
                <a:path extrusionOk="0" h="8547" w="5735">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7" name="Google Shape;7337;p66"/>
          <p:cNvGrpSpPr/>
          <p:nvPr/>
        </p:nvGrpSpPr>
        <p:grpSpPr>
          <a:xfrm>
            <a:off x="2917051" y="1706881"/>
            <a:ext cx="486566" cy="414708"/>
            <a:chOff x="-19835275" y="3330250"/>
            <a:chExt cx="329250" cy="280625"/>
          </a:xfrm>
        </p:grpSpPr>
        <p:sp>
          <p:nvSpPr>
            <p:cNvPr id="7338" name="Google Shape;7338;p66"/>
            <p:cNvSpPr/>
            <p:nvPr/>
          </p:nvSpPr>
          <p:spPr>
            <a:xfrm>
              <a:off x="-19768325" y="3361750"/>
              <a:ext cx="197725" cy="249125"/>
            </a:xfrm>
            <a:custGeom>
              <a:rect b="b" l="l" r="r" t="t"/>
              <a:pathLst>
                <a:path extrusionOk="0" h="9965" w="7909">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9" name="Google Shape;7339;p66"/>
            <p:cNvSpPr/>
            <p:nvPr/>
          </p:nvSpPr>
          <p:spPr>
            <a:xfrm>
              <a:off x="-19622625" y="3330250"/>
              <a:ext cx="116600" cy="189250"/>
            </a:xfrm>
            <a:custGeom>
              <a:rect b="b" l="l" r="r" t="t"/>
              <a:pathLst>
                <a:path extrusionOk="0" h="7570" w="4664">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66"/>
            <p:cNvSpPr/>
            <p:nvPr/>
          </p:nvSpPr>
          <p:spPr>
            <a:xfrm>
              <a:off x="-19835275" y="3330250"/>
              <a:ext cx="116600" cy="189250"/>
            </a:xfrm>
            <a:custGeom>
              <a:rect b="b" l="l" r="r" t="t"/>
              <a:pathLst>
                <a:path extrusionOk="0" h="7570" w="4664">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1" name="Google Shape;7341;p66"/>
          <p:cNvGrpSpPr/>
          <p:nvPr/>
        </p:nvGrpSpPr>
        <p:grpSpPr>
          <a:xfrm>
            <a:off x="2935080" y="2243470"/>
            <a:ext cx="450507" cy="449547"/>
            <a:chOff x="-19822675" y="3692750"/>
            <a:chExt cx="304850" cy="304200"/>
          </a:xfrm>
        </p:grpSpPr>
        <p:sp>
          <p:nvSpPr>
            <p:cNvPr id="7342" name="Google Shape;7342;p66"/>
            <p:cNvSpPr/>
            <p:nvPr/>
          </p:nvSpPr>
          <p:spPr>
            <a:xfrm>
              <a:off x="-19715550" y="3692750"/>
              <a:ext cx="90600" cy="60675"/>
            </a:xfrm>
            <a:custGeom>
              <a:rect b="b" l="l" r="r" t="t"/>
              <a:pathLst>
                <a:path extrusionOk="0" h="2427" w="3624">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66"/>
            <p:cNvSpPr/>
            <p:nvPr/>
          </p:nvSpPr>
          <p:spPr>
            <a:xfrm>
              <a:off x="-19660425" y="3766200"/>
              <a:ext cx="142600" cy="230750"/>
            </a:xfrm>
            <a:custGeom>
              <a:rect b="b" l="l" r="r" t="t"/>
              <a:pathLst>
                <a:path extrusionOk="0" h="9230" w="5704">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66"/>
            <p:cNvSpPr/>
            <p:nvPr/>
          </p:nvSpPr>
          <p:spPr>
            <a:xfrm>
              <a:off x="-19728150" y="3763650"/>
              <a:ext cx="114225" cy="54375"/>
            </a:xfrm>
            <a:custGeom>
              <a:rect b="b" l="l" r="r" t="t"/>
              <a:pathLst>
                <a:path extrusionOk="0" h="2175" w="4569">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66"/>
            <p:cNvSpPr/>
            <p:nvPr/>
          </p:nvSpPr>
          <p:spPr>
            <a:xfrm>
              <a:off x="-19695075" y="3868400"/>
              <a:ext cx="48075" cy="110300"/>
            </a:xfrm>
            <a:custGeom>
              <a:rect b="b" l="l" r="r" t="t"/>
              <a:pathLst>
                <a:path extrusionOk="0" h="4412" w="1923">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6" name="Google Shape;7346;p66"/>
            <p:cNvSpPr/>
            <p:nvPr/>
          </p:nvSpPr>
          <p:spPr>
            <a:xfrm>
              <a:off x="-19822675" y="3764250"/>
              <a:ext cx="142575" cy="229550"/>
            </a:xfrm>
            <a:custGeom>
              <a:rect b="b" l="l" r="r" t="t"/>
              <a:pathLst>
                <a:path extrusionOk="0" h="9182" w="5703">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7" name="Google Shape;7347;p66"/>
          <p:cNvGrpSpPr/>
          <p:nvPr/>
        </p:nvGrpSpPr>
        <p:grpSpPr>
          <a:xfrm>
            <a:off x="2935672" y="2796278"/>
            <a:ext cx="449325" cy="450470"/>
            <a:chOff x="-19822675" y="4066875"/>
            <a:chExt cx="304050" cy="304825"/>
          </a:xfrm>
        </p:grpSpPr>
        <p:sp>
          <p:nvSpPr>
            <p:cNvPr id="7348" name="Google Shape;7348;p66"/>
            <p:cNvSpPr/>
            <p:nvPr/>
          </p:nvSpPr>
          <p:spPr>
            <a:xfrm>
              <a:off x="-19803775" y="4086925"/>
              <a:ext cx="71700" cy="68975"/>
            </a:xfrm>
            <a:custGeom>
              <a:rect b="b" l="l" r="r" t="t"/>
              <a:pathLst>
                <a:path extrusionOk="0" h="2759" w="2868">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66"/>
            <p:cNvSpPr/>
            <p:nvPr/>
          </p:nvSpPr>
          <p:spPr>
            <a:xfrm>
              <a:off x="-19822675" y="4174775"/>
              <a:ext cx="304050" cy="124475"/>
            </a:xfrm>
            <a:custGeom>
              <a:rect b="b" l="l" r="r" t="t"/>
              <a:pathLst>
                <a:path extrusionOk="0" h="4979" w="12162">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66"/>
            <p:cNvSpPr/>
            <p:nvPr/>
          </p:nvSpPr>
          <p:spPr>
            <a:xfrm>
              <a:off x="-19732100" y="4066875"/>
              <a:ext cx="122100" cy="89825"/>
            </a:xfrm>
            <a:custGeom>
              <a:rect b="b" l="l" r="r" t="t"/>
              <a:pathLst>
                <a:path extrusionOk="0" h="3593" w="4884">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66"/>
            <p:cNvSpPr/>
            <p:nvPr/>
          </p:nvSpPr>
          <p:spPr>
            <a:xfrm>
              <a:off x="-19609225" y="4087725"/>
              <a:ext cx="71700" cy="69750"/>
            </a:xfrm>
            <a:custGeom>
              <a:rect b="b" l="l" r="r" t="t"/>
              <a:pathLst>
                <a:path extrusionOk="0" h="2790" w="2868">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66"/>
            <p:cNvSpPr/>
            <p:nvPr/>
          </p:nvSpPr>
          <p:spPr>
            <a:xfrm>
              <a:off x="-19643875" y="4308675"/>
              <a:ext cx="70900" cy="44125"/>
            </a:xfrm>
            <a:custGeom>
              <a:rect b="b" l="l" r="r" t="t"/>
              <a:pathLst>
                <a:path extrusionOk="0" h="1765" w="2836">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3" name="Google Shape;7353;p66"/>
            <p:cNvSpPr/>
            <p:nvPr/>
          </p:nvSpPr>
          <p:spPr>
            <a:xfrm>
              <a:off x="-19581650" y="4292925"/>
              <a:ext cx="63025" cy="78775"/>
            </a:xfrm>
            <a:custGeom>
              <a:rect b="b" l="l" r="r" t="t"/>
              <a:pathLst>
                <a:path extrusionOk="0" h="3151" w="252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4" name="Google Shape;7354;p66"/>
          <p:cNvGrpSpPr/>
          <p:nvPr/>
        </p:nvGrpSpPr>
        <p:grpSpPr>
          <a:xfrm>
            <a:off x="5744740" y="1689571"/>
            <a:ext cx="399302" cy="449325"/>
            <a:chOff x="-17878825" y="3334400"/>
            <a:chExt cx="270200" cy="304050"/>
          </a:xfrm>
        </p:grpSpPr>
        <p:sp>
          <p:nvSpPr>
            <p:cNvPr id="7355" name="Google Shape;7355;p66"/>
            <p:cNvSpPr/>
            <p:nvPr/>
          </p:nvSpPr>
          <p:spPr>
            <a:xfrm>
              <a:off x="-17683475" y="3334400"/>
              <a:ext cx="74850" cy="74050"/>
            </a:xfrm>
            <a:custGeom>
              <a:rect b="b" l="l" r="r" t="t"/>
              <a:pathLst>
                <a:path extrusionOk="0" h="2962" w="2994">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66"/>
            <p:cNvSpPr/>
            <p:nvPr/>
          </p:nvSpPr>
          <p:spPr>
            <a:xfrm>
              <a:off x="-17752000" y="3513975"/>
              <a:ext cx="16550" cy="16550"/>
            </a:xfrm>
            <a:custGeom>
              <a:rect b="b" l="l" r="r" t="t"/>
              <a:pathLst>
                <a:path extrusionOk="0" h="662" w="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66"/>
            <p:cNvSpPr/>
            <p:nvPr/>
          </p:nvSpPr>
          <p:spPr>
            <a:xfrm>
              <a:off x="-17860700" y="3405275"/>
              <a:ext cx="107150" cy="206225"/>
            </a:xfrm>
            <a:custGeom>
              <a:rect b="b" l="l" r="r" t="t"/>
              <a:pathLst>
                <a:path extrusionOk="0" h="8249" w="4286">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66"/>
            <p:cNvSpPr/>
            <p:nvPr/>
          </p:nvSpPr>
          <p:spPr>
            <a:xfrm>
              <a:off x="-17735475" y="3405275"/>
              <a:ext cx="107150" cy="206475"/>
            </a:xfrm>
            <a:custGeom>
              <a:rect b="b" l="l" r="r" t="t"/>
              <a:pathLst>
                <a:path extrusionOk="0" h="8259" w="4286">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66"/>
            <p:cNvSpPr/>
            <p:nvPr/>
          </p:nvSpPr>
          <p:spPr>
            <a:xfrm>
              <a:off x="-17812650" y="3353300"/>
              <a:ext cx="136275" cy="144150"/>
            </a:xfrm>
            <a:custGeom>
              <a:rect b="b" l="l" r="r" t="t"/>
              <a:pathLst>
                <a:path extrusionOk="0" h="5766" w="5451">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66"/>
            <p:cNvSpPr/>
            <p:nvPr/>
          </p:nvSpPr>
          <p:spPr>
            <a:xfrm>
              <a:off x="-17770900" y="3614000"/>
              <a:ext cx="52775" cy="24450"/>
            </a:xfrm>
            <a:custGeom>
              <a:rect b="b" l="l" r="r" t="t"/>
              <a:pathLst>
                <a:path extrusionOk="0" h="978" w="2111">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66"/>
            <p:cNvSpPr/>
            <p:nvPr/>
          </p:nvSpPr>
          <p:spPr>
            <a:xfrm>
              <a:off x="-17878825" y="3334400"/>
              <a:ext cx="74075" cy="74050"/>
            </a:xfrm>
            <a:custGeom>
              <a:rect b="b" l="l" r="r" t="t"/>
              <a:pathLst>
                <a:path extrusionOk="0" h="2962" w="2963">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2" name="Google Shape;7362;p66"/>
          <p:cNvGrpSpPr/>
          <p:nvPr/>
        </p:nvGrpSpPr>
        <p:grpSpPr>
          <a:xfrm>
            <a:off x="5718565" y="2242416"/>
            <a:ext cx="451653" cy="451653"/>
            <a:chOff x="-17896150" y="3709300"/>
            <a:chExt cx="305625" cy="305625"/>
          </a:xfrm>
        </p:grpSpPr>
        <p:sp>
          <p:nvSpPr>
            <p:cNvPr id="7363" name="Google Shape;7363;p66"/>
            <p:cNvSpPr/>
            <p:nvPr/>
          </p:nvSpPr>
          <p:spPr>
            <a:xfrm>
              <a:off x="-17896150" y="3709300"/>
              <a:ext cx="54375" cy="77200"/>
            </a:xfrm>
            <a:custGeom>
              <a:rect b="b" l="l" r="r" t="t"/>
              <a:pathLst>
                <a:path extrusionOk="0" h="3088" w="2175">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66"/>
            <p:cNvSpPr/>
            <p:nvPr/>
          </p:nvSpPr>
          <p:spPr>
            <a:xfrm>
              <a:off x="-17877250" y="3801075"/>
              <a:ext cx="286725" cy="213850"/>
            </a:xfrm>
            <a:custGeom>
              <a:rect b="b" l="l" r="r" t="t"/>
              <a:pathLst>
                <a:path extrusionOk="0" h="8554" w="11469">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66"/>
            <p:cNvSpPr/>
            <p:nvPr/>
          </p:nvSpPr>
          <p:spPr>
            <a:xfrm>
              <a:off x="-17783500" y="3763075"/>
              <a:ext cx="191400" cy="194350"/>
            </a:xfrm>
            <a:custGeom>
              <a:rect b="b" l="l" r="r" t="t"/>
              <a:pathLst>
                <a:path extrusionOk="0" h="7774" w="7656">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66"/>
            <p:cNvSpPr/>
            <p:nvPr/>
          </p:nvSpPr>
          <p:spPr>
            <a:xfrm>
              <a:off x="-17825250" y="3710075"/>
              <a:ext cx="54375" cy="76425"/>
            </a:xfrm>
            <a:custGeom>
              <a:rect b="b" l="l" r="r" t="t"/>
              <a:pathLst>
                <a:path extrusionOk="0" h="3057" w="2175">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7" name="Google Shape;7367;p66"/>
          <p:cNvGrpSpPr/>
          <p:nvPr/>
        </p:nvGrpSpPr>
        <p:grpSpPr>
          <a:xfrm>
            <a:off x="5746495" y="2795686"/>
            <a:ext cx="395792" cy="451653"/>
            <a:chOff x="-17878025" y="4082625"/>
            <a:chExt cx="267825" cy="305625"/>
          </a:xfrm>
        </p:grpSpPr>
        <p:sp>
          <p:nvSpPr>
            <p:cNvPr id="7368" name="Google Shape;7368;p66"/>
            <p:cNvSpPr/>
            <p:nvPr/>
          </p:nvSpPr>
          <p:spPr>
            <a:xfrm>
              <a:off x="-17660650" y="4191325"/>
              <a:ext cx="50450" cy="52000"/>
            </a:xfrm>
            <a:custGeom>
              <a:rect b="b" l="l" r="r" t="t"/>
              <a:pathLst>
                <a:path extrusionOk="0" h="2080" w="2018">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9" name="Google Shape;7369;p66"/>
            <p:cNvSpPr/>
            <p:nvPr/>
          </p:nvSpPr>
          <p:spPr>
            <a:xfrm>
              <a:off x="-17716575" y="4084200"/>
              <a:ext cx="88250" cy="103200"/>
            </a:xfrm>
            <a:custGeom>
              <a:rect b="b" l="l" r="r" t="t"/>
              <a:pathLst>
                <a:path extrusionOk="0" h="4128" w="353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66"/>
            <p:cNvSpPr/>
            <p:nvPr/>
          </p:nvSpPr>
          <p:spPr>
            <a:xfrm>
              <a:off x="-17860700" y="4082625"/>
              <a:ext cx="90600" cy="104000"/>
            </a:xfrm>
            <a:custGeom>
              <a:rect b="b" l="l" r="r" t="t"/>
              <a:pathLst>
                <a:path extrusionOk="0" h="4160" w="3624">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66"/>
            <p:cNvSpPr/>
            <p:nvPr/>
          </p:nvSpPr>
          <p:spPr>
            <a:xfrm>
              <a:off x="-17752000" y="4281300"/>
              <a:ext cx="16550" cy="16375"/>
            </a:xfrm>
            <a:custGeom>
              <a:rect b="b" l="l" r="r" t="t"/>
              <a:pathLst>
                <a:path extrusionOk="0" h="655" w="662">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66"/>
            <p:cNvSpPr/>
            <p:nvPr/>
          </p:nvSpPr>
          <p:spPr>
            <a:xfrm>
              <a:off x="-17825250" y="4173200"/>
              <a:ext cx="161475" cy="161500"/>
            </a:xfrm>
            <a:custGeom>
              <a:rect b="b" l="l" r="r" t="t"/>
              <a:pathLst>
                <a:path extrusionOk="0" h="6460" w="6459">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66"/>
            <p:cNvSpPr/>
            <p:nvPr/>
          </p:nvSpPr>
          <p:spPr>
            <a:xfrm>
              <a:off x="-17787450" y="4293725"/>
              <a:ext cx="84300" cy="94525"/>
            </a:xfrm>
            <a:custGeom>
              <a:rect b="b" l="l" r="r" t="t"/>
              <a:pathLst>
                <a:path extrusionOk="0" h="3781" w="3372">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66"/>
            <p:cNvSpPr/>
            <p:nvPr/>
          </p:nvSpPr>
          <p:spPr>
            <a:xfrm>
              <a:off x="-17878025" y="4191325"/>
              <a:ext cx="49650" cy="52000"/>
            </a:xfrm>
            <a:custGeom>
              <a:rect b="b" l="l" r="r" t="t"/>
              <a:pathLst>
                <a:path extrusionOk="0" h="2080" w="1986">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5" name="Google Shape;7375;p66"/>
          <p:cNvGrpSpPr/>
          <p:nvPr/>
        </p:nvGrpSpPr>
        <p:grpSpPr>
          <a:xfrm>
            <a:off x="2890388" y="3355015"/>
            <a:ext cx="450507" cy="423722"/>
            <a:chOff x="-16044450" y="3317850"/>
            <a:chExt cx="304850" cy="286725"/>
          </a:xfrm>
        </p:grpSpPr>
        <p:sp>
          <p:nvSpPr>
            <p:cNvPr id="7376" name="Google Shape;7376;p66"/>
            <p:cNvSpPr/>
            <p:nvPr/>
          </p:nvSpPr>
          <p:spPr>
            <a:xfrm>
              <a:off x="-15873525" y="3317850"/>
              <a:ext cx="133925" cy="115025"/>
            </a:xfrm>
            <a:custGeom>
              <a:rect b="b" l="l" r="r" t="t"/>
              <a:pathLst>
                <a:path extrusionOk="0" h="4601" w="5357">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66"/>
            <p:cNvSpPr/>
            <p:nvPr/>
          </p:nvSpPr>
          <p:spPr>
            <a:xfrm>
              <a:off x="-15915275" y="3459625"/>
              <a:ext cx="44125" cy="54375"/>
            </a:xfrm>
            <a:custGeom>
              <a:rect b="b" l="l" r="r" t="t"/>
              <a:pathLst>
                <a:path extrusionOk="0" h="2175" w="176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66"/>
            <p:cNvSpPr/>
            <p:nvPr/>
          </p:nvSpPr>
          <p:spPr>
            <a:xfrm>
              <a:off x="-16009000" y="3372200"/>
              <a:ext cx="232375" cy="232375"/>
            </a:xfrm>
            <a:custGeom>
              <a:rect b="b" l="l" r="r" t="t"/>
              <a:pathLst>
                <a:path extrusionOk="0" h="9295" w="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9" name="Google Shape;7379;p66"/>
            <p:cNvSpPr/>
            <p:nvPr/>
          </p:nvSpPr>
          <p:spPr>
            <a:xfrm>
              <a:off x="-16044450" y="3317850"/>
              <a:ext cx="133150" cy="115025"/>
            </a:xfrm>
            <a:custGeom>
              <a:rect b="b" l="l" r="r" t="t"/>
              <a:pathLst>
                <a:path extrusionOk="0" h="4601" w="5326">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80" name="Google Shape;7380;p66"/>
          <p:cNvSpPr/>
          <p:nvPr/>
        </p:nvSpPr>
        <p:spPr>
          <a:xfrm>
            <a:off x="5135108" y="3341975"/>
            <a:ext cx="448180" cy="450507"/>
          </a:xfrm>
          <a:custGeom>
            <a:rect b="b" l="l" r="r" t="t"/>
            <a:pathLst>
              <a:path extrusionOk="0" h="12194" w="12131">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1" name="Google Shape;7381;p66"/>
          <p:cNvGrpSpPr/>
          <p:nvPr/>
        </p:nvGrpSpPr>
        <p:grpSpPr>
          <a:xfrm>
            <a:off x="8012905" y="2243724"/>
            <a:ext cx="373662" cy="449030"/>
            <a:chOff x="-16018450" y="4058400"/>
            <a:chExt cx="252850" cy="303850"/>
          </a:xfrm>
        </p:grpSpPr>
        <p:sp>
          <p:nvSpPr>
            <p:cNvPr id="7382" name="Google Shape;7382;p66"/>
            <p:cNvSpPr/>
            <p:nvPr/>
          </p:nvSpPr>
          <p:spPr>
            <a:xfrm>
              <a:off x="-15927875" y="4129900"/>
              <a:ext cx="88250" cy="89025"/>
            </a:xfrm>
            <a:custGeom>
              <a:rect b="b" l="l" r="r" t="t"/>
              <a:pathLst>
                <a:path extrusionOk="0" h="3561" w="353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66"/>
            <p:cNvSpPr/>
            <p:nvPr/>
          </p:nvSpPr>
          <p:spPr>
            <a:xfrm>
              <a:off x="-16002700" y="4058400"/>
              <a:ext cx="237100" cy="233575"/>
            </a:xfrm>
            <a:custGeom>
              <a:rect b="b" l="l" r="r" t="t"/>
              <a:pathLst>
                <a:path extrusionOk="0" h="9343" w="9484">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66"/>
            <p:cNvSpPr/>
            <p:nvPr/>
          </p:nvSpPr>
          <p:spPr>
            <a:xfrm>
              <a:off x="-16018450" y="4253550"/>
              <a:ext cx="129200" cy="108700"/>
            </a:xfrm>
            <a:custGeom>
              <a:rect b="b" l="l" r="r" t="t"/>
              <a:pathLst>
                <a:path extrusionOk="0" h="4348" w="516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66"/>
            <p:cNvSpPr/>
            <p:nvPr/>
          </p:nvSpPr>
          <p:spPr>
            <a:xfrm>
              <a:off x="-15876675" y="4254325"/>
              <a:ext cx="107925" cy="90600"/>
            </a:xfrm>
            <a:custGeom>
              <a:rect b="b" l="l" r="r" t="t"/>
              <a:pathLst>
                <a:path extrusionOk="0" h="3624" w="4317">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86" name="Google Shape;7386;p66"/>
          <p:cNvSpPr/>
          <p:nvPr/>
        </p:nvSpPr>
        <p:spPr>
          <a:xfrm>
            <a:off x="6245621" y="3343157"/>
            <a:ext cx="449288" cy="448143"/>
          </a:xfrm>
          <a:custGeom>
            <a:rect b="b" l="l" r="r" t="t"/>
            <a:pathLst>
              <a:path extrusionOk="0" h="12130" w="12161">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7" name="Google Shape;7387;p6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Nature Icons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391" name="Shape 7391"/>
        <p:cNvGrpSpPr/>
        <p:nvPr/>
      </p:nvGrpSpPr>
      <p:grpSpPr>
        <a:xfrm>
          <a:off x="0" y="0"/>
          <a:ext cx="0" cy="0"/>
          <a:chOff x="0" y="0"/>
          <a:chExt cx="0" cy="0"/>
        </a:xfrm>
      </p:grpSpPr>
      <p:grpSp>
        <p:nvGrpSpPr>
          <p:cNvPr id="7392" name="Google Shape;7392;p67"/>
          <p:cNvGrpSpPr/>
          <p:nvPr/>
        </p:nvGrpSpPr>
        <p:grpSpPr>
          <a:xfrm>
            <a:off x="829817" y="1689241"/>
            <a:ext cx="442337" cy="419623"/>
            <a:chOff x="-6696925" y="3272575"/>
            <a:chExt cx="307200" cy="291425"/>
          </a:xfrm>
        </p:grpSpPr>
        <p:sp>
          <p:nvSpPr>
            <p:cNvPr id="7393" name="Google Shape;7393;p67"/>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67"/>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5" name="Google Shape;7395;p67"/>
          <p:cNvGrpSpPr/>
          <p:nvPr/>
        </p:nvGrpSpPr>
        <p:grpSpPr>
          <a:xfrm>
            <a:off x="829799" y="2204636"/>
            <a:ext cx="442373" cy="420775"/>
            <a:chOff x="-6690625" y="3631325"/>
            <a:chExt cx="307225" cy="292225"/>
          </a:xfrm>
        </p:grpSpPr>
        <p:sp>
          <p:nvSpPr>
            <p:cNvPr id="7396" name="Google Shape;7396;p67"/>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67"/>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67"/>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67"/>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67"/>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1" name="Google Shape;7401;p67"/>
          <p:cNvGrpSpPr/>
          <p:nvPr/>
        </p:nvGrpSpPr>
        <p:grpSpPr>
          <a:xfrm>
            <a:off x="851921" y="2756972"/>
            <a:ext cx="421927" cy="419371"/>
            <a:chOff x="-6689825" y="3992050"/>
            <a:chExt cx="293025" cy="291250"/>
          </a:xfrm>
        </p:grpSpPr>
        <p:sp>
          <p:nvSpPr>
            <p:cNvPr id="7402" name="Google Shape;7402;p67"/>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3" name="Google Shape;7403;p67"/>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4" name="Google Shape;7404;p67"/>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67"/>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67"/>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67"/>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67"/>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9" name="Google Shape;7409;p67"/>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67"/>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67"/>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67"/>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3" name="Google Shape;7413;p67"/>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14" name="Google Shape;7414;p67"/>
          <p:cNvSpPr/>
          <p:nvPr/>
        </p:nvSpPr>
        <p:spPr>
          <a:xfrm>
            <a:off x="3529770" y="1689199"/>
            <a:ext cx="434634" cy="419227"/>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15" name="Google Shape;7415;p67"/>
          <p:cNvGrpSpPr/>
          <p:nvPr/>
        </p:nvGrpSpPr>
        <p:grpSpPr>
          <a:xfrm>
            <a:off x="3535232" y="2205192"/>
            <a:ext cx="423043" cy="419659"/>
            <a:chOff x="-4837325" y="3612425"/>
            <a:chExt cx="293800" cy="291450"/>
          </a:xfrm>
        </p:grpSpPr>
        <p:sp>
          <p:nvSpPr>
            <p:cNvPr id="7416" name="Google Shape;7416;p67"/>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67"/>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67"/>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9" name="Google Shape;7419;p67"/>
          <p:cNvGrpSpPr/>
          <p:nvPr/>
        </p:nvGrpSpPr>
        <p:grpSpPr>
          <a:xfrm>
            <a:off x="3548265" y="2756826"/>
            <a:ext cx="420775" cy="419659"/>
            <a:chOff x="-4837325" y="3971575"/>
            <a:chExt cx="292225" cy="291450"/>
          </a:xfrm>
        </p:grpSpPr>
        <p:sp>
          <p:nvSpPr>
            <p:cNvPr id="7420" name="Google Shape;7420;p67"/>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67"/>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67"/>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67"/>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67"/>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67"/>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6" name="Google Shape;7426;p67"/>
          <p:cNvGrpSpPr/>
          <p:nvPr/>
        </p:nvGrpSpPr>
        <p:grpSpPr>
          <a:xfrm>
            <a:off x="6240279" y="1714185"/>
            <a:ext cx="430998" cy="369730"/>
            <a:chOff x="-3037625" y="3254850"/>
            <a:chExt cx="299325" cy="256775"/>
          </a:xfrm>
        </p:grpSpPr>
        <p:sp>
          <p:nvSpPr>
            <p:cNvPr id="7427" name="Google Shape;7427;p67"/>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67"/>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67"/>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67"/>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1" name="Google Shape;7431;p67"/>
          <p:cNvGrpSpPr/>
          <p:nvPr/>
        </p:nvGrpSpPr>
        <p:grpSpPr>
          <a:xfrm>
            <a:off x="6244239" y="2204615"/>
            <a:ext cx="423079" cy="420811"/>
            <a:chOff x="-3031325" y="3597450"/>
            <a:chExt cx="293825" cy="292250"/>
          </a:xfrm>
        </p:grpSpPr>
        <p:sp>
          <p:nvSpPr>
            <p:cNvPr id="7432" name="Google Shape;7432;p67"/>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67"/>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4" name="Google Shape;7434;p67"/>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5" name="Google Shape;7435;p67"/>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6" name="Google Shape;7436;p67"/>
          <p:cNvGrpSpPr/>
          <p:nvPr/>
        </p:nvGrpSpPr>
        <p:grpSpPr>
          <a:xfrm>
            <a:off x="6256714" y="2781214"/>
            <a:ext cx="421927" cy="370882"/>
            <a:chOff x="-3030525" y="3973150"/>
            <a:chExt cx="293025" cy="257575"/>
          </a:xfrm>
        </p:grpSpPr>
        <p:sp>
          <p:nvSpPr>
            <p:cNvPr id="7437" name="Google Shape;7437;p67"/>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67"/>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9" name="Google Shape;7439;p67"/>
          <p:cNvGrpSpPr/>
          <p:nvPr/>
        </p:nvGrpSpPr>
        <p:grpSpPr>
          <a:xfrm>
            <a:off x="1358307" y="3369426"/>
            <a:ext cx="421927" cy="297195"/>
            <a:chOff x="-1199300" y="3279250"/>
            <a:chExt cx="293025" cy="206400"/>
          </a:xfrm>
        </p:grpSpPr>
        <p:sp>
          <p:nvSpPr>
            <p:cNvPr id="7440" name="Google Shape;7440;p67"/>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67"/>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67"/>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67"/>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4" name="Google Shape;7444;p67"/>
          <p:cNvGrpSpPr/>
          <p:nvPr/>
        </p:nvGrpSpPr>
        <p:grpSpPr>
          <a:xfrm>
            <a:off x="1365393" y="1688773"/>
            <a:ext cx="444605" cy="420559"/>
            <a:chOff x="-6338550" y="3272950"/>
            <a:chExt cx="308775" cy="292075"/>
          </a:xfrm>
        </p:grpSpPr>
        <p:sp>
          <p:nvSpPr>
            <p:cNvPr id="7445" name="Google Shape;7445;p67"/>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67"/>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7" name="Google Shape;7447;p67"/>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8" name="Google Shape;7448;p67"/>
          <p:cNvGrpSpPr/>
          <p:nvPr/>
        </p:nvGrpSpPr>
        <p:grpSpPr>
          <a:xfrm>
            <a:off x="1376732" y="2205194"/>
            <a:ext cx="421927" cy="419659"/>
            <a:chOff x="-6329100" y="3632100"/>
            <a:chExt cx="293025" cy="291450"/>
          </a:xfrm>
        </p:grpSpPr>
        <p:sp>
          <p:nvSpPr>
            <p:cNvPr id="7449" name="Google Shape;7449;p67"/>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67"/>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67"/>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2" name="Google Shape;7452;p67"/>
          <p:cNvGrpSpPr/>
          <p:nvPr/>
        </p:nvGrpSpPr>
        <p:grpSpPr>
          <a:xfrm>
            <a:off x="1389783" y="2756828"/>
            <a:ext cx="419623" cy="419659"/>
            <a:chOff x="-6329875" y="3992050"/>
            <a:chExt cx="291425" cy="291450"/>
          </a:xfrm>
        </p:grpSpPr>
        <p:sp>
          <p:nvSpPr>
            <p:cNvPr id="7453" name="Google Shape;7453;p67"/>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4" name="Google Shape;7454;p67"/>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67"/>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67"/>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7" name="Google Shape;7457;p67"/>
          <p:cNvGrpSpPr/>
          <p:nvPr/>
        </p:nvGrpSpPr>
        <p:grpSpPr>
          <a:xfrm>
            <a:off x="4075920" y="1687530"/>
            <a:ext cx="423079" cy="423043"/>
            <a:chOff x="-4478975" y="3251700"/>
            <a:chExt cx="293825" cy="293800"/>
          </a:xfrm>
        </p:grpSpPr>
        <p:sp>
          <p:nvSpPr>
            <p:cNvPr id="7458" name="Google Shape;7458;p67"/>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67"/>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67"/>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1" name="Google Shape;7461;p67"/>
          <p:cNvGrpSpPr/>
          <p:nvPr/>
        </p:nvGrpSpPr>
        <p:grpSpPr>
          <a:xfrm>
            <a:off x="4075920" y="2205192"/>
            <a:ext cx="423079" cy="419659"/>
            <a:chOff x="-4475825" y="3612425"/>
            <a:chExt cx="293825" cy="291450"/>
          </a:xfrm>
        </p:grpSpPr>
        <p:sp>
          <p:nvSpPr>
            <p:cNvPr id="7462" name="Google Shape;7462;p67"/>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3" name="Google Shape;7463;p67"/>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4" name="Google Shape;7464;p67"/>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5" name="Google Shape;7465;p67"/>
          <p:cNvGrpSpPr/>
          <p:nvPr/>
        </p:nvGrpSpPr>
        <p:grpSpPr>
          <a:xfrm>
            <a:off x="4084992" y="2756844"/>
            <a:ext cx="428730" cy="419623"/>
            <a:chOff x="-4480550" y="3970800"/>
            <a:chExt cx="297750" cy="291425"/>
          </a:xfrm>
        </p:grpSpPr>
        <p:sp>
          <p:nvSpPr>
            <p:cNvPr id="7466" name="Google Shape;7466;p67"/>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7" name="Google Shape;7467;p67"/>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8" name="Google Shape;7468;p67"/>
          <p:cNvGrpSpPr/>
          <p:nvPr/>
        </p:nvGrpSpPr>
        <p:grpSpPr>
          <a:xfrm>
            <a:off x="6788826" y="1689221"/>
            <a:ext cx="415123" cy="419659"/>
            <a:chOff x="-2668225" y="3239075"/>
            <a:chExt cx="288300" cy="291450"/>
          </a:xfrm>
        </p:grpSpPr>
        <p:sp>
          <p:nvSpPr>
            <p:cNvPr id="7469" name="Google Shape;7469;p67"/>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67"/>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67"/>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67"/>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3" name="Google Shape;7473;p67"/>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4" name="Google Shape;7474;p67"/>
          <p:cNvGrpSpPr/>
          <p:nvPr/>
        </p:nvGrpSpPr>
        <p:grpSpPr>
          <a:xfrm>
            <a:off x="6785982" y="2205191"/>
            <a:ext cx="420811" cy="419659"/>
            <a:chOff x="-2671375" y="3597450"/>
            <a:chExt cx="292250" cy="291450"/>
          </a:xfrm>
        </p:grpSpPr>
        <p:sp>
          <p:nvSpPr>
            <p:cNvPr id="7475" name="Google Shape;7475;p67"/>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67"/>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7" name="Google Shape;7477;p67"/>
          <p:cNvGrpSpPr/>
          <p:nvPr/>
        </p:nvGrpSpPr>
        <p:grpSpPr>
          <a:xfrm>
            <a:off x="6796765" y="2755691"/>
            <a:ext cx="423043" cy="421927"/>
            <a:chOff x="-2670575" y="3956600"/>
            <a:chExt cx="293800" cy="293025"/>
          </a:xfrm>
        </p:grpSpPr>
        <p:sp>
          <p:nvSpPr>
            <p:cNvPr id="7478" name="Google Shape;7478;p67"/>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67"/>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67"/>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67"/>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2" name="Google Shape;7482;p67"/>
          <p:cNvGrpSpPr/>
          <p:nvPr/>
        </p:nvGrpSpPr>
        <p:grpSpPr>
          <a:xfrm>
            <a:off x="3054285" y="3311947"/>
            <a:ext cx="426462" cy="418363"/>
            <a:chOff x="-1183550" y="3586525"/>
            <a:chExt cx="296175" cy="290550"/>
          </a:xfrm>
        </p:grpSpPr>
        <p:sp>
          <p:nvSpPr>
            <p:cNvPr id="7483" name="Google Shape;7483;p67"/>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67"/>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67"/>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6" name="Google Shape;7486;p67"/>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7" name="Google Shape;7487;p67"/>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8" name="Google Shape;7488;p67"/>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67"/>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67"/>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1" name="Google Shape;7491;p67"/>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2" name="Google Shape;7492;p67"/>
          <p:cNvGrpSpPr/>
          <p:nvPr/>
        </p:nvGrpSpPr>
        <p:grpSpPr>
          <a:xfrm>
            <a:off x="1917896" y="1689799"/>
            <a:ext cx="420811" cy="418507"/>
            <a:chOff x="-5971525" y="3273750"/>
            <a:chExt cx="292250" cy="290650"/>
          </a:xfrm>
        </p:grpSpPr>
        <p:sp>
          <p:nvSpPr>
            <p:cNvPr id="7493" name="Google Shape;7493;p67"/>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67"/>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5" name="Google Shape;7495;p67"/>
          <p:cNvGrpSpPr/>
          <p:nvPr/>
        </p:nvGrpSpPr>
        <p:grpSpPr>
          <a:xfrm>
            <a:off x="1912226" y="2203826"/>
            <a:ext cx="432150" cy="422395"/>
            <a:chOff x="-5974675" y="3632100"/>
            <a:chExt cx="300125" cy="293350"/>
          </a:xfrm>
        </p:grpSpPr>
        <p:sp>
          <p:nvSpPr>
            <p:cNvPr id="7496" name="Google Shape;7496;p67"/>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67"/>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8" name="Google Shape;7498;p67"/>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9" name="Google Shape;7499;p67"/>
          <p:cNvGrpSpPr/>
          <p:nvPr/>
        </p:nvGrpSpPr>
        <p:grpSpPr>
          <a:xfrm>
            <a:off x="1942267" y="2755694"/>
            <a:ext cx="395865" cy="421927"/>
            <a:chOff x="-5971525" y="3990475"/>
            <a:chExt cx="274925" cy="293025"/>
          </a:xfrm>
        </p:grpSpPr>
        <p:sp>
          <p:nvSpPr>
            <p:cNvPr id="7500" name="Google Shape;7500;p67"/>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67"/>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67"/>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3" name="Google Shape;7503;p67"/>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4" name="Google Shape;7504;p67"/>
          <p:cNvGrpSpPr/>
          <p:nvPr/>
        </p:nvGrpSpPr>
        <p:grpSpPr>
          <a:xfrm>
            <a:off x="4615473" y="1689798"/>
            <a:ext cx="420775" cy="418507"/>
            <a:chOff x="-4118225" y="3253275"/>
            <a:chExt cx="292225" cy="290650"/>
          </a:xfrm>
        </p:grpSpPr>
        <p:sp>
          <p:nvSpPr>
            <p:cNvPr id="7505" name="Google Shape;7505;p67"/>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67"/>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7" name="Google Shape;7507;p67"/>
          <p:cNvGrpSpPr/>
          <p:nvPr/>
        </p:nvGrpSpPr>
        <p:grpSpPr>
          <a:xfrm>
            <a:off x="4665924" y="2204922"/>
            <a:ext cx="319874" cy="420199"/>
            <a:chOff x="-4082800" y="3612425"/>
            <a:chExt cx="222150" cy="291825"/>
          </a:xfrm>
        </p:grpSpPr>
        <p:sp>
          <p:nvSpPr>
            <p:cNvPr id="7508" name="Google Shape;7508;p67"/>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9" name="Google Shape;7509;p67"/>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67"/>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1" name="Google Shape;7511;p67"/>
          <p:cNvGrpSpPr/>
          <p:nvPr/>
        </p:nvGrpSpPr>
        <p:grpSpPr>
          <a:xfrm>
            <a:off x="4627372" y="2769876"/>
            <a:ext cx="420775" cy="393561"/>
            <a:chOff x="-4118225" y="3990475"/>
            <a:chExt cx="292225" cy="273325"/>
          </a:xfrm>
        </p:grpSpPr>
        <p:sp>
          <p:nvSpPr>
            <p:cNvPr id="7512" name="Google Shape;7512;p67"/>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67"/>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67"/>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67"/>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6" name="Google Shape;7516;p67"/>
          <p:cNvGrpSpPr/>
          <p:nvPr/>
        </p:nvGrpSpPr>
        <p:grpSpPr>
          <a:xfrm>
            <a:off x="7338026" y="1688087"/>
            <a:ext cx="394713" cy="421927"/>
            <a:chOff x="-2312225" y="3238300"/>
            <a:chExt cx="274125" cy="293025"/>
          </a:xfrm>
        </p:grpSpPr>
        <p:sp>
          <p:nvSpPr>
            <p:cNvPr id="7517" name="Google Shape;7517;p67"/>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67"/>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9" name="Google Shape;7519;p67"/>
          <p:cNvGrpSpPr/>
          <p:nvPr/>
        </p:nvGrpSpPr>
        <p:grpSpPr>
          <a:xfrm>
            <a:off x="7335742" y="2756825"/>
            <a:ext cx="423079" cy="419659"/>
            <a:chOff x="-2310650" y="3958175"/>
            <a:chExt cx="293825" cy="291450"/>
          </a:xfrm>
        </p:grpSpPr>
        <p:sp>
          <p:nvSpPr>
            <p:cNvPr id="7520" name="Google Shape;7520;p67"/>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1" name="Google Shape;7521;p67"/>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2" name="Google Shape;7522;p67"/>
          <p:cNvGrpSpPr/>
          <p:nvPr/>
        </p:nvGrpSpPr>
        <p:grpSpPr>
          <a:xfrm>
            <a:off x="4702603" y="3308459"/>
            <a:ext cx="424159" cy="419659"/>
            <a:chOff x="-1182750" y="3962900"/>
            <a:chExt cx="294575" cy="291450"/>
          </a:xfrm>
        </p:grpSpPr>
        <p:sp>
          <p:nvSpPr>
            <p:cNvPr id="7523" name="Google Shape;7523;p67"/>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4" name="Google Shape;7524;p67"/>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5" name="Google Shape;7525;p67"/>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67"/>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67"/>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67"/>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9" name="Google Shape;7529;p67"/>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0" name="Google Shape;7530;p67"/>
          <p:cNvGrpSpPr/>
          <p:nvPr/>
        </p:nvGrpSpPr>
        <p:grpSpPr>
          <a:xfrm>
            <a:off x="2455739" y="1689223"/>
            <a:ext cx="424195" cy="419659"/>
            <a:chOff x="-5611575" y="3272950"/>
            <a:chExt cx="294600" cy="291450"/>
          </a:xfrm>
        </p:grpSpPr>
        <p:sp>
          <p:nvSpPr>
            <p:cNvPr id="7531" name="Google Shape;7531;p67"/>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67"/>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3" name="Google Shape;7533;p67"/>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67"/>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67"/>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6" name="Google Shape;7536;p67"/>
          <p:cNvGrpSpPr/>
          <p:nvPr/>
        </p:nvGrpSpPr>
        <p:grpSpPr>
          <a:xfrm>
            <a:off x="2455739" y="2205770"/>
            <a:ext cx="424195" cy="418507"/>
            <a:chOff x="-5613150" y="3632900"/>
            <a:chExt cx="294600" cy="290650"/>
          </a:xfrm>
        </p:grpSpPr>
        <p:sp>
          <p:nvSpPr>
            <p:cNvPr id="7537" name="Google Shape;7537;p67"/>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8" name="Google Shape;7538;p67"/>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9" name="Google Shape;7539;p67"/>
          <p:cNvGrpSpPr/>
          <p:nvPr/>
        </p:nvGrpSpPr>
        <p:grpSpPr>
          <a:xfrm>
            <a:off x="7324977" y="2153586"/>
            <a:ext cx="420811" cy="522864"/>
            <a:chOff x="-2310650" y="3525775"/>
            <a:chExt cx="292250" cy="363125"/>
          </a:xfrm>
        </p:grpSpPr>
        <p:sp>
          <p:nvSpPr>
            <p:cNvPr id="7540" name="Google Shape;7540;p67"/>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1" name="Google Shape;7541;p67"/>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67"/>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67"/>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4" name="Google Shape;7544;p67"/>
          <p:cNvGrpSpPr/>
          <p:nvPr/>
        </p:nvGrpSpPr>
        <p:grpSpPr>
          <a:xfrm>
            <a:off x="2467638" y="2756270"/>
            <a:ext cx="424195" cy="420775"/>
            <a:chOff x="-5613150" y="3991275"/>
            <a:chExt cx="294600" cy="292225"/>
          </a:xfrm>
        </p:grpSpPr>
        <p:sp>
          <p:nvSpPr>
            <p:cNvPr id="7545" name="Google Shape;7545;p67"/>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6" name="Google Shape;7546;p67"/>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7" name="Google Shape;7547;p67"/>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67"/>
            <p:cNvSpPr/>
            <p:nvPr/>
          </p:nvSpPr>
          <p:spPr>
            <a:xfrm>
              <a:off x="-5487925" y="4077125"/>
              <a:ext cx="43350" cy="54375"/>
            </a:xfrm>
            <a:custGeom>
              <a:rect b="b" l="l" r="r" t="t"/>
              <a:pathLst>
                <a:path extrusionOk="0" h="2175" w="1734">
                  <a:moveTo>
                    <a:pt x="1" y="0"/>
                  </a:moveTo>
                  <a:lnTo>
                    <a:pt x="852" y="2174"/>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67"/>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0" name="Google Shape;7550;p67"/>
            <p:cNvSpPr/>
            <p:nvPr/>
          </p:nvSpPr>
          <p:spPr>
            <a:xfrm>
              <a:off x="-5531225" y="4077125"/>
              <a:ext cx="41750" cy="40975"/>
            </a:xfrm>
            <a:custGeom>
              <a:rect b="b" l="l" r="r" t="t"/>
              <a:pathLst>
                <a:path extrusionOk="0" h="1639" w="1670">
                  <a:moveTo>
                    <a:pt x="0" y="0"/>
                  </a:moveTo>
                  <a:lnTo>
                    <a:pt x="1670" y="1638"/>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67"/>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67"/>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67"/>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4" name="Google Shape;7554;p67"/>
          <p:cNvGrpSpPr/>
          <p:nvPr/>
        </p:nvGrpSpPr>
        <p:grpSpPr>
          <a:xfrm>
            <a:off x="5139126" y="1689438"/>
            <a:ext cx="434634" cy="419227"/>
            <a:chOff x="-3768700" y="3253275"/>
            <a:chExt cx="301850" cy="291150"/>
          </a:xfrm>
        </p:grpSpPr>
        <p:sp>
          <p:nvSpPr>
            <p:cNvPr id="7555" name="Google Shape;7555;p67"/>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67"/>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67"/>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8" name="Google Shape;7558;p67"/>
          <p:cNvGrpSpPr/>
          <p:nvPr/>
        </p:nvGrpSpPr>
        <p:grpSpPr>
          <a:xfrm>
            <a:off x="5143209" y="2217090"/>
            <a:ext cx="426462" cy="395865"/>
            <a:chOff x="-3808700" y="3628950"/>
            <a:chExt cx="296175" cy="274925"/>
          </a:xfrm>
        </p:grpSpPr>
        <p:sp>
          <p:nvSpPr>
            <p:cNvPr id="7559" name="Google Shape;7559;p67"/>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67"/>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67"/>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2" name="Google Shape;7562;p67"/>
          <p:cNvGrpSpPr/>
          <p:nvPr/>
        </p:nvGrpSpPr>
        <p:grpSpPr>
          <a:xfrm>
            <a:off x="5208420" y="2756412"/>
            <a:ext cx="419443" cy="420487"/>
            <a:chOff x="-3771675" y="3971775"/>
            <a:chExt cx="291300" cy="292025"/>
          </a:xfrm>
        </p:grpSpPr>
        <p:sp>
          <p:nvSpPr>
            <p:cNvPr id="7563" name="Google Shape;7563;p67"/>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4" name="Google Shape;7564;p67"/>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5" name="Google Shape;7565;p67"/>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67"/>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7" name="Google Shape;7567;p67"/>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8" name="Google Shape;7568;p67"/>
          <p:cNvGrpSpPr/>
          <p:nvPr/>
        </p:nvGrpSpPr>
        <p:grpSpPr>
          <a:xfrm>
            <a:off x="7869864" y="1716461"/>
            <a:ext cx="420271" cy="320774"/>
            <a:chOff x="-1951475" y="3273100"/>
            <a:chExt cx="291875" cy="222775"/>
          </a:xfrm>
        </p:grpSpPr>
        <p:sp>
          <p:nvSpPr>
            <p:cNvPr id="7569" name="Google Shape;7569;p67"/>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67"/>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1" name="Google Shape;7571;p67"/>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2" name="Google Shape;7572;p67"/>
          <p:cNvGrpSpPr/>
          <p:nvPr/>
        </p:nvGrpSpPr>
        <p:grpSpPr>
          <a:xfrm>
            <a:off x="7867344" y="2205191"/>
            <a:ext cx="425310" cy="419659"/>
            <a:chOff x="-1951475" y="3597450"/>
            <a:chExt cx="295375" cy="291450"/>
          </a:xfrm>
        </p:grpSpPr>
        <p:sp>
          <p:nvSpPr>
            <p:cNvPr id="7573" name="Google Shape;7573;p67"/>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67"/>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67"/>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6" name="Google Shape;7576;p67"/>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7" name="Google Shape;7577;p67"/>
          <p:cNvGrpSpPr/>
          <p:nvPr/>
        </p:nvGrpSpPr>
        <p:grpSpPr>
          <a:xfrm>
            <a:off x="7869595" y="2756825"/>
            <a:ext cx="444605" cy="419659"/>
            <a:chOff x="-1960150" y="3956600"/>
            <a:chExt cx="308775" cy="291450"/>
          </a:xfrm>
        </p:grpSpPr>
        <p:sp>
          <p:nvSpPr>
            <p:cNvPr id="7578" name="Google Shape;7578;p67"/>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67"/>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0" name="Google Shape;7580;p67"/>
          <p:cNvGrpSpPr/>
          <p:nvPr/>
        </p:nvGrpSpPr>
        <p:grpSpPr>
          <a:xfrm>
            <a:off x="1923633" y="3307636"/>
            <a:ext cx="420775" cy="420775"/>
            <a:chOff x="-804700" y="3226500"/>
            <a:chExt cx="292225" cy="292225"/>
          </a:xfrm>
        </p:grpSpPr>
        <p:sp>
          <p:nvSpPr>
            <p:cNvPr id="7581" name="Google Shape;7581;p67"/>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67"/>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3" name="Google Shape;7583;p67"/>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4" name="Google Shape;7584;p67"/>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67"/>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67"/>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67"/>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8" name="Google Shape;7588;p67"/>
          <p:cNvGrpSpPr/>
          <p:nvPr/>
        </p:nvGrpSpPr>
        <p:grpSpPr>
          <a:xfrm>
            <a:off x="3003724" y="1688647"/>
            <a:ext cx="420775" cy="420811"/>
            <a:chOff x="-5251625" y="3272950"/>
            <a:chExt cx="292225" cy="292250"/>
          </a:xfrm>
        </p:grpSpPr>
        <p:sp>
          <p:nvSpPr>
            <p:cNvPr id="7589" name="Google Shape;7589;p67"/>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67"/>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1" name="Google Shape;7591;p67"/>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2" name="Google Shape;7592;p67"/>
          <p:cNvGrpSpPr/>
          <p:nvPr/>
        </p:nvGrpSpPr>
        <p:grpSpPr>
          <a:xfrm>
            <a:off x="3000322" y="2204348"/>
            <a:ext cx="427578" cy="421351"/>
            <a:chOff x="-5254775" y="3631325"/>
            <a:chExt cx="296950" cy="292625"/>
          </a:xfrm>
        </p:grpSpPr>
        <p:sp>
          <p:nvSpPr>
            <p:cNvPr id="7593" name="Google Shape;7593;p67"/>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4" name="Google Shape;7594;p67"/>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5" name="Google Shape;7595;p67"/>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67"/>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67"/>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67"/>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67"/>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0" name="Google Shape;7600;p67"/>
          <p:cNvGrpSpPr/>
          <p:nvPr/>
        </p:nvGrpSpPr>
        <p:grpSpPr>
          <a:xfrm>
            <a:off x="3016181" y="2756270"/>
            <a:ext cx="419659" cy="420775"/>
            <a:chOff x="-5251625" y="3991275"/>
            <a:chExt cx="291450" cy="292225"/>
          </a:xfrm>
        </p:grpSpPr>
        <p:sp>
          <p:nvSpPr>
            <p:cNvPr id="7601" name="Google Shape;7601;p67"/>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2" name="Google Shape;7602;p67"/>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3" name="Google Shape;7603;p67"/>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67"/>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67"/>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6" name="Google Shape;7606;p67"/>
          <p:cNvGrpSpPr/>
          <p:nvPr/>
        </p:nvGrpSpPr>
        <p:grpSpPr>
          <a:xfrm>
            <a:off x="5756763" y="1689240"/>
            <a:ext cx="319874" cy="419623"/>
            <a:chOff x="-3365275" y="3253275"/>
            <a:chExt cx="222150" cy="291425"/>
          </a:xfrm>
        </p:grpSpPr>
        <p:sp>
          <p:nvSpPr>
            <p:cNvPr id="7607" name="Google Shape;7607;p67"/>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8" name="Google Shape;7608;p67"/>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9" name="Google Shape;7609;p67"/>
          <p:cNvGrpSpPr/>
          <p:nvPr/>
        </p:nvGrpSpPr>
        <p:grpSpPr>
          <a:xfrm>
            <a:off x="5730701" y="2204058"/>
            <a:ext cx="371998" cy="421927"/>
            <a:chOff x="-3383375" y="3611625"/>
            <a:chExt cx="258350" cy="293025"/>
          </a:xfrm>
        </p:grpSpPr>
        <p:sp>
          <p:nvSpPr>
            <p:cNvPr id="7610" name="Google Shape;7610;p67"/>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1" name="Google Shape;7611;p67"/>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2" name="Google Shape;7612;p67"/>
          <p:cNvGrpSpPr/>
          <p:nvPr/>
        </p:nvGrpSpPr>
        <p:grpSpPr>
          <a:xfrm>
            <a:off x="5793050" y="2756826"/>
            <a:ext cx="271097" cy="419659"/>
            <a:chOff x="-3347950" y="3971575"/>
            <a:chExt cx="188275" cy="291450"/>
          </a:xfrm>
        </p:grpSpPr>
        <p:sp>
          <p:nvSpPr>
            <p:cNvPr id="7613" name="Google Shape;7613;p67"/>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67"/>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67"/>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6" name="Google Shape;7616;p67"/>
          <p:cNvGrpSpPr/>
          <p:nvPr/>
        </p:nvGrpSpPr>
        <p:grpSpPr>
          <a:xfrm>
            <a:off x="842909" y="3307061"/>
            <a:ext cx="371998" cy="421927"/>
            <a:chOff x="-1575775" y="3238300"/>
            <a:chExt cx="258350" cy="293025"/>
          </a:xfrm>
        </p:grpSpPr>
        <p:sp>
          <p:nvSpPr>
            <p:cNvPr id="7617" name="Google Shape;7617;p67"/>
            <p:cNvSpPr/>
            <p:nvPr/>
          </p:nvSpPr>
          <p:spPr>
            <a:xfrm>
              <a:off x="-1489150" y="3306825"/>
              <a:ext cx="85875" cy="33100"/>
            </a:xfrm>
            <a:custGeom>
              <a:rect b="b" l="l" r="r" t="t"/>
              <a:pathLst>
                <a:path extrusionOk="0" h="1324" w="3435">
                  <a:moveTo>
                    <a:pt x="1" y="0"/>
                  </a:moveTo>
                  <a:lnTo>
                    <a:pt x="1702" y="1324"/>
                  </a:ln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67"/>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67"/>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67"/>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67"/>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2" name="Google Shape;7622;p67"/>
          <p:cNvGrpSpPr/>
          <p:nvPr/>
        </p:nvGrpSpPr>
        <p:grpSpPr>
          <a:xfrm>
            <a:off x="2487807" y="3309051"/>
            <a:ext cx="423079" cy="424159"/>
            <a:chOff x="-1591550" y="3597475"/>
            <a:chExt cx="293825" cy="294575"/>
          </a:xfrm>
        </p:grpSpPr>
        <p:sp>
          <p:nvSpPr>
            <p:cNvPr id="7623" name="Google Shape;7623;p67"/>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67"/>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67"/>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6" name="Google Shape;7626;p67"/>
          <p:cNvGrpSpPr/>
          <p:nvPr/>
        </p:nvGrpSpPr>
        <p:grpSpPr>
          <a:xfrm>
            <a:off x="4137277" y="3318663"/>
            <a:ext cx="421927" cy="399248"/>
            <a:chOff x="-1592325" y="3957400"/>
            <a:chExt cx="293025" cy="277275"/>
          </a:xfrm>
        </p:grpSpPr>
        <p:sp>
          <p:nvSpPr>
            <p:cNvPr id="7627" name="Google Shape;7627;p67"/>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67"/>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67"/>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67"/>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1" name="Google Shape;7631;p67"/>
          <p:cNvGrpSpPr/>
          <p:nvPr/>
        </p:nvGrpSpPr>
        <p:grpSpPr>
          <a:xfrm>
            <a:off x="3624147" y="3310744"/>
            <a:ext cx="369730" cy="420775"/>
            <a:chOff x="-778700" y="3612425"/>
            <a:chExt cx="256775" cy="292225"/>
          </a:xfrm>
        </p:grpSpPr>
        <p:sp>
          <p:nvSpPr>
            <p:cNvPr id="7632" name="Google Shape;7632;p67"/>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67"/>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4" name="Google Shape;7634;p67"/>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5" name="Google Shape;7635;p67"/>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67"/>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67"/>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8" name="Google Shape;7638;p67"/>
          <p:cNvGrpSpPr/>
          <p:nvPr/>
        </p:nvGrpSpPr>
        <p:grpSpPr>
          <a:xfrm>
            <a:off x="6095649" y="3828305"/>
            <a:ext cx="340731" cy="387641"/>
            <a:chOff x="7728464" y="1561258"/>
            <a:chExt cx="349719" cy="397866"/>
          </a:xfrm>
        </p:grpSpPr>
        <p:sp>
          <p:nvSpPr>
            <p:cNvPr id="7639" name="Google Shape;7639;p67"/>
            <p:cNvSpPr/>
            <p:nvPr/>
          </p:nvSpPr>
          <p:spPr>
            <a:xfrm>
              <a:off x="7891642" y="1678585"/>
              <a:ext cx="23354" cy="23333"/>
            </a:xfrm>
            <a:custGeom>
              <a:rect b="b" l="l" r="r" t="t"/>
              <a:pathLst>
                <a:path extrusionOk="0" h="1118" w="1119">
                  <a:moveTo>
                    <a:pt x="0" y="1"/>
                  </a:moveTo>
                  <a:lnTo>
                    <a:pt x="0" y="1117"/>
                  </a:lnTo>
                  <a:lnTo>
                    <a:pt x="1118" y="1117"/>
                  </a:lnTo>
                  <a:lnTo>
                    <a:pt x="11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0" name="Google Shape;7640;p67"/>
            <p:cNvSpPr/>
            <p:nvPr/>
          </p:nvSpPr>
          <p:spPr>
            <a:xfrm>
              <a:off x="7728464" y="1561258"/>
              <a:ext cx="349719" cy="397866"/>
            </a:xfrm>
            <a:custGeom>
              <a:rect b="b" l="l" r="r" t="t"/>
              <a:pathLst>
                <a:path extrusionOk="0" h="19064" w="16757">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1" name="Google Shape;7641;p67"/>
          <p:cNvGrpSpPr/>
          <p:nvPr/>
        </p:nvGrpSpPr>
        <p:grpSpPr>
          <a:xfrm>
            <a:off x="4018617" y="3828305"/>
            <a:ext cx="387681" cy="387641"/>
            <a:chOff x="5611350" y="1561258"/>
            <a:chExt cx="397907" cy="397866"/>
          </a:xfrm>
        </p:grpSpPr>
        <p:sp>
          <p:nvSpPr>
            <p:cNvPr id="7642" name="Google Shape;7642;p67"/>
            <p:cNvSpPr/>
            <p:nvPr/>
          </p:nvSpPr>
          <p:spPr>
            <a:xfrm>
              <a:off x="5713589" y="1812337"/>
              <a:ext cx="38443" cy="39653"/>
            </a:xfrm>
            <a:custGeom>
              <a:rect b="b" l="l" r="r" t="t"/>
              <a:pathLst>
                <a:path extrusionOk="0" h="1900" w="1842">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67"/>
            <p:cNvSpPr/>
            <p:nvPr/>
          </p:nvSpPr>
          <p:spPr>
            <a:xfrm>
              <a:off x="5830124" y="1789047"/>
              <a:ext cx="38505" cy="39653"/>
            </a:xfrm>
            <a:custGeom>
              <a:rect b="b" l="l" r="r" t="t"/>
              <a:pathLst>
                <a:path extrusionOk="0" h="1900" w="1845">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4" name="Google Shape;7644;p67"/>
            <p:cNvSpPr/>
            <p:nvPr/>
          </p:nvSpPr>
          <p:spPr>
            <a:xfrm>
              <a:off x="5611350" y="1561258"/>
              <a:ext cx="397907" cy="397866"/>
            </a:xfrm>
            <a:custGeom>
              <a:rect b="b" l="l" r="r" t="t"/>
              <a:pathLst>
                <a:path extrusionOk="0" h="19064" w="19066">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5" name="Google Shape;7645;p67"/>
            <p:cNvSpPr/>
            <p:nvPr/>
          </p:nvSpPr>
          <p:spPr>
            <a:xfrm>
              <a:off x="5775341" y="1669507"/>
              <a:ext cx="93247" cy="41531"/>
            </a:xfrm>
            <a:custGeom>
              <a:rect b="b" l="l" r="r" t="t"/>
              <a:pathLst>
                <a:path extrusionOk="0" h="1990" w="4468">
                  <a:moveTo>
                    <a:pt x="4467" y="1"/>
                  </a:moveTo>
                  <a:lnTo>
                    <a:pt x="1" y="894"/>
                  </a:lnTo>
                  <a:lnTo>
                    <a:pt x="1" y="1989"/>
                  </a:lnTo>
                  <a:lnTo>
                    <a:pt x="4467" y="1096"/>
                  </a:lnTo>
                  <a:lnTo>
                    <a:pt x="4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6" name="Google Shape;7646;p67"/>
          <p:cNvGrpSpPr/>
          <p:nvPr/>
        </p:nvGrpSpPr>
        <p:grpSpPr>
          <a:xfrm>
            <a:off x="4537903" y="3925571"/>
            <a:ext cx="387610" cy="193109"/>
            <a:chOff x="6140660" y="1661097"/>
            <a:chExt cx="397835" cy="198202"/>
          </a:xfrm>
        </p:grpSpPr>
        <p:sp>
          <p:nvSpPr>
            <p:cNvPr id="7647" name="Google Shape;7647;p67"/>
            <p:cNvSpPr/>
            <p:nvPr/>
          </p:nvSpPr>
          <p:spPr>
            <a:xfrm>
              <a:off x="6281298" y="1707719"/>
              <a:ext cx="58290" cy="151579"/>
            </a:xfrm>
            <a:custGeom>
              <a:rect b="b" l="l" r="r" t="t"/>
              <a:pathLst>
                <a:path extrusionOk="0" h="7263" w="279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67"/>
            <p:cNvSpPr/>
            <p:nvPr/>
          </p:nvSpPr>
          <p:spPr>
            <a:xfrm>
              <a:off x="6480225" y="1742675"/>
              <a:ext cx="58269" cy="58332"/>
            </a:xfrm>
            <a:custGeom>
              <a:rect b="b" l="l" r="r" t="t"/>
              <a:pathLst>
                <a:path extrusionOk="0" h="2795" w="2792">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9" name="Google Shape;7649;p67"/>
            <p:cNvSpPr/>
            <p:nvPr/>
          </p:nvSpPr>
          <p:spPr>
            <a:xfrm>
              <a:off x="6352004" y="1661097"/>
              <a:ext cx="129206" cy="198202"/>
            </a:xfrm>
            <a:custGeom>
              <a:rect b="b" l="l" r="r" t="t"/>
              <a:pathLst>
                <a:path extrusionOk="0" h="9497" w="6191">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0" name="Google Shape;7650;p67"/>
            <p:cNvSpPr/>
            <p:nvPr/>
          </p:nvSpPr>
          <p:spPr>
            <a:xfrm>
              <a:off x="6140660" y="1661097"/>
              <a:ext cx="129185" cy="198202"/>
            </a:xfrm>
            <a:custGeom>
              <a:rect b="b" l="l" r="r" t="t"/>
              <a:pathLst>
                <a:path extrusionOk="0" h="9497" w="619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1" name="Google Shape;7651;p67"/>
          <p:cNvGrpSpPr/>
          <p:nvPr/>
        </p:nvGrpSpPr>
        <p:grpSpPr>
          <a:xfrm>
            <a:off x="5057118" y="3828305"/>
            <a:ext cx="387681" cy="387641"/>
            <a:chOff x="6669907" y="1561258"/>
            <a:chExt cx="397907" cy="397866"/>
          </a:xfrm>
        </p:grpSpPr>
        <p:sp>
          <p:nvSpPr>
            <p:cNvPr id="7652" name="Google Shape;7652;p67"/>
            <p:cNvSpPr/>
            <p:nvPr/>
          </p:nvSpPr>
          <p:spPr>
            <a:xfrm>
              <a:off x="6950454" y="1655253"/>
              <a:ext cx="23312" cy="23354"/>
            </a:xfrm>
            <a:custGeom>
              <a:rect b="b" l="l" r="r" t="t"/>
              <a:pathLst>
                <a:path extrusionOk="0" h="1119" w="1117">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67"/>
            <p:cNvSpPr/>
            <p:nvPr/>
          </p:nvSpPr>
          <p:spPr>
            <a:xfrm>
              <a:off x="6740633" y="1725228"/>
              <a:ext cx="36919" cy="39632"/>
            </a:xfrm>
            <a:custGeom>
              <a:rect b="b" l="l" r="r" t="t"/>
              <a:pathLst>
                <a:path extrusionOk="0" h="1899" w="176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67"/>
            <p:cNvSpPr/>
            <p:nvPr/>
          </p:nvSpPr>
          <p:spPr>
            <a:xfrm>
              <a:off x="6763944" y="1725228"/>
              <a:ext cx="209827" cy="139892"/>
            </a:xfrm>
            <a:custGeom>
              <a:rect b="b" l="l" r="r" t="t"/>
              <a:pathLst>
                <a:path extrusionOk="0" h="6703" w="10054">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67"/>
            <p:cNvSpPr/>
            <p:nvPr/>
          </p:nvSpPr>
          <p:spPr>
            <a:xfrm>
              <a:off x="6669907" y="1561258"/>
              <a:ext cx="397907" cy="397866"/>
            </a:xfrm>
            <a:custGeom>
              <a:rect b="b" l="l" r="r" t="t"/>
              <a:pathLst>
                <a:path extrusionOk="0" h="19064" w="19066">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67"/>
            <p:cNvSpPr/>
            <p:nvPr/>
          </p:nvSpPr>
          <p:spPr>
            <a:xfrm>
              <a:off x="6960158" y="1725228"/>
              <a:ext cx="36940" cy="39632"/>
            </a:xfrm>
            <a:custGeom>
              <a:rect b="b" l="l" r="r" t="t"/>
              <a:pathLst>
                <a:path extrusionOk="0" h="1899" w="177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7" name="Google Shape;7657;p67"/>
          <p:cNvGrpSpPr/>
          <p:nvPr/>
        </p:nvGrpSpPr>
        <p:grpSpPr>
          <a:xfrm>
            <a:off x="1942348" y="3885842"/>
            <a:ext cx="387681" cy="272572"/>
            <a:chOff x="3386036" y="1746339"/>
            <a:chExt cx="397907" cy="279762"/>
          </a:xfrm>
        </p:grpSpPr>
        <p:sp>
          <p:nvSpPr>
            <p:cNvPr id="7658" name="Google Shape;7658;p67"/>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67"/>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0" name="Google Shape;7660;p67"/>
          <p:cNvGrpSpPr/>
          <p:nvPr/>
        </p:nvGrpSpPr>
        <p:grpSpPr>
          <a:xfrm>
            <a:off x="2980045" y="3828288"/>
            <a:ext cx="387681" cy="387681"/>
            <a:chOff x="4417380" y="1687279"/>
            <a:chExt cx="397907" cy="397907"/>
          </a:xfrm>
        </p:grpSpPr>
        <p:sp>
          <p:nvSpPr>
            <p:cNvPr id="7661" name="Google Shape;7661;p67"/>
            <p:cNvSpPr/>
            <p:nvPr/>
          </p:nvSpPr>
          <p:spPr>
            <a:xfrm>
              <a:off x="4417380" y="1687279"/>
              <a:ext cx="397907" cy="397907"/>
            </a:xfrm>
            <a:custGeom>
              <a:rect b="b" l="l" r="r" t="t"/>
              <a:pathLst>
                <a:path extrusionOk="0" h="19066" w="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67"/>
            <p:cNvSpPr/>
            <p:nvPr/>
          </p:nvSpPr>
          <p:spPr>
            <a:xfrm>
              <a:off x="4492363" y="1768878"/>
              <a:ext cx="248270" cy="234704"/>
            </a:xfrm>
            <a:custGeom>
              <a:rect b="b" l="l" r="r" t="t"/>
              <a:pathLst>
                <a:path extrusionOk="0" h="11246" w="1189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3" name="Google Shape;7663;p67"/>
          <p:cNvGrpSpPr/>
          <p:nvPr/>
        </p:nvGrpSpPr>
        <p:grpSpPr>
          <a:xfrm>
            <a:off x="7926526" y="3308537"/>
            <a:ext cx="387661" cy="387661"/>
            <a:chOff x="2869999" y="1687279"/>
            <a:chExt cx="397887" cy="397887"/>
          </a:xfrm>
        </p:grpSpPr>
        <p:sp>
          <p:nvSpPr>
            <p:cNvPr id="7664" name="Google Shape;7664;p67"/>
            <p:cNvSpPr/>
            <p:nvPr/>
          </p:nvSpPr>
          <p:spPr>
            <a:xfrm>
              <a:off x="2994590" y="1833740"/>
              <a:ext cx="148657" cy="81685"/>
            </a:xfrm>
            <a:custGeom>
              <a:rect b="b" l="l" r="r" t="t"/>
              <a:pathLst>
                <a:path extrusionOk="0" h="3914" w="7123">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5" name="Google Shape;7665;p67"/>
            <p:cNvSpPr/>
            <p:nvPr/>
          </p:nvSpPr>
          <p:spPr>
            <a:xfrm>
              <a:off x="2869999" y="1687279"/>
              <a:ext cx="397887" cy="397887"/>
            </a:xfrm>
            <a:custGeom>
              <a:rect b="b" l="l" r="r" t="t"/>
              <a:pathLst>
                <a:path extrusionOk="0" h="19065" w="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6" name="Google Shape;7666;p67"/>
          <p:cNvGrpSpPr/>
          <p:nvPr/>
        </p:nvGrpSpPr>
        <p:grpSpPr>
          <a:xfrm>
            <a:off x="2461634" y="3828664"/>
            <a:ext cx="386807" cy="386929"/>
            <a:chOff x="3902887" y="1687655"/>
            <a:chExt cx="397010" cy="397135"/>
          </a:xfrm>
        </p:grpSpPr>
        <p:sp>
          <p:nvSpPr>
            <p:cNvPr id="7667" name="Google Shape;7667;p67"/>
            <p:cNvSpPr/>
            <p:nvPr/>
          </p:nvSpPr>
          <p:spPr>
            <a:xfrm>
              <a:off x="4023345" y="1785845"/>
              <a:ext cx="156275" cy="200269"/>
            </a:xfrm>
            <a:custGeom>
              <a:rect b="b" l="l" r="r" t="t"/>
              <a:pathLst>
                <a:path extrusionOk="0" h="9596" w="7488">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67"/>
            <p:cNvSpPr/>
            <p:nvPr/>
          </p:nvSpPr>
          <p:spPr>
            <a:xfrm>
              <a:off x="3902887" y="1687655"/>
              <a:ext cx="397010" cy="397135"/>
            </a:xfrm>
            <a:custGeom>
              <a:rect b="b" l="l" r="r" t="t"/>
              <a:pathLst>
                <a:path extrusionOk="0" h="19029" w="19023">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9" name="Google Shape;7669;p67"/>
          <p:cNvGrpSpPr/>
          <p:nvPr/>
        </p:nvGrpSpPr>
        <p:grpSpPr>
          <a:xfrm>
            <a:off x="3499331" y="3828344"/>
            <a:ext cx="387681" cy="387681"/>
            <a:chOff x="4933458" y="1687279"/>
            <a:chExt cx="397907" cy="397907"/>
          </a:xfrm>
        </p:grpSpPr>
        <p:sp>
          <p:nvSpPr>
            <p:cNvPr id="7670" name="Google Shape;7670;p67"/>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67"/>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2" name="Google Shape;7672;p67"/>
          <p:cNvGrpSpPr/>
          <p:nvPr/>
        </p:nvGrpSpPr>
        <p:grpSpPr>
          <a:xfrm>
            <a:off x="5273586" y="3308775"/>
            <a:ext cx="387681" cy="387661"/>
            <a:chOff x="266768" y="1721375"/>
            <a:chExt cx="397907" cy="397887"/>
          </a:xfrm>
        </p:grpSpPr>
        <p:sp>
          <p:nvSpPr>
            <p:cNvPr id="7673" name="Google Shape;7673;p67"/>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67"/>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5" name="Google Shape;7675;p67"/>
          <p:cNvGrpSpPr/>
          <p:nvPr/>
        </p:nvGrpSpPr>
        <p:grpSpPr>
          <a:xfrm>
            <a:off x="7395588" y="3308924"/>
            <a:ext cx="387539" cy="386888"/>
            <a:chOff x="2408992" y="1722875"/>
            <a:chExt cx="397761" cy="397093"/>
          </a:xfrm>
        </p:grpSpPr>
        <p:sp>
          <p:nvSpPr>
            <p:cNvPr id="7676" name="Google Shape;7676;p67"/>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67"/>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8" name="Google Shape;7678;p67"/>
          <p:cNvGrpSpPr/>
          <p:nvPr/>
        </p:nvGrpSpPr>
        <p:grpSpPr>
          <a:xfrm>
            <a:off x="5576404" y="3828305"/>
            <a:ext cx="387641" cy="387641"/>
            <a:chOff x="7199196" y="1561258"/>
            <a:chExt cx="397866" cy="397866"/>
          </a:xfrm>
        </p:grpSpPr>
        <p:sp>
          <p:nvSpPr>
            <p:cNvPr id="7679" name="Google Shape;7679;p67"/>
            <p:cNvSpPr/>
            <p:nvPr/>
          </p:nvSpPr>
          <p:spPr>
            <a:xfrm>
              <a:off x="7316523" y="1655253"/>
              <a:ext cx="163203" cy="209869"/>
            </a:xfrm>
            <a:custGeom>
              <a:rect b="b" l="l" r="r" t="t"/>
              <a:pathLst>
                <a:path extrusionOk="0" h="10056" w="782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67"/>
            <p:cNvSpPr/>
            <p:nvPr/>
          </p:nvSpPr>
          <p:spPr>
            <a:xfrm>
              <a:off x="7199196" y="1561258"/>
              <a:ext cx="397866" cy="397866"/>
            </a:xfrm>
            <a:custGeom>
              <a:rect b="b" l="l" r="r" t="t"/>
              <a:pathLst>
                <a:path extrusionOk="0" h="19064" w="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67"/>
            <p:cNvSpPr/>
            <p:nvPr/>
          </p:nvSpPr>
          <p:spPr>
            <a:xfrm>
              <a:off x="7363167" y="1701896"/>
              <a:ext cx="69935" cy="69977"/>
            </a:xfrm>
            <a:custGeom>
              <a:rect b="b" l="l" r="r" t="t"/>
              <a:pathLst>
                <a:path extrusionOk="0" h="3353" w="3351">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2" name="Google Shape;7682;p67"/>
          <p:cNvGrpSpPr/>
          <p:nvPr/>
        </p:nvGrpSpPr>
        <p:grpSpPr>
          <a:xfrm>
            <a:off x="6332282" y="3308537"/>
            <a:ext cx="387661" cy="387661"/>
            <a:chOff x="1379798" y="1723250"/>
            <a:chExt cx="397887" cy="397887"/>
          </a:xfrm>
        </p:grpSpPr>
        <p:sp>
          <p:nvSpPr>
            <p:cNvPr id="7683" name="Google Shape;7683;p67"/>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4" name="Google Shape;7684;p67"/>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67"/>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67"/>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7" name="Google Shape;7687;p67"/>
          <p:cNvGrpSpPr/>
          <p:nvPr/>
        </p:nvGrpSpPr>
        <p:grpSpPr>
          <a:xfrm>
            <a:off x="5801242" y="3308537"/>
            <a:ext cx="387641" cy="387661"/>
            <a:chOff x="864491" y="1723250"/>
            <a:chExt cx="397866" cy="397887"/>
          </a:xfrm>
        </p:grpSpPr>
        <p:sp>
          <p:nvSpPr>
            <p:cNvPr id="7688" name="Google Shape;7688;p67"/>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9" name="Google Shape;7689;p67"/>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67"/>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91" name="Google Shape;7691;p67"/>
          <p:cNvSpPr/>
          <p:nvPr/>
        </p:nvSpPr>
        <p:spPr>
          <a:xfrm>
            <a:off x="6863342" y="3343765"/>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2" name="Google Shape;7692;p67"/>
          <p:cNvGrpSpPr/>
          <p:nvPr/>
        </p:nvGrpSpPr>
        <p:grpSpPr>
          <a:xfrm>
            <a:off x="6568070" y="3827060"/>
            <a:ext cx="388966" cy="388966"/>
            <a:chOff x="1190625" y="238125"/>
            <a:chExt cx="5235075" cy="5235075"/>
          </a:xfrm>
        </p:grpSpPr>
        <p:sp>
          <p:nvSpPr>
            <p:cNvPr id="7693" name="Google Shape;7693;p67"/>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4" name="Google Shape;7694;p67"/>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95" name="Google Shape;7695;p6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SEO &amp; Marketing Icons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699" name="Shape 7699"/>
        <p:cNvGrpSpPr/>
        <p:nvPr/>
      </p:nvGrpSpPr>
      <p:grpSpPr>
        <a:xfrm>
          <a:off x="0" y="0"/>
          <a:ext cx="0" cy="0"/>
          <a:chOff x="0" y="0"/>
          <a:chExt cx="0" cy="0"/>
        </a:xfrm>
      </p:grpSpPr>
      <p:pic>
        <p:nvPicPr>
          <p:cNvPr id="7700" name="Google Shape;7700;p68">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ature Style Aesthetic Newsletter by Slidesgo">
  <a:themeElements>
    <a:clrScheme name="Simple Light">
      <a:dk1>
        <a:srgbClr val="596656"/>
      </a:dk1>
      <a:lt1>
        <a:srgbClr val="FFFFFF"/>
      </a:lt1>
      <a:dk2>
        <a:srgbClr val="3E6964"/>
      </a:dk2>
      <a:lt2>
        <a:srgbClr val="293A30"/>
      </a:lt2>
      <a:accent1>
        <a:srgbClr val="BEDCD5"/>
      </a:accent1>
      <a:accent2>
        <a:srgbClr val="F7F2E7"/>
      </a:accent2>
      <a:accent3>
        <a:srgbClr val="DFBD5A"/>
      </a:accent3>
      <a:accent4>
        <a:srgbClr val="C09C34"/>
      </a:accent4>
      <a:accent5>
        <a:srgbClr val="FFFFFF"/>
      </a:accent5>
      <a:accent6>
        <a:srgbClr val="FFFFFF"/>
      </a:accent6>
      <a:hlink>
        <a:srgbClr val="293A3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