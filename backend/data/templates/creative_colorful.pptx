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4"/>
  </p:sldMasterIdLst>
  <p:notesMasterIdLst>
    <p:notesMasterId r:id="rId17"/>
  </p:notesMasterIdLst>
  <p:handoutMasterIdLst>
    <p:handoutMasterId r:id="rId18"/>
  </p:handoutMasterIdLst>
  <p:sldIdLst>
    <p:sldId id="272" r:id="rId5"/>
    <p:sldId id="257" r:id="rId6"/>
    <p:sldId id="262" r:id="rId7"/>
    <p:sldId id="259" r:id="rId8"/>
    <p:sldId id="273" r:id="rId9"/>
    <p:sldId id="258" r:id="rId10"/>
    <p:sldId id="265" r:id="rId11"/>
    <p:sldId id="274" r:id="rId12"/>
    <p:sldId id="266" r:id="rId13"/>
    <p:sldId id="267" r:id="rId14"/>
    <p:sldId id="263" r:id="rId15"/>
    <p:sldId id="264" r:id="rId16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2" autoAdjust="0"/>
    <p:restoredTop sz="93202" autoAdjust="0"/>
  </p:normalViewPr>
  <p:slideViewPr>
    <p:cSldViewPr snapToGrid="0">
      <p:cViewPr varScale="1">
        <p:scale>
          <a:sx n="102" d="100"/>
          <a:sy n="102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5BD959-F282-4B17-AA1A-B754F2A20070}" type="doc">
      <dgm:prSet loTypeId="urn:microsoft.com/office/officeart/2016/7/layout/HexagonTimeline#1" loCatId="other" qsTypeId="urn:microsoft.com/office/officeart/2005/8/quickstyle/simple1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03B6D883-E2E6-42BE-BE8D-D5016F4A5642}">
      <dgm:prSet phldrT="[Text]" phldr="0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gm:t>
    </dgm:pt>
    <dgm:pt modelId="{D108F484-63D9-4555-8178-76120F598338}" type="parTrans" cxnId="{5B5DE06D-9268-4628-81CB-A1BA096614CC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F9E9A91-CFAA-4D06-8377-0B33E1C37BE6}" type="sibTrans" cxnId="{5B5DE06D-9268-4628-81CB-A1BA096614CC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68DAD5A-29AB-4A26-BB08-DFA871BCD16D}">
      <dgm:prSet phldrT="[Text]"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若要開始簡報，請移至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索引標籤，然後選取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從首張​​投影片​​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122F937E-0551-4FAF-8E5D-46A65BE2D772}" type="parTrans" cxnId="{48B8D7DA-9BCC-4849-A188-7CB427F117BB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718E239A-8FFA-4D2B-88BE-4B1DE3514440}" type="sibTrans" cxnId="{48B8D7DA-9BCC-4849-A188-7CB427F117BB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2D58754B-BFD9-4682-A774-0F991A770964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gm:t>
    </dgm:pt>
    <dgm:pt modelId="{E060E061-29FD-424A-9F68-F12ACDF34158}" type="parTrans" cxnId="{D0CFDA33-D09D-4E4E-BBDA-F557A0476597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C104FFE1-3440-4A64-9D7F-9C425E465746}" type="sibTrans" cxnId="{D0CFDA33-D09D-4E4E-BBDA-F557A0476597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6C0DD75-23E5-4F8C-B205-50FC047F6BB8}">
      <dgm:prSet phldrT="[Text]"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若要顯示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簡報者檢視畫面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，請在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檢視左下方的控制列上選取三個點，然後選取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顯示簡報者檢視畫面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3DA22EDB-EAA3-44EC-B731-BFC579AAC773}" type="parTrans" cxnId="{DB899FEA-ECF8-4A1C-AD01-3E53C78889D4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8F0AF489-4688-44DD-8F3E-F52E1F0C797D}" type="sibTrans" cxnId="{DB899FEA-ECF8-4A1C-AD01-3E53C78889D4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5E1AA9F-A89E-463A-B26F-60325AECF50F}">
      <dgm:prSet phldrT="[Text]" phldr="0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gm:t>
    </dgm:pt>
    <dgm:pt modelId="{913F8117-8EB7-4283-A947-9FC99A898B4E}" type="parTrans" cxnId="{77975A01-D9C6-49D2-B5F5-79AF365F0600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6235C5F-85CF-4318-A6B1-70B2C8267E8A}" type="sibTrans" cxnId="{77975A01-D9C6-49D2-B5F5-79AF365F0600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2A466AE-8D44-4BC8-99B9-DDB4548E4FF1}">
      <dgm:prSet phldrT="[Text]"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簡報期間，演講者備忘稿會顯示在螢幕上，但觀眾是看不到的。 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FAA06558-3772-4EE2-AF2F-9EC0DAA3B4CD}" type="parTrans" cxnId="{7A485FFA-22FC-464F-ABBD-8772315114A7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45E61CD4-9E8D-4B5F-9F8B-70FB4F7B67CC}" type="sibTrans" cxnId="{7A485FFA-22FC-464F-ABBD-8772315114A7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CBE8B0BA-D33C-4670-B61B-C0F792F394F3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gm:t>
    </dgm:pt>
    <dgm:pt modelId="{8088DBE7-3790-46B4-ADA6-5DF261A440D5}" type="parTrans" cxnId="{16A16E06-358F-43B7-BC40-C39CC2FC391D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5B19AEC-9C2F-40BD-AA32-8EB8495AE1EF}" type="sibTrans" cxnId="{16A16E06-358F-43B7-BC40-C39CC2FC391D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BB224A7A-42D2-4CFD-B880-2ADD7482918E}">
      <dgm:prSet phldrT="[Text]" custT="1"/>
      <dgm:spPr/>
      <dgm:t>
        <a:bodyPr rtlCol="0"/>
        <a:lstStyle/>
        <a:p>
          <a:pPr rtl="0"/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窗格是一個顯示在每張投影片下面的方塊。點一下它來新增備忘稿。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3111A7F0-3D96-4932-B52E-ED03DB11CD95}" type="parTrans" cxnId="{96BD9581-0DD5-48AB-A7DC-09374D5592A8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D1AE582D-A7ED-4AA7-8B94-27BE6FEB1DE4}" type="sibTrans" cxnId="{96BD9581-0DD5-48AB-A7DC-09374D5592A8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2520C070-1827-4C86-B99B-C78D0E08110F}">
      <dgm:prSet phldrT="[Text]" custT="1"/>
      <dgm:spPr/>
      <dgm:t>
        <a:bodyPr rtlCol="0"/>
        <a:lstStyle/>
        <a:p>
          <a:pPr rtl="0"/>
          <a:r>
            <a: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gm:t>
    </dgm:pt>
    <dgm:pt modelId="{90265E71-E1E7-4371-9214-5BD7BD68747D}" type="parTrans" cxnId="{F4188F00-56FE-4F36-928A-2DD941A422C1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89F15F3-D53E-4B40-A699-A16693369DEA}" type="sibTrans" cxnId="{F4188F00-56FE-4F36-928A-2DD941A422C1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EB0F5B5-F6CE-4BA2-B3BF-64C902C34C38}">
      <dgm:prSet phldrT="[Text]" custT="1"/>
      <dgm:spPr/>
      <dgm:t>
        <a:bodyPr rtlCol="0"/>
        <a:lstStyle/>
        <a:p>
          <a:pPr rtl="0"/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如果找不到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窗格或它已縮到最小，請按一下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PowerPoint 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視窗底部工作列上的 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 </a:t>
          </a:r>
          <a:endParaRPr lang="zh-TW" altLang="en-US" sz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F7009F87-1F74-4D8A-8D57-5F2E01A2C4D8}" type="parTrans" cxnId="{BD03FA5B-2B25-49B7-A441-020242D97FEC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15CF1E4-1865-49A4-A974-BFFE8228C8DC}" type="sibTrans" cxnId="{BD03FA5B-2B25-49B7-A441-020242D97FEC}">
      <dgm:prSet/>
      <dgm:spPr/>
      <dgm:t>
        <a:bodyPr rtlCol="0"/>
        <a:lstStyle/>
        <a:p>
          <a:pPr rtl="0"/>
          <a:endParaRPr lang="zh-TW" altLang="en-US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A880035-ECB5-440F-A3A1-C1A3F32F678C}" type="pres">
      <dgm:prSet presAssocID="{9C5BD959-F282-4B17-AA1A-B754F2A20070}" presName="Name0" presStyleCnt="0">
        <dgm:presLayoutVars>
          <dgm:chMax/>
          <dgm:chPref/>
          <dgm:animLvl val="lvl"/>
        </dgm:presLayoutVars>
      </dgm:prSet>
      <dgm:spPr/>
    </dgm:pt>
    <dgm:pt modelId="{2CD910E7-0B6F-4E3D-BB1B-E0B407D8EFBD}" type="pres">
      <dgm:prSet presAssocID="{03B6D883-E2E6-42BE-BE8D-D5016F4A5642}" presName="composite" presStyleCnt="0"/>
      <dgm:spPr/>
    </dgm:pt>
    <dgm:pt modelId="{26AC0A45-C44C-440B-BD48-43E886489681}" type="pres">
      <dgm:prSet presAssocID="{03B6D883-E2E6-42BE-BE8D-D5016F4A5642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3F53F37E-5709-46C9-A861-2F819D4D77A8}" type="pres">
      <dgm:prSet presAssocID="{03B6D883-E2E6-42BE-BE8D-D5016F4A5642}" presName="Childtext1" presStyleLbl="revTx" presStyleIdx="0" presStyleCnt="5">
        <dgm:presLayoutVars>
          <dgm:chMax val="0"/>
          <dgm:chPref val="0"/>
          <dgm:bulletEnabled/>
        </dgm:presLayoutVars>
      </dgm:prSet>
      <dgm:spPr/>
    </dgm:pt>
    <dgm:pt modelId="{0E1DABEE-02F0-45F9-B00D-994CCB1B81BA}" type="pres">
      <dgm:prSet presAssocID="{03B6D883-E2E6-42BE-BE8D-D5016F4A5642}" presName="ConnectLine" presStyleLbl="sibTrans1D1" presStyleIdx="0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C3C40309-7E14-4AE4-B424-146D9985A740}" type="pres">
      <dgm:prSet presAssocID="{03B6D883-E2E6-42BE-BE8D-D5016F4A5642}" presName="ConnectLineEnd" presStyleLbl="node1" presStyleIdx="0" presStyleCnt="5"/>
      <dgm:spPr/>
    </dgm:pt>
    <dgm:pt modelId="{7372EB1B-15AA-4EA5-AE54-719E84921466}" type="pres">
      <dgm:prSet presAssocID="{03B6D883-E2E6-42BE-BE8D-D5016F4A5642}" presName="EmptyPane" presStyleCnt="0"/>
      <dgm:spPr/>
    </dgm:pt>
    <dgm:pt modelId="{AB72485A-08A2-45FD-BBC4-9396F2EAD46C}" type="pres">
      <dgm:prSet presAssocID="{AF9E9A91-CFAA-4D06-8377-0B33E1C37BE6}" presName="spaceBetweenRectangles" presStyleLbl="fgAcc1" presStyleIdx="0" presStyleCnt="4"/>
      <dgm:spPr/>
    </dgm:pt>
    <dgm:pt modelId="{A06DA86F-C556-43BD-B142-451AC407C7EE}" type="pres">
      <dgm:prSet presAssocID="{2D58754B-BFD9-4682-A774-0F991A770964}" presName="composite" presStyleCnt="0"/>
      <dgm:spPr/>
    </dgm:pt>
    <dgm:pt modelId="{D9D82612-F8EC-47DB-8F13-E689722DA574}" type="pres">
      <dgm:prSet presAssocID="{2D58754B-BFD9-4682-A774-0F991A770964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66A09E3B-9B23-4867-83DF-80E5E301FFCD}" type="pres">
      <dgm:prSet presAssocID="{2D58754B-BFD9-4682-A774-0F991A770964}" presName="Childtext1" presStyleLbl="revTx" presStyleIdx="1" presStyleCnt="5">
        <dgm:presLayoutVars>
          <dgm:chMax val="0"/>
          <dgm:chPref val="0"/>
          <dgm:bulletEnabled/>
        </dgm:presLayoutVars>
      </dgm:prSet>
      <dgm:spPr/>
    </dgm:pt>
    <dgm:pt modelId="{66D3DD80-60F3-4E68-8152-E259776003A6}" type="pres">
      <dgm:prSet presAssocID="{2D58754B-BFD9-4682-A774-0F991A770964}" presName="ConnectLine" presStyleLbl="sibTrans1D1" presStyleIdx="1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D3FEA54C-1C97-4543-B786-F6D0D9CC3167}" type="pres">
      <dgm:prSet presAssocID="{2D58754B-BFD9-4682-A774-0F991A770964}" presName="ConnectLineEnd" presStyleLbl="node1" presStyleIdx="1" presStyleCnt="5"/>
      <dgm:spPr/>
    </dgm:pt>
    <dgm:pt modelId="{10EE5126-3AAB-42EB-BEB0-151735D92282}" type="pres">
      <dgm:prSet presAssocID="{2D58754B-BFD9-4682-A774-0F991A770964}" presName="EmptyPane" presStyleCnt="0"/>
      <dgm:spPr/>
    </dgm:pt>
    <dgm:pt modelId="{812944AE-DB78-4B8E-BDE0-501F3A8D4B86}" type="pres">
      <dgm:prSet presAssocID="{C104FFE1-3440-4A64-9D7F-9C425E465746}" presName="spaceBetweenRectangles" presStyleLbl="fgAcc1" presStyleIdx="1" presStyleCnt="4"/>
      <dgm:spPr/>
    </dgm:pt>
    <dgm:pt modelId="{2224DE8C-8002-4CEF-9901-9440AB28CCB2}" type="pres">
      <dgm:prSet presAssocID="{55E1AA9F-A89E-463A-B26F-60325AECF50F}" presName="composite" presStyleCnt="0"/>
      <dgm:spPr/>
    </dgm:pt>
    <dgm:pt modelId="{8B9E72E6-605F-48D6-8410-BA5EFF1F709B}" type="pres">
      <dgm:prSet presAssocID="{55E1AA9F-A89E-463A-B26F-60325AECF50F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8FADD187-5534-41FC-AEAB-A1DFA671BC98}" type="pres">
      <dgm:prSet presAssocID="{55E1AA9F-A89E-463A-B26F-60325AECF50F}" presName="Childtext1" presStyleLbl="revTx" presStyleIdx="2" presStyleCnt="5">
        <dgm:presLayoutVars>
          <dgm:chMax val="0"/>
          <dgm:chPref val="0"/>
          <dgm:bulletEnabled/>
        </dgm:presLayoutVars>
      </dgm:prSet>
      <dgm:spPr/>
    </dgm:pt>
    <dgm:pt modelId="{1C67F482-7990-42A7-B8A9-0AA0269866F7}" type="pres">
      <dgm:prSet presAssocID="{55E1AA9F-A89E-463A-B26F-60325AECF50F}" presName="ConnectLine" presStyleLbl="sibTrans1D1" presStyleIdx="2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D092F12B-EF3E-48C1-9A86-D21FA071DDBB}" type="pres">
      <dgm:prSet presAssocID="{55E1AA9F-A89E-463A-B26F-60325AECF50F}" presName="ConnectLineEnd" presStyleLbl="node1" presStyleIdx="2" presStyleCnt="5"/>
      <dgm:spPr/>
    </dgm:pt>
    <dgm:pt modelId="{CE730F7A-8E27-47E2-9911-7FDA19D3DB9A}" type="pres">
      <dgm:prSet presAssocID="{55E1AA9F-A89E-463A-B26F-60325AECF50F}" presName="EmptyPane" presStyleCnt="0"/>
      <dgm:spPr/>
    </dgm:pt>
    <dgm:pt modelId="{0B31CD8D-7728-4D2F-9ABE-1E02C999910D}" type="pres">
      <dgm:prSet presAssocID="{56235C5F-85CF-4318-A6B1-70B2C8267E8A}" presName="spaceBetweenRectangles" presStyleLbl="fgAcc1" presStyleIdx="2" presStyleCnt="4"/>
      <dgm:spPr/>
    </dgm:pt>
    <dgm:pt modelId="{F248B005-CDD0-441A-81B3-A87231DE5940}" type="pres">
      <dgm:prSet presAssocID="{CBE8B0BA-D33C-4670-B61B-C0F792F394F3}" presName="composite" presStyleCnt="0"/>
      <dgm:spPr/>
    </dgm:pt>
    <dgm:pt modelId="{E1E12361-6D67-48A5-BEDA-6D46952A0B7B}" type="pres">
      <dgm:prSet presAssocID="{CBE8B0BA-D33C-4670-B61B-C0F792F394F3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7B155243-18A7-4504-B3BA-D5CE6AF2EE2B}" type="pres">
      <dgm:prSet presAssocID="{CBE8B0BA-D33C-4670-B61B-C0F792F394F3}" presName="Childtext1" presStyleLbl="revTx" presStyleIdx="3" presStyleCnt="5">
        <dgm:presLayoutVars>
          <dgm:chMax val="0"/>
          <dgm:chPref val="0"/>
          <dgm:bulletEnabled/>
        </dgm:presLayoutVars>
      </dgm:prSet>
      <dgm:spPr/>
    </dgm:pt>
    <dgm:pt modelId="{1043B403-C190-4A59-8EC9-F521B8735D65}" type="pres">
      <dgm:prSet presAssocID="{CBE8B0BA-D33C-4670-B61B-C0F792F394F3}" presName="ConnectLine" presStyleLbl="sibTrans1D1" presStyleIdx="3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8838B5E0-B7F1-4227-92D3-89DA8A25D96F}" type="pres">
      <dgm:prSet presAssocID="{CBE8B0BA-D33C-4670-B61B-C0F792F394F3}" presName="ConnectLineEnd" presStyleLbl="node1" presStyleIdx="3" presStyleCnt="5"/>
      <dgm:spPr/>
    </dgm:pt>
    <dgm:pt modelId="{6B69864C-BC6D-427B-967C-826A15242B56}" type="pres">
      <dgm:prSet presAssocID="{CBE8B0BA-D33C-4670-B61B-C0F792F394F3}" presName="EmptyPane" presStyleCnt="0"/>
      <dgm:spPr/>
    </dgm:pt>
    <dgm:pt modelId="{1C958A98-39D6-4E50-BDA9-DBAA32A35F1E}" type="pres">
      <dgm:prSet presAssocID="{E5B19AEC-9C2F-40BD-AA32-8EB8495AE1EF}" presName="spaceBetweenRectangles" presStyleLbl="fgAcc1" presStyleIdx="3" presStyleCnt="4"/>
      <dgm:spPr/>
    </dgm:pt>
    <dgm:pt modelId="{2B40F81C-2C8B-4885-9BB4-CFED8D82804D}" type="pres">
      <dgm:prSet presAssocID="{2520C070-1827-4C86-B99B-C78D0E08110F}" presName="composite" presStyleCnt="0"/>
      <dgm:spPr/>
    </dgm:pt>
    <dgm:pt modelId="{482ADF32-DCBC-4B49-B3A0-39DF790B2548}" type="pres">
      <dgm:prSet presAssocID="{2520C070-1827-4C86-B99B-C78D0E08110F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116239A6-132D-4FC2-87AB-55D34B284D8C}" type="pres">
      <dgm:prSet presAssocID="{2520C070-1827-4C86-B99B-C78D0E08110F}" presName="Childtext1" presStyleLbl="revTx" presStyleIdx="4" presStyleCnt="5">
        <dgm:presLayoutVars>
          <dgm:chMax val="0"/>
          <dgm:chPref val="0"/>
          <dgm:bulletEnabled/>
        </dgm:presLayoutVars>
      </dgm:prSet>
      <dgm:spPr/>
    </dgm:pt>
    <dgm:pt modelId="{FDE832E8-9B83-4956-96D8-699D8D2F49EF}" type="pres">
      <dgm:prSet presAssocID="{2520C070-1827-4C86-B99B-C78D0E08110F}" presName="ConnectLine" presStyleLbl="sibTrans1D1" presStyleIdx="4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FCD10645-A219-424C-9BD4-9C6E60F20FA0}" type="pres">
      <dgm:prSet presAssocID="{2520C070-1827-4C86-B99B-C78D0E08110F}" presName="ConnectLineEnd" presStyleLbl="node1" presStyleIdx="4" presStyleCnt="5"/>
      <dgm:spPr/>
    </dgm:pt>
    <dgm:pt modelId="{9660251B-AEEF-406B-A374-7111DC205A9B}" type="pres">
      <dgm:prSet presAssocID="{2520C070-1827-4C86-B99B-C78D0E08110F}" presName="EmptyPane" presStyleCnt="0"/>
      <dgm:spPr/>
    </dgm:pt>
  </dgm:ptLst>
  <dgm:cxnLst>
    <dgm:cxn modelId="{F4188F00-56FE-4F36-928A-2DD941A422C1}" srcId="{9C5BD959-F282-4B17-AA1A-B754F2A20070}" destId="{2520C070-1827-4C86-B99B-C78D0E08110F}" srcOrd="4" destOrd="0" parTransId="{90265E71-E1E7-4371-9214-5BD7BD68747D}" sibTransId="{989F15F3-D53E-4B40-A699-A16693369DEA}"/>
    <dgm:cxn modelId="{77975A01-D9C6-49D2-B5F5-79AF365F0600}" srcId="{9C5BD959-F282-4B17-AA1A-B754F2A20070}" destId="{55E1AA9F-A89E-463A-B26F-60325AECF50F}" srcOrd="2" destOrd="0" parTransId="{913F8117-8EB7-4283-A947-9FC99A898B4E}" sibTransId="{56235C5F-85CF-4318-A6B1-70B2C8267E8A}"/>
    <dgm:cxn modelId="{16A16E06-358F-43B7-BC40-C39CC2FC391D}" srcId="{9C5BD959-F282-4B17-AA1A-B754F2A20070}" destId="{CBE8B0BA-D33C-4670-B61B-C0F792F394F3}" srcOrd="3" destOrd="0" parTransId="{8088DBE7-3790-46B4-ADA6-5DF261A440D5}" sibTransId="{E5B19AEC-9C2F-40BD-AA32-8EB8495AE1EF}"/>
    <dgm:cxn modelId="{31C0AD21-C03C-43AA-A48E-398DF8806933}" type="presOf" srcId="{2D58754B-BFD9-4682-A774-0F991A770964}" destId="{D9D82612-F8EC-47DB-8F13-E689722DA574}" srcOrd="0" destOrd="0" presId="urn:microsoft.com/office/officeart/2016/7/layout/HexagonTimeline#1"/>
    <dgm:cxn modelId="{5C303222-A766-4410-B95F-304BFBCB0373}" type="presOf" srcId="{BB224A7A-42D2-4CFD-B880-2ADD7482918E}" destId="{7B155243-18A7-4504-B3BA-D5CE6AF2EE2B}" srcOrd="0" destOrd="0" presId="urn:microsoft.com/office/officeart/2016/7/layout/HexagonTimeline#1"/>
    <dgm:cxn modelId="{D0CFDA33-D09D-4E4E-BBDA-F557A0476597}" srcId="{9C5BD959-F282-4B17-AA1A-B754F2A20070}" destId="{2D58754B-BFD9-4682-A774-0F991A770964}" srcOrd="1" destOrd="0" parTransId="{E060E061-29FD-424A-9F68-F12ACDF34158}" sibTransId="{C104FFE1-3440-4A64-9D7F-9C425E465746}"/>
    <dgm:cxn modelId="{BD03FA5B-2B25-49B7-A441-020242D97FEC}" srcId="{2520C070-1827-4C86-B99B-C78D0E08110F}" destId="{AEB0F5B5-F6CE-4BA2-B3BF-64C902C34C38}" srcOrd="0" destOrd="0" parTransId="{F7009F87-1F74-4D8A-8D57-5F2E01A2C4D8}" sibTransId="{A15CF1E4-1865-49A4-A974-BFFE8228C8DC}"/>
    <dgm:cxn modelId="{5B5DE06D-9268-4628-81CB-A1BA096614CC}" srcId="{9C5BD959-F282-4B17-AA1A-B754F2A20070}" destId="{03B6D883-E2E6-42BE-BE8D-D5016F4A5642}" srcOrd="0" destOrd="0" parTransId="{D108F484-63D9-4555-8178-76120F598338}" sibTransId="{AF9E9A91-CFAA-4D06-8377-0B33E1C37BE6}"/>
    <dgm:cxn modelId="{54D9124E-F01A-46C5-A24B-0F5E44DED7F0}" type="presOf" srcId="{9C5BD959-F282-4B17-AA1A-B754F2A20070}" destId="{0A880035-ECB5-440F-A3A1-C1A3F32F678C}" srcOrd="0" destOrd="0" presId="urn:microsoft.com/office/officeart/2016/7/layout/HexagonTimeline#1"/>
    <dgm:cxn modelId="{76E91A53-F4BB-49EA-9D8D-25666AD135F0}" type="presOf" srcId="{E2A466AE-8D44-4BC8-99B9-DDB4548E4FF1}" destId="{8FADD187-5534-41FC-AEAB-A1DFA671BC98}" srcOrd="0" destOrd="0" presId="urn:microsoft.com/office/officeart/2016/7/layout/HexagonTimeline#1"/>
    <dgm:cxn modelId="{96BD9581-0DD5-48AB-A7DC-09374D5592A8}" srcId="{CBE8B0BA-D33C-4670-B61B-C0F792F394F3}" destId="{BB224A7A-42D2-4CFD-B880-2ADD7482918E}" srcOrd="0" destOrd="0" parTransId="{3111A7F0-3D96-4932-B52E-ED03DB11CD95}" sibTransId="{D1AE582D-A7ED-4AA7-8B94-27BE6FEB1DE4}"/>
    <dgm:cxn modelId="{60522585-1A1E-42B7-BA4D-245B175DE297}" type="presOf" srcId="{AEB0F5B5-F6CE-4BA2-B3BF-64C902C34C38}" destId="{116239A6-132D-4FC2-87AB-55D34B284D8C}" srcOrd="0" destOrd="0" presId="urn:microsoft.com/office/officeart/2016/7/layout/HexagonTimeline#1"/>
    <dgm:cxn modelId="{4DF7F88C-D1C2-4F65-BC98-58011A6B11C3}" type="presOf" srcId="{06C0DD75-23E5-4F8C-B205-50FC047F6BB8}" destId="{66A09E3B-9B23-4867-83DF-80E5E301FFCD}" srcOrd="0" destOrd="0" presId="urn:microsoft.com/office/officeart/2016/7/layout/HexagonTimeline#1"/>
    <dgm:cxn modelId="{4D675492-354E-480F-8B9D-A68ABB8A426B}" type="presOf" srcId="{CBE8B0BA-D33C-4670-B61B-C0F792F394F3}" destId="{E1E12361-6D67-48A5-BEDA-6D46952A0B7B}" srcOrd="0" destOrd="0" presId="urn:microsoft.com/office/officeart/2016/7/layout/HexagonTimeline#1"/>
    <dgm:cxn modelId="{66BCF4A9-3EE4-41BE-AEFA-8D75F85F9CC6}" type="presOf" srcId="{03B6D883-E2E6-42BE-BE8D-D5016F4A5642}" destId="{26AC0A45-C44C-440B-BD48-43E886489681}" srcOrd="0" destOrd="0" presId="urn:microsoft.com/office/officeart/2016/7/layout/HexagonTimeline#1"/>
    <dgm:cxn modelId="{ED10D7D9-2618-4CFD-ADF0-963CD11062ED}" type="presOf" srcId="{968DAD5A-29AB-4A26-BB08-DFA871BCD16D}" destId="{3F53F37E-5709-46C9-A861-2F819D4D77A8}" srcOrd="0" destOrd="0" presId="urn:microsoft.com/office/officeart/2016/7/layout/HexagonTimeline#1"/>
    <dgm:cxn modelId="{48B8D7DA-9BCC-4849-A188-7CB427F117BB}" srcId="{03B6D883-E2E6-42BE-BE8D-D5016F4A5642}" destId="{968DAD5A-29AB-4A26-BB08-DFA871BCD16D}" srcOrd="0" destOrd="0" parTransId="{122F937E-0551-4FAF-8E5D-46A65BE2D772}" sibTransId="{718E239A-8FFA-4D2B-88BE-4B1DE3514440}"/>
    <dgm:cxn modelId="{DB899FEA-ECF8-4A1C-AD01-3E53C78889D4}" srcId="{2D58754B-BFD9-4682-A774-0F991A770964}" destId="{06C0DD75-23E5-4F8C-B205-50FC047F6BB8}" srcOrd="0" destOrd="0" parTransId="{3DA22EDB-EAA3-44EC-B731-BFC579AAC773}" sibTransId="{8F0AF489-4688-44DD-8F3E-F52E1F0C797D}"/>
    <dgm:cxn modelId="{057CC0EA-475E-4F39-9971-28D01CCC087D}" type="presOf" srcId="{2520C070-1827-4C86-B99B-C78D0E08110F}" destId="{482ADF32-DCBC-4B49-B3A0-39DF790B2548}" srcOrd="0" destOrd="0" presId="urn:microsoft.com/office/officeart/2016/7/layout/HexagonTimeline#1"/>
    <dgm:cxn modelId="{224E7EF3-7DC2-4232-B5FE-D082D6DBF2A7}" type="presOf" srcId="{55E1AA9F-A89E-463A-B26F-60325AECF50F}" destId="{8B9E72E6-605F-48D6-8410-BA5EFF1F709B}" srcOrd="0" destOrd="0" presId="urn:microsoft.com/office/officeart/2016/7/layout/HexagonTimeline#1"/>
    <dgm:cxn modelId="{7A485FFA-22FC-464F-ABBD-8772315114A7}" srcId="{55E1AA9F-A89E-463A-B26F-60325AECF50F}" destId="{E2A466AE-8D44-4BC8-99B9-DDB4548E4FF1}" srcOrd="0" destOrd="0" parTransId="{FAA06558-3772-4EE2-AF2F-9EC0DAA3B4CD}" sibTransId="{45E61CD4-9E8D-4B5F-9F8B-70FB4F7B67CC}"/>
    <dgm:cxn modelId="{23BCA24C-0E57-434D-8E4E-195E9A531883}" type="presParOf" srcId="{0A880035-ECB5-440F-A3A1-C1A3F32F678C}" destId="{2CD910E7-0B6F-4E3D-BB1B-E0B407D8EFBD}" srcOrd="0" destOrd="0" presId="urn:microsoft.com/office/officeart/2016/7/layout/HexagonTimeline#1"/>
    <dgm:cxn modelId="{DF11879C-D2E6-4389-9503-BBF1BC26D3BF}" type="presParOf" srcId="{2CD910E7-0B6F-4E3D-BB1B-E0B407D8EFBD}" destId="{26AC0A45-C44C-440B-BD48-43E886489681}" srcOrd="0" destOrd="0" presId="urn:microsoft.com/office/officeart/2016/7/layout/HexagonTimeline#1"/>
    <dgm:cxn modelId="{C24DF3B7-6FF6-4F62-B107-2747539152F8}" type="presParOf" srcId="{2CD910E7-0B6F-4E3D-BB1B-E0B407D8EFBD}" destId="{3F53F37E-5709-46C9-A861-2F819D4D77A8}" srcOrd="1" destOrd="0" presId="urn:microsoft.com/office/officeart/2016/7/layout/HexagonTimeline#1"/>
    <dgm:cxn modelId="{4E6ED861-FDE3-4355-A372-264AB0A1356A}" type="presParOf" srcId="{2CD910E7-0B6F-4E3D-BB1B-E0B407D8EFBD}" destId="{0E1DABEE-02F0-45F9-B00D-994CCB1B81BA}" srcOrd="2" destOrd="0" presId="urn:microsoft.com/office/officeart/2016/7/layout/HexagonTimeline#1"/>
    <dgm:cxn modelId="{65473702-EEA1-4B22-AFD5-F4A866274F43}" type="presParOf" srcId="{2CD910E7-0B6F-4E3D-BB1B-E0B407D8EFBD}" destId="{C3C40309-7E14-4AE4-B424-146D9985A740}" srcOrd="3" destOrd="0" presId="urn:microsoft.com/office/officeart/2016/7/layout/HexagonTimeline#1"/>
    <dgm:cxn modelId="{2EA75754-984E-4ED0-9750-A30DD2AE6153}" type="presParOf" srcId="{2CD910E7-0B6F-4E3D-BB1B-E0B407D8EFBD}" destId="{7372EB1B-15AA-4EA5-AE54-719E84921466}" srcOrd="4" destOrd="0" presId="urn:microsoft.com/office/officeart/2016/7/layout/HexagonTimeline#1"/>
    <dgm:cxn modelId="{971726CB-E1B4-402C-A151-A630A34BECCB}" type="presParOf" srcId="{0A880035-ECB5-440F-A3A1-C1A3F32F678C}" destId="{AB72485A-08A2-45FD-BBC4-9396F2EAD46C}" srcOrd="1" destOrd="0" presId="urn:microsoft.com/office/officeart/2016/7/layout/HexagonTimeline#1"/>
    <dgm:cxn modelId="{771BE9DF-4979-466B-B349-53DBF0B7013B}" type="presParOf" srcId="{0A880035-ECB5-440F-A3A1-C1A3F32F678C}" destId="{A06DA86F-C556-43BD-B142-451AC407C7EE}" srcOrd="2" destOrd="0" presId="urn:microsoft.com/office/officeart/2016/7/layout/HexagonTimeline#1"/>
    <dgm:cxn modelId="{72448034-33A2-4554-B256-11CE2D3E49A1}" type="presParOf" srcId="{A06DA86F-C556-43BD-B142-451AC407C7EE}" destId="{D9D82612-F8EC-47DB-8F13-E689722DA574}" srcOrd="0" destOrd="0" presId="urn:microsoft.com/office/officeart/2016/7/layout/HexagonTimeline#1"/>
    <dgm:cxn modelId="{1D537846-D58A-41EB-B4AD-DFEC668A314C}" type="presParOf" srcId="{A06DA86F-C556-43BD-B142-451AC407C7EE}" destId="{66A09E3B-9B23-4867-83DF-80E5E301FFCD}" srcOrd="1" destOrd="0" presId="urn:microsoft.com/office/officeart/2016/7/layout/HexagonTimeline#1"/>
    <dgm:cxn modelId="{711DCAFA-BC81-4FAF-94B2-7ED116315514}" type="presParOf" srcId="{A06DA86F-C556-43BD-B142-451AC407C7EE}" destId="{66D3DD80-60F3-4E68-8152-E259776003A6}" srcOrd="2" destOrd="0" presId="urn:microsoft.com/office/officeart/2016/7/layout/HexagonTimeline#1"/>
    <dgm:cxn modelId="{5377E82E-F23D-49F5-9F76-849119C42F06}" type="presParOf" srcId="{A06DA86F-C556-43BD-B142-451AC407C7EE}" destId="{D3FEA54C-1C97-4543-B786-F6D0D9CC3167}" srcOrd="3" destOrd="0" presId="urn:microsoft.com/office/officeart/2016/7/layout/HexagonTimeline#1"/>
    <dgm:cxn modelId="{E8A2D683-8673-4342-9AF6-C633A62E9AF3}" type="presParOf" srcId="{A06DA86F-C556-43BD-B142-451AC407C7EE}" destId="{10EE5126-3AAB-42EB-BEB0-151735D92282}" srcOrd="4" destOrd="0" presId="urn:microsoft.com/office/officeart/2016/7/layout/HexagonTimeline#1"/>
    <dgm:cxn modelId="{E4229D5E-D3DE-4809-975B-449FA741FF4F}" type="presParOf" srcId="{0A880035-ECB5-440F-A3A1-C1A3F32F678C}" destId="{812944AE-DB78-4B8E-BDE0-501F3A8D4B86}" srcOrd="3" destOrd="0" presId="urn:microsoft.com/office/officeart/2016/7/layout/HexagonTimeline#1"/>
    <dgm:cxn modelId="{E3793DAE-99BC-42AD-8457-D9D91880CB77}" type="presParOf" srcId="{0A880035-ECB5-440F-A3A1-C1A3F32F678C}" destId="{2224DE8C-8002-4CEF-9901-9440AB28CCB2}" srcOrd="4" destOrd="0" presId="urn:microsoft.com/office/officeart/2016/7/layout/HexagonTimeline#1"/>
    <dgm:cxn modelId="{FEC65D77-EF3C-4B38-86EC-F33EAD7D5C21}" type="presParOf" srcId="{2224DE8C-8002-4CEF-9901-9440AB28CCB2}" destId="{8B9E72E6-605F-48D6-8410-BA5EFF1F709B}" srcOrd="0" destOrd="0" presId="urn:microsoft.com/office/officeart/2016/7/layout/HexagonTimeline#1"/>
    <dgm:cxn modelId="{1E2A1E0D-20E0-4716-BE4B-416C0842A528}" type="presParOf" srcId="{2224DE8C-8002-4CEF-9901-9440AB28CCB2}" destId="{8FADD187-5534-41FC-AEAB-A1DFA671BC98}" srcOrd="1" destOrd="0" presId="urn:microsoft.com/office/officeart/2016/7/layout/HexagonTimeline#1"/>
    <dgm:cxn modelId="{A46CEA38-5081-4DE9-9973-22174BA4CA9C}" type="presParOf" srcId="{2224DE8C-8002-4CEF-9901-9440AB28CCB2}" destId="{1C67F482-7990-42A7-B8A9-0AA0269866F7}" srcOrd="2" destOrd="0" presId="urn:microsoft.com/office/officeart/2016/7/layout/HexagonTimeline#1"/>
    <dgm:cxn modelId="{303DB264-FF63-47FF-BA26-412860F7077E}" type="presParOf" srcId="{2224DE8C-8002-4CEF-9901-9440AB28CCB2}" destId="{D092F12B-EF3E-48C1-9A86-D21FA071DDBB}" srcOrd="3" destOrd="0" presId="urn:microsoft.com/office/officeart/2016/7/layout/HexagonTimeline#1"/>
    <dgm:cxn modelId="{7DCDF9FF-D632-4136-8CC0-F6029196D5B7}" type="presParOf" srcId="{2224DE8C-8002-4CEF-9901-9440AB28CCB2}" destId="{CE730F7A-8E27-47E2-9911-7FDA19D3DB9A}" srcOrd="4" destOrd="0" presId="urn:microsoft.com/office/officeart/2016/7/layout/HexagonTimeline#1"/>
    <dgm:cxn modelId="{F5524AE7-EC97-417B-98B2-7246A3F87150}" type="presParOf" srcId="{0A880035-ECB5-440F-A3A1-C1A3F32F678C}" destId="{0B31CD8D-7728-4D2F-9ABE-1E02C999910D}" srcOrd="5" destOrd="0" presId="urn:microsoft.com/office/officeart/2016/7/layout/HexagonTimeline#1"/>
    <dgm:cxn modelId="{CBDEACB3-9E3B-4D2C-893F-61F10C6E6582}" type="presParOf" srcId="{0A880035-ECB5-440F-A3A1-C1A3F32F678C}" destId="{F248B005-CDD0-441A-81B3-A87231DE5940}" srcOrd="6" destOrd="0" presId="urn:microsoft.com/office/officeart/2016/7/layout/HexagonTimeline#1"/>
    <dgm:cxn modelId="{6F117DB9-434B-4195-B3F6-7EF796D31190}" type="presParOf" srcId="{F248B005-CDD0-441A-81B3-A87231DE5940}" destId="{E1E12361-6D67-48A5-BEDA-6D46952A0B7B}" srcOrd="0" destOrd="0" presId="urn:microsoft.com/office/officeart/2016/7/layout/HexagonTimeline#1"/>
    <dgm:cxn modelId="{7B987418-7F92-48B3-9D27-F6E0BF60A021}" type="presParOf" srcId="{F248B005-CDD0-441A-81B3-A87231DE5940}" destId="{7B155243-18A7-4504-B3BA-D5CE6AF2EE2B}" srcOrd="1" destOrd="0" presId="urn:microsoft.com/office/officeart/2016/7/layout/HexagonTimeline#1"/>
    <dgm:cxn modelId="{075A9482-138D-43F9-8D7F-E88CAD6A4294}" type="presParOf" srcId="{F248B005-CDD0-441A-81B3-A87231DE5940}" destId="{1043B403-C190-4A59-8EC9-F521B8735D65}" srcOrd="2" destOrd="0" presId="urn:microsoft.com/office/officeart/2016/7/layout/HexagonTimeline#1"/>
    <dgm:cxn modelId="{02511335-379A-4588-B3C9-4006B050E9D2}" type="presParOf" srcId="{F248B005-CDD0-441A-81B3-A87231DE5940}" destId="{8838B5E0-B7F1-4227-92D3-89DA8A25D96F}" srcOrd="3" destOrd="0" presId="urn:microsoft.com/office/officeart/2016/7/layout/HexagonTimeline#1"/>
    <dgm:cxn modelId="{B26B1967-8A3C-4857-BC12-B928D9B3127A}" type="presParOf" srcId="{F248B005-CDD0-441A-81B3-A87231DE5940}" destId="{6B69864C-BC6D-427B-967C-826A15242B56}" srcOrd="4" destOrd="0" presId="urn:microsoft.com/office/officeart/2016/7/layout/HexagonTimeline#1"/>
    <dgm:cxn modelId="{6ED87A85-3896-437D-8FF0-4A1EDA9439C3}" type="presParOf" srcId="{0A880035-ECB5-440F-A3A1-C1A3F32F678C}" destId="{1C958A98-39D6-4E50-BDA9-DBAA32A35F1E}" srcOrd="7" destOrd="0" presId="urn:microsoft.com/office/officeart/2016/7/layout/HexagonTimeline#1"/>
    <dgm:cxn modelId="{63537BFA-2B27-458D-8E48-D13B749933B8}" type="presParOf" srcId="{0A880035-ECB5-440F-A3A1-C1A3F32F678C}" destId="{2B40F81C-2C8B-4885-9BB4-CFED8D82804D}" srcOrd="8" destOrd="0" presId="urn:microsoft.com/office/officeart/2016/7/layout/HexagonTimeline#1"/>
    <dgm:cxn modelId="{56CBCA1B-C3DE-4708-8EAE-16F13FABF0B8}" type="presParOf" srcId="{2B40F81C-2C8B-4885-9BB4-CFED8D82804D}" destId="{482ADF32-DCBC-4B49-B3A0-39DF790B2548}" srcOrd="0" destOrd="0" presId="urn:microsoft.com/office/officeart/2016/7/layout/HexagonTimeline#1"/>
    <dgm:cxn modelId="{C39D7115-850A-4975-AE4B-635A53856C9D}" type="presParOf" srcId="{2B40F81C-2C8B-4885-9BB4-CFED8D82804D}" destId="{116239A6-132D-4FC2-87AB-55D34B284D8C}" srcOrd="1" destOrd="0" presId="urn:microsoft.com/office/officeart/2016/7/layout/HexagonTimeline#1"/>
    <dgm:cxn modelId="{6C206013-3DF9-4266-A893-D804FB7F0629}" type="presParOf" srcId="{2B40F81C-2C8B-4885-9BB4-CFED8D82804D}" destId="{FDE832E8-9B83-4956-96D8-699D8D2F49EF}" srcOrd="2" destOrd="0" presId="urn:microsoft.com/office/officeart/2016/7/layout/HexagonTimeline#1"/>
    <dgm:cxn modelId="{DA258C0D-AE46-45D8-9F57-CBF6EA2F2F91}" type="presParOf" srcId="{2B40F81C-2C8B-4885-9BB4-CFED8D82804D}" destId="{FCD10645-A219-424C-9BD4-9C6E60F20FA0}" srcOrd="3" destOrd="0" presId="urn:microsoft.com/office/officeart/2016/7/layout/HexagonTimeline#1"/>
    <dgm:cxn modelId="{7EA15EDB-4DA0-4632-8EA0-2EE7F22A46F0}" type="presParOf" srcId="{2B40F81C-2C8B-4885-9BB4-CFED8D82804D}" destId="{9660251B-AEEF-406B-A374-7111DC205A9B}" srcOrd="4" destOrd="0" presId="urn:microsoft.com/office/officeart/2016/7/layout/HexagonTimeline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C0A45-C44C-440B-BD48-43E886489681}">
      <dsp:nvSpPr>
        <dsp:cNvPr id="0" name=""/>
        <dsp:cNvSpPr/>
      </dsp:nvSpPr>
      <dsp:spPr>
        <a:xfrm>
          <a:off x="280205" y="1482217"/>
          <a:ext cx="1434800" cy="404241"/>
        </a:xfrm>
        <a:prstGeom prst="homePlate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sp:txBody>
      <dsp:txXfrm>
        <a:off x="280205" y="1482217"/>
        <a:ext cx="1353952" cy="404241"/>
      </dsp:txXfrm>
    </dsp:sp>
    <dsp:sp modelId="{3F53F37E-5709-46C9-A861-2F819D4D77A8}">
      <dsp:nvSpPr>
        <dsp:cNvPr id="0" name=""/>
        <dsp:cNvSpPr/>
      </dsp:nvSpPr>
      <dsp:spPr>
        <a:xfrm>
          <a:off x="1216" y="0"/>
          <a:ext cx="1992778" cy="1077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若要開始簡報，請移至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索引標籤，然後選取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從首張​​投影片​​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216" y="0"/>
        <a:ext cx="1992778" cy="1077976"/>
      </dsp:txXfrm>
    </dsp:sp>
    <dsp:sp modelId="{AB72485A-08A2-45FD-BBC4-9396F2EAD46C}">
      <dsp:nvSpPr>
        <dsp:cNvPr id="0" name=""/>
        <dsp:cNvSpPr/>
      </dsp:nvSpPr>
      <dsp:spPr>
        <a:xfrm>
          <a:off x="1715005" y="1684337"/>
          <a:ext cx="55797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57977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DABEE-02F0-45F9-B00D-994CCB1B81BA}">
      <dsp:nvSpPr>
        <dsp:cNvPr id="0" name=""/>
        <dsp:cNvSpPr/>
      </dsp:nvSpPr>
      <dsp:spPr>
        <a:xfrm>
          <a:off x="997605" y="1145349"/>
          <a:ext cx="0" cy="336867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C40309-7E14-4AE4-B424-146D9985A740}">
      <dsp:nvSpPr>
        <dsp:cNvPr id="0" name=""/>
        <dsp:cNvSpPr/>
      </dsp:nvSpPr>
      <dsp:spPr>
        <a:xfrm>
          <a:off x="963919" y="1077976"/>
          <a:ext cx="67373" cy="67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82612-F8EC-47DB-8F13-E689722DA574}">
      <dsp:nvSpPr>
        <dsp:cNvPr id="0" name=""/>
        <dsp:cNvSpPr/>
      </dsp:nvSpPr>
      <dsp:spPr>
        <a:xfrm>
          <a:off x="2272983" y="1482217"/>
          <a:ext cx="1434800" cy="404241"/>
        </a:xfrm>
        <a:prstGeom prst="hexagon">
          <a:avLst>
            <a:gd name="adj" fmla="val 40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sp:txBody>
      <dsp:txXfrm>
        <a:off x="2446448" y="1531089"/>
        <a:ext cx="1087870" cy="306497"/>
      </dsp:txXfrm>
    </dsp:sp>
    <dsp:sp modelId="{66A09E3B-9B23-4867-83DF-80E5E301FFCD}">
      <dsp:nvSpPr>
        <dsp:cNvPr id="0" name=""/>
        <dsp:cNvSpPr/>
      </dsp:nvSpPr>
      <dsp:spPr>
        <a:xfrm>
          <a:off x="1993994" y="2290698"/>
          <a:ext cx="1992778" cy="1077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t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若要顯示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簡報者檢視畫面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，請在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投影片放映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檢視左下方的控制列上選取三個點，然後選取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顯示簡報者檢視畫面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993994" y="2290698"/>
        <a:ext cx="1992778" cy="1077976"/>
      </dsp:txXfrm>
    </dsp:sp>
    <dsp:sp modelId="{812944AE-DB78-4B8E-BDE0-501F3A8D4B86}">
      <dsp:nvSpPr>
        <dsp:cNvPr id="0" name=""/>
        <dsp:cNvSpPr/>
      </dsp:nvSpPr>
      <dsp:spPr>
        <a:xfrm>
          <a:off x="3707784" y="1684337"/>
          <a:ext cx="55797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57977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3DD80-60F3-4E68-8152-E259776003A6}">
      <dsp:nvSpPr>
        <dsp:cNvPr id="0" name=""/>
        <dsp:cNvSpPr/>
      </dsp:nvSpPr>
      <dsp:spPr>
        <a:xfrm>
          <a:off x="2990384" y="1886458"/>
          <a:ext cx="0" cy="336867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FEA54C-1C97-4543-B786-F6D0D9CC3167}">
      <dsp:nvSpPr>
        <dsp:cNvPr id="0" name=""/>
        <dsp:cNvSpPr/>
      </dsp:nvSpPr>
      <dsp:spPr>
        <a:xfrm>
          <a:off x="2956697" y="2223325"/>
          <a:ext cx="67373" cy="67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E72E6-605F-48D6-8410-BA5EFF1F709B}">
      <dsp:nvSpPr>
        <dsp:cNvPr id="0" name=""/>
        <dsp:cNvSpPr/>
      </dsp:nvSpPr>
      <dsp:spPr>
        <a:xfrm>
          <a:off x="4265762" y="1482217"/>
          <a:ext cx="1434800" cy="404241"/>
        </a:xfrm>
        <a:prstGeom prst="hexagon">
          <a:avLst>
            <a:gd name="adj" fmla="val 40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sp:txBody>
      <dsp:txXfrm>
        <a:off x="4439227" y="1531089"/>
        <a:ext cx="1087870" cy="306497"/>
      </dsp:txXfrm>
    </dsp:sp>
    <dsp:sp modelId="{8FADD187-5534-41FC-AEAB-A1DFA671BC98}">
      <dsp:nvSpPr>
        <dsp:cNvPr id="0" name=""/>
        <dsp:cNvSpPr/>
      </dsp:nvSpPr>
      <dsp:spPr>
        <a:xfrm>
          <a:off x="3986773" y="0"/>
          <a:ext cx="1992778" cy="1077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簡報期間，演講者備忘稿會顯示在螢幕上，但觀眾是看不到的。 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986773" y="0"/>
        <a:ext cx="1992778" cy="1077976"/>
      </dsp:txXfrm>
    </dsp:sp>
    <dsp:sp modelId="{0B31CD8D-7728-4D2F-9ABE-1E02C999910D}">
      <dsp:nvSpPr>
        <dsp:cNvPr id="0" name=""/>
        <dsp:cNvSpPr/>
      </dsp:nvSpPr>
      <dsp:spPr>
        <a:xfrm>
          <a:off x="5700562" y="1684337"/>
          <a:ext cx="55797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57977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7F482-7990-42A7-B8A9-0AA0269866F7}">
      <dsp:nvSpPr>
        <dsp:cNvPr id="0" name=""/>
        <dsp:cNvSpPr/>
      </dsp:nvSpPr>
      <dsp:spPr>
        <a:xfrm>
          <a:off x="4983162" y="1145349"/>
          <a:ext cx="0" cy="336867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92F12B-EF3E-48C1-9A86-D21FA071DDBB}">
      <dsp:nvSpPr>
        <dsp:cNvPr id="0" name=""/>
        <dsp:cNvSpPr/>
      </dsp:nvSpPr>
      <dsp:spPr>
        <a:xfrm>
          <a:off x="4949475" y="1077976"/>
          <a:ext cx="67373" cy="67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12361-6D67-48A5-BEDA-6D46952A0B7B}">
      <dsp:nvSpPr>
        <dsp:cNvPr id="0" name=""/>
        <dsp:cNvSpPr/>
      </dsp:nvSpPr>
      <dsp:spPr>
        <a:xfrm>
          <a:off x="6258540" y="1482217"/>
          <a:ext cx="1434800" cy="404241"/>
        </a:xfrm>
        <a:prstGeom prst="hexagon">
          <a:avLst>
            <a:gd name="adj" fmla="val 40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sp:txBody>
      <dsp:txXfrm>
        <a:off x="6432005" y="1531089"/>
        <a:ext cx="1087870" cy="306497"/>
      </dsp:txXfrm>
    </dsp:sp>
    <dsp:sp modelId="{7B155243-18A7-4504-B3BA-D5CE6AF2EE2B}">
      <dsp:nvSpPr>
        <dsp:cNvPr id="0" name=""/>
        <dsp:cNvSpPr/>
      </dsp:nvSpPr>
      <dsp:spPr>
        <a:xfrm>
          <a:off x="5979551" y="2290698"/>
          <a:ext cx="1992778" cy="1077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t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窗格是一個顯示在每張投影片下面的方塊。點一下它來新增備忘稿。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979551" y="2290698"/>
        <a:ext cx="1992778" cy="1077976"/>
      </dsp:txXfrm>
    </dsp:sp>
    <dsp:sp modelId="{1C958A98-39D6-4E50-BDA9-DBAA32A35F1E}">
      <dsp:nvSpPr>
        <dsp:cNvPr id="0" name=""/>
        <dsp:cNvSpPr/>
      </dsp:nvSpPr>
      <dsp:spPr>
        <a:xfrm>
          <a:off x="7693341" y="1684337"/>
          <a:ext cx="55797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57977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3B403-C190-4A59-8EC9-F521B8735D65}">
      <dsp:nvSpPr>
        <dsp:cNvPr id="0" name=""/>
        <dsp:cNvSpPr/>
      </dsp:nvSpPr>
      <dsp:spPr>
        <a:xfrm>
          <a:off x="6975940" y="1886458"/>
          <a:ext cx="0" cy="336867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38B5E0-B7F1-4227-92D3-89DA8A25D96F}">
      <dsp:nvSpPr>
        <dsp:cNvPr id="0" name=""/>
        <dsp:cNvSpPr/>
      </dsp:nvSpPr>
      <dsp:spPr>
        <a:xfrm>
          <a:off x="6942254" y="2223325"/>
          <a:ext cx="67373" cy="67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ADF32-DCBC-4B49-B3A0-39DF790B2548}">
      <dsp:nvSpPr>
        <dsp:cNvPr id="0" name=""/>
        <dsp:cNvSpPr/>
      </dsp:nvSpPr>
      <dsp:spPr>
        <a:xfrm rot="10800000">
          <a:off x="8251319" y="1482217"/>
          <a:ext cx="1434800" cy="404241"/>
        </a:xfrm>
        <a:prstGeom prst="homePlate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職稱</a:t>
          </a:r>
        </a:p>
      </dsp:txBody>
      <dsp:txXfrm rot="10800000">
        <a:off x="8332167" y="1482217"/>
        <a:ext cx="1353952" cy="404241"/>
      </dsp:txXfrm>
    </dsp:sp>
    <dsp:sp modelId="{116239A6-132D-4FC2-87AB-55D34B284D8C}">
      <dsp:nvSpPr>
        <dsp:cNvPr id="0" name=""/>
        <dsp:cNvSpPr/>
      </dsp:nvSpPr>
      <dsp:spPr>
        <a:xfrm>
          <a:off x="7972330" y="0"/>
          <a:ext cx="1992778" cy="1077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0" bIns="106680" numCol="1" spcCol="1270" rtlCol="0" anchor="b" anchorCtr="1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如果找不到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窗格或它已縮到最小，請按一下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PowerPoint 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視窗底部工作列上的 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[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備忘稿</a:t>
          </a:r>
          <a:r>
            <a:rPr lang="en-US" altLang="zh-TW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]</a:t>
          </a:r>
          <a:r>
            <a:rPr lang="zh-TW" altLang="en-US" sz="1200" b="0" i="0" u="none" kern="12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。 </a:t>
          </a:r>
          <a:endParaRPr lang="zh-TW" altLang="en-US" sz="1200" kern="1200" noProof="0" dirty="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7972330" y="0"/>
        <a:ext cx="1992778" cy="1077976"/>
      </dsp:txXfrm>
    </dsp:sp>
    <dsp:sp modelId="{FDE832E8-9B83-4956-96D8-699D8D2F49EF}">
      <dsp:nvSpPr>
        <dsp:cNvPr id="0" name=""/>
        <dsp:cNvSpPr/>
      </dsp:nvSpPr>
      <dsp:spPr>
        <a:xfrm>
          <a:off x="8968719" y="1145349"/>
          <a:ext cx="0" cy="336867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10645-A219-424C-9BD4-9C6E60F20FA0}">
      <dsp:nvSpPr>
        <dsp:cNvPr id="0" name=""/>
        <dsp:cNvSpPr/>
      </dsp:nvSpPr>
      <dsp:spPr>
        <a:xfrm>
          <a:off x="8935032" y="1077976"/>
          <a:ext cx="67373" cy="67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exagonTimeline#1">
  <dgm:title val="六邊形時間表"/>
  <dgm:desc val="用來顯示按照時間順序的活動清單。隱藏的方塊包含描述，而日期則顯示在六邊形中，除了日期將顯示在首頁圖形中的第一個和最後一個節點以外。它可以顯示含有中等長度日期格式的大量文字。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20"/>
      <dgm:constr type="primFontSz" for="des" forName="Childtext1" val="20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ConnectLineEnd" refType="h" fact="0.02"/>
              <dgm:constr type="h" for="ch" forName="ConnectLineEnd" refType="h" fact="0.02"/>
              <dgm:constr type="b" for="ch" forName="ConnectLineEnd" refType="t" refFor="ch" refForName="ConnectLine"/>
              <dgm:constr type="ctrX" for="ch" forName="ConnectLineEnd" refType="ctrX" refFor="ch" refForName="ConnectLine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ConnectLineEnd" refType="h" fact="0.02"/>
              <dgm:constr type="h" for="ch" forName="ConnectLineEnd" refType="h" fact="0.02"/>
              <dgm:constr type="t" for="ch" forName="ConnectLineEnd" refType="b" refFor="ch" refForName="ConnectLine"/>
              <dgm:constr type="ctrX" for="ch" forName="ConnectLineEnd" refType="ctrX" refFor="ch" refForName="ConnectLine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homePlate" r:blip="">
                        <dgm:adjLst>
                          <dgm:adj idx="1" val="0.4"/>
                        </dgm:adjLst>
                      </dgm:shape>
                    </dgm:if>
                    <dgm:else name="Name20">
                      <dgm:shape xmlns:r="http://schemas.openxmlformats.org/officeDocument/2006/relationships" rot="180" type="homePlate" r:blip="">
                        <dgm:adjLst>
                          <dgm:adj idx="1" val="0.4"/>
                        </dgm:adjLst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rot="180" type="homePlate" r:blip="">
                        <dgm:adjLst>
                          <dgm:adj idx="1" val="0.4"/>
                        </dgm:adjLst>
                      </dgm:shape>
                    </dgm:if>
                    <dgm:else name="Name26">
                      <dgm:shape xmlns:r="http://schemas.openxmlformats.org/officeDocument/2006/relationships" type="homePlate" r:blip="">
                        <dgm:adjLst>
                          <dgm:adj idx="1" val="0.4"/>
                        </dgm:adjLst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hexagon" r:blip="">
                    <dgm:adjLst>
                      <dgm:adj idx="1" val="0.4"/>
                    </dgm:adjLst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11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.7"/>
            <dgm:constr type="bMarg" refType="primFontSz" fact="0.7"/>
          </dgm:constrLst>
          <dgm:presOf axis="ch" ptType="node"/>
          <dgm:ruleLst>
            <dgm:rule type="primFontSz" val="11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prstDash val="dash"/>
                  </a:ln>
                </dgm1612:spPr>
              </a:ext>
            </dgm:extLst>
          </dgm:shape>
          <dgm:presOf/>
          <dgm:constrLst/>
        </dgm:layoutNode>
        <dgm:layoutNode name="ConnectLineEnd" styleLbl="node1" moveWith="Parent1">
          <dgm:alg type="sp"/>
          <dgm:shape xmlns:r="http://schemas.openxmlformats.org/officeDocument/2006/relationships" type="rect" r:blip="">
            <dgm:adjLst/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74DDA47-654D-4CFF-98E6-03A448ED2F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B61D4B7-91E7-45F8-A65D-420C5A6FD6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44FB2A-CB92-48E9-ADD8-37BA2C93F855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2026/1/8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AA8390F-DB2C-4290-94D1-7572F40884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7B28600-486A-4E47-971B-B86E3D5982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42772A-A0EA-4C33-946B-BB37C6740927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05283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442CC1A-D830-459D-96D6-06A5CE5FE805}" type="datetime1">
              <a:rPr lang="zh-TW" altLang="en-US" noProof="0" smtClean="0"/>
              <a:t>2026/1/8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842455A-0D23-4EAB-9AF9-2CC2B3066B0A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7639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133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744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112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4556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3390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1891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4298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4870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2611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3062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842455A-0D23-4EAB-9AF9-2CC2B3066B0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449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職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400800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18981"/>
            <a:ext cx="7537703" cy="2462667"/>
          </a:xfrm>
          <a:solidFill>
            <a:schemeClr val="bg1">
              <a:alpha val="93000"/>
            </a:schemeClr>
          </a:solidFill>
        </p:spPr>
        <p:txBody>
          <a:bodyPr lIns="822960" tIns="731520" rtlCol="0" anchor="t" anchorCtr="0">
            <a:normAutofit/>
          </a:bodyPr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endParaRPr lang="zh-TW" altLang="en-US" sz="5400" noProof="0" dirty="0">
              <a:solidFill>
                <a:schemeClr val="tx1"/>
              </a:solidFill>
            </a:endParaRP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79DF17D8-A326-44D6-A77D-42DA99E92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623" y="4735799"/>
            <a:ext cx="6470693" cy="605256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003F05-78A5-431B-8FEA-0B7BADEBF95E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5679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E7A15B3-CF61-4208-B154-0A0DED1B3189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018FF3-9740-4BA5-8515-EBFCC6232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48600" y="643467"/>
            <a:ext cx="3635926" cy="5113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89BEFBB5-382E-4634-9782-68859DEE1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173792" y="2660530"/>
            <a:ext cx="29260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標題 8">
            <a:extLst>
              <a:ext uri="{FF2B5EF4-FFF2-40B4-BE49-F238E27FC236}">
                <a16:creationId xmlns:a16="http://schemas.microsoft.com/office/drawing/2014/main" id="{CE069499-3ED9-4F5B-ADC9-5EBFC522E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1400" y="1118014"/>
            <a:ext cx="3379080" cy="145075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按一下以新增標題</a:t>
            </a:r>
          </a:p>
        </p:txBody>
      </p:sp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04052F90-8192-445D-854C-F144C7CFAC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080" y="640080"/>
            <a:ext cx="3273552" cy="2395728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6" name="圖片版面配置區 14">
            <a:extLst>
              <a:ext uri="{FF2B5EF4-FFF2-40B4-BE49-F238E27FC236}">
                <a16:creationId xmlns:a16="http://schemas.microsoft.com/office/drawing/2014/main" id="{51433AC9-3FFE-4C0D-A905-A0CB48FB81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51960" y="640080"/>
            <a:ext cx="3273552" cy="2395728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7" name="圖片版面配置區 14">
            <a:extLst>
              <a:ext uri="{FF2B5EF4-FFF2-40B4-BE49-F238E27FC236}">
                <a16:creationId xmlns:a16="http://schemas.microsoft.com/office/drawing/2014/main" id="{5054A368-7C94-4623-8670-651AAB51F2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080" y="3364992"/>
            <a:ext cx="3273552" cy="2395728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8" name="圖片版面配置區 14">
            <a:extLst>
              <a:ext uri="{FF2B5EF4-FFF2-40B4-BE49-F238E27FC236}">
                <a16:creationId xmlns:a16="http://schemas.microsoft.com/office/drawing/2014/main" id="{04D3A3D1-400C-4822-B959-96FF1469FD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1960" y="3364992"/>
            <a:ext cx="3273552" cy="2395728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8B04F02-660E-4770-B563-1D977AFF4C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86408" y="2789067"/>
            <a:ext cx="3176587" cy="270668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</a:t>
            </a:r>
            <a:endParaRPr lang="zh-TW" altLang="en-US" noProof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7377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簡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endParaRPr lang="zh-TW" altLang="en-US" noProof="0" dirty="0"/>
          </a:p>
        </p:txBody>
      </p:sp>
      <p:cxnSp>
        <p:nvCxnSpPr>
          <p:cNvPr id="7" name="直線接點​​(S)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內容版面配置區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3557016" cy="3760891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8A40EF35-BB21-4D3F-A9D6-2A92BFD0DD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74336" y="2112264"/>
            <a:ext cx="3035808" cy="1837944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4" name="圖片版面配置區 12">
            <a:extLst>
              <a:ext uri="{FF2B5EF4-FFF2-40B4-BE49-F238E27FC236}">
                <a16:creationId xmlns:a16="http://schemas.microsoft.com/office/drawing/2014/main" id="{F7CE5DD4-B27E-482B-8208-FA5A7BBC9A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4336" y="4032504"/>
            <a:ext cx="3035808" cy="1837944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5" name="圖片版面配置區 12">
            <a:extLst>
              <a:ext uri="{FF2B5EF4-FFF2-40B4-BE49-F238E27FC236}">
                <a16:creationId xmlns:a16="http://schemas.microsoft.com/office/drawing/2014/main" id="{1F796570-D07C-4638-8B80-227A6EF1A0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0728" y="2112264"/>
            <a:ext cx="3035808" cy="3758184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2552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節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Tag=AccentColor&#10;Flavor=Dark&#10;Target=Fill">
            <a:extLst>
              <a:ext uri="{FF2B5EF4-FFF2-40B4-BE49-F238E27FC236}">
                <a16:creationId xmlns:a16="http://schemas.microsoft.com/office/drawing/2014/main" id="{17DBCCDB-B58C-45B3-9E63-49F7B0819260}"/>
              </a:ext>
            </a:extLst>
          </p:cNvPr>
          <p:cNvSpPr/>
          <p:nvPr userDrawn="1"/>
        </p:nvSpPr>
        <p:spPr bwMode="white">
          <a:xfrm>
            <a:off x="0" y="4953000"/>
            <a:ext cx="12192000" cy="1905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07B1649E-A273-4C2E-A9F2-D29871865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endParaRPr lang="zh-TW" altLang="en-US" sz="3600" noProof="0" dirty="0">
              <a:solidFill>
                <a:schemeClr val="bg1"/>
              </a:solidFill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A72A6B42-C371-4562-8E40-9EE1906C8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sz="1500" noProof="0">
              <a:solidFill>
                <a:schemeClr val="bg1"/>
              </a:solidFill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68504FFB-1664-4F66-BC31-100C8DD983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640080"/>
            <a:ext cx="3544888" cy="3931920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4" name="圖片版面配置區 12">
            <a:extLst>
              <a:ext uri="{FF2B5EF4-FFF2-40B4-BE49-F238E27FC236}">
                <a16:creationId xmlns:a16="http://schemas.microsoft.com/office/drawing/2014/main" id="{1B45578D-1855-4EC0-9E45-E1630D11AC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43400" y="640080"/>
            <a:ext cx="3544888" cy="3931920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5" name="圖片版面配置區 12">
            <a:extLst>
              <a:ext uri="{FF2B5EF4-FFF2-40B4-BE49-F238E27FC236}">
                <a16:creationId xmlns:a16="http://schemas.microsoft.com/office/drawing/2014/main" id="{C93482C2-6151-4050-9F16-9952B0A017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8432" y="640080"/>
            <a:ext cx="3544888" cy="3931920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6839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8720" y="2313432"/>
            <a:ext cx="9966960" cy="3670837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5178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圖片版面配置區 23">
            <a:extLst>
              <a:ext uri="{FF2B5EF4-FFF2-40B4-BE49-F238E27FC236}">
                <a16:creationId xmlns:a16="http://schemas.microsoft.com/office/drawing/2014/main" id="{59B25ABF-2D91-42D0-B257-28C830A0DB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8720" y="2774209"/>
            <a:ext cx="2340864" cy="1828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1" name="圖片版面配置區 23">
            <a:extLst>
              <a:ext uri="{FF2B5EF4-FFF2-40B4-BE49-F238E27FC236}">
                <a16:creationId xmlns:a16="http://schemas.microsoft.com/office/drawing/2014/main" id="{9F987416-CEE7-4146-91E2-1C62DCADAB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29685" y="2767763"/>
            <a:ext cx="2340864" cy="1828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2" name="圖片版面配置區 23">
            <a:extLst>
              <a:ext uri="{FF2B5EF4-FFF2-40B4-BE49-F238E27FC236}">
                <a16:creationId xmlns:a16="http://schemas.microsoft.com/office/drawing/2014/main" id="{F8590697-896B-4145-A7B5-26F0E6F6B9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0650" y="2776437"/>
            <a:ext cx="2340864" cy="1828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3" name="圖片版面配置區 23">
            <a:extLst>
              <a:ext uri="{FF2B5EF4-FFF2-40B4-BE49-F238E27FC236}">
                <a16:creationId xmlns:a16="http://schemas.microsoft.com/office/drawing/2014/main" id="{E562EE16-EF76-4BCF-ACAA-CB3BADD8D4B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11615" y="2771021"/>
            <a:ext cx="2340864" cy="1828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4" name="文字版面配置區 28">
            <a:extLst>
              <a:ext uri="{FF2B5EF4-FFF2-40B4-BE49-F238E27FC236}">
                <a16:creationId xmlns:a16="http://schemas.microsoft.com/office/drawing/2014/main" id="{86CD2107-D81C-4AA6-AA2C-5C271CD0C6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88720" y="4810866"/>
            <a:ext cx="2340864" cy="347662"/>
          </a:xfrm>
        </p:spPr>
        <p:txBody>
          <a:bodyPr lIns="54864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5" name="文字版面配置區 28">
            <a:extLst>
              <a:ext uri="{FF2B5EF4-FFF2-40B4-BE49-F238E27FC236}">
                <a16:creationId xmlns:a16="http://schemas.microsoft.com/office/drawing/2014/main" id="{2A269BEA-7801-43D0-BB4D-499E164643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8720" y="5205596"/>
            <a:ext cx="2340864" cy="347662"/>
          </a:xfrm>
        </p:spPr>
        <p:txBody>
          <a:bodyPr lIns="54864" tIns="0" rIns="54864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16" name="文字版面配置區 28">
            <a:extLst>
              <a:ext uri="{FF2B5EF4-FFF2-40B4-BE49-F238E27FC236}">
                <a16:creationId xmlns:a16="http://schemas.microsoft.com/office/drawing/2014/main" id="{EC30D8C1-9CAA-453C-A135-99B34DEAEC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9319" y="4810866"/>
            <a:ext cx="2340864" cy="347662"/>
          </a:xfrm>
        </p:spPr>
        <p:txBody>
          <a:bodyPr lIns="54864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7" name="文字版面配置區 28">
            <a:extLst>
              <a:ext uri="{FF2B5EF4-FFF2-40B4-BE49-F238E27FC236}">
                <a16:creationId xmlns:a16="http://schemas.microsoft.com/office/drawing/2014/main" id="{2C8127FC-EA51-4A6C-AD57-265191F313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29009" y="5205596"/>
            <a:ext cx="2340864" cy="347662"/>
          </a:xfrm>
        </p:spPr>
        <p:txBody>
          <a:bodyPr lIns="54864" tIns="0" rIns="54864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18" name="文字版面配置區 28">
            <a:extLst>
              <a:ext uri="{FF2B5EF4-FFF2-40B4-BE49-F238E27FC236}">
                <a16:creationId xmlns:a16="http://schemas.microsoft.com/office/drawing/2014/main" id="{623ECF9F-5017-46E1-B3F2-FF9DFD49FB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9918" y="4810866"/>
            <a:ext cx="2340864" cy="347662"/>
          </a:xfrm>
        </p:spPr>
        <p:txBody>
          <a:bodyPr lIns="54864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9" name="文字版面配置區 28">
            <a:extLst>
              <a:ext uri="{FF2B5EF4-FFF2-40B4-BE49-F238E27FC236}">
                <a16:creationId xmlns:a16="http://schemas.microsoft.com/office/drawing/2014/main" id="{172350F8-3D16-4661-8DCD-34190A9C6B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9298" y="5205596"/>
            <a:ext cx="2340864" cy="347662"/>
          </a:xfrm>
        </p:spPr>
        <p:txBody>
          <a:bodyPr lIns="54864" tIns="0" rIns="54864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20" name="文字版面配置區 28">
            <a:extLst>
              <a:ext uri="{FF2B5EF4-FFF2-40B4-BE49-F238E27FC236}">
                <a16:creationId xmlns:a16="http://schemas.microsoft.com/office/drawing/2014/main" id="{71374BEE-2BEB-449C-B492-8EDC885FDE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0516" y="4810866"/>
            <a:ext cx="2340864" cy="347662"/>
          </a:xfrm>
        </p:spPr>
        <p:txBody>
          <a:bodyPr lIns="54864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21" name="文字版面配置區 28">
            <a:extLst>
              <a:ext uri="{FF2B5EF4-FFF2-40B4-BE49-F238E27FC236}">
                <a16:creationId xmlns:a16="http://schemas.microsoft.com/office/drawing/2014/main" id="{A91B02B2-35F9-4512-B6AA-543C16F263A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09588" y="5205596"/>
            <a:ext cx="2340864" cy="347662"/>
          </a:xfrm>
        </p:spPr>
        <p:txBody>
          <a:bodyPr lIns="54864" tIns="0" rIns="54864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</p:spTree>
    <p:extLst>
      <p:ext uri="{BB962C8B-B14F-4D97-AF65-F5344CB8AC3E}">
        <p14:creationId xmlns:p14="http://schemas.microsoft.com/office/powerpoint/2010/main" val="357336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D858762-F5B2-42DA-A262-7D7C3AD60622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F29B458E-5354-42D4-AE10-8B2F796C3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 rtlCol="0">
            <a:normAutofit/>
          </a:bodyPr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endParaRPr lang="zh-TW" altLang="en-US" noProof="0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0B121E21-6D9B-46D0-957E-760B095BA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DB51B24F-7663-45C0-BE23-CD0AEFF51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圖片版面配置區 11">
            <a:extLst>
              <a:ext uri="{FF2B5EF4-FFF2-40B4-BE49-F238E27FC236}">
                <a16:creationId xmlns:a16="http://schemas.microsoft.com/office/drawing/2014/main" id="{35ABBAD1-553F-4CC1-AB36-7C1BE5089D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938" y="640080"/>
            <a:ext cx="5449824" cy="2743200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3" name="圖片版面配置區 11">
            <a:extLst>
              <a:ext uri="{FF2B5EF4-FFF2-40B4-BE49-F238E27FC236}">
                <a16:creationId xmlns:a16="http://schemas.microsoft.com/office/drawing/2014/main" id="{5C06EA1F-5BD5-4FE5-A059-6787DADCB5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080" y="3474720"/>
            <a:ext cx="5449824" cy="2743200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9468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時間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8720" y="2463495"/>
            <a:ext cx="9966960" cy="336865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72759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1191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8872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188720" y="2958274"/>
            <a:ext cx="4639736" cy="2910821"/>
          </a:xfrm>
        </p:spPr>
        <p:txBody>
          <a:bodyPr rtlCol="0"/>
          <a:lstStyle>
            <a:lvl1pPr marL="342900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8691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66979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85267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03555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>
            <a:lvl1pPr marL="342900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8691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66979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85267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035558" indent="-18288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</a:t>
            </a:r>
            <a:endParaRPr lang="zh-TW" altLang="en-US" noProof="0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95822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88720" y="2057400"/>
            <a:ext cx="3200400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188720" y="2958274"/>
            <a:ext cx="3200400" cy="2910821"/>
          </a:xfrm>
        </p:spPr>
        <p:txBody>
          <a:bodyPr rtlCol="0"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572000" y="2051331"/>
            <a:ext cx="3200400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572000" y="2952204"/>
            <a:ext cx="3200400" cy="2910821"/>
          </a:xfrm>
        </p:spPr>
        <p:txBody>
          <a:bodyPr rtlCol="0"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9721C62B-6826-4C4A-B41E-814C63BA51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55280" y="2057400"/>
            <a:ext cx="3200400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4" name="內容版面配置區 5">
            <a:extLst>
              <a:ext uri="{FF2B5EF4-FFF2-40B4-BE49-F238E27FC236}">
                <a16:creationId xmlns:a16="http://schemas.microsoft.com/office/drawing/2014/main" id="{9F5CD2DF-69E0-48BA-AFAC-83EFCE2ACC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80" y="2958273"/>
            <a:ext cx="3200400" cy="2910821"/>
          </a:xfrm>
        </p:spPr>
        <p:txBody>
          <a:bodyPr rtlCol="0"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</a:t>
            </a:r>
            <a:endParaRPr lang="zh-TW" altLang="en-US" noProof="0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233512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D30B654-EB03-469D-8197-964CFA81E65F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DE7C46-EBCB-4558-B868-C6E743BAE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EDD7626-E6F6-463F-8041-E2EC3283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648" y="1419273"/>
            <a:ext cx="3153580" cy="1358188"/>
          </a:xfrm>
        </p:spPr>
        <p:txBody>
          <a:bodyPr rtlCol="0">
            <a:normAutofit/>
          </a:bodyPr>
          <a:lstStyle>
            <a:lvl1pPr>
              <a:defRPr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endParaRPr lang="zh-TW" altLang="en-US" sz="3600" noProof="0" dirty="0">
              <a:solidFill>
                <a:schemeClr val="tx1"/>
              </a:solidFill>
            </a:endParaRP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4D4A9276-3942-47EA-B16C-FEF66FB6F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128" y="2865016"/>
            <a:ext cx="29260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11DABEC-17D7-4DA3-9DEA-F5D74509D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48" y="2978254"/>
            <a:ext cx="3153580" cy="2444238"/>
          </a:xfrm>
        </p:spPr>
        <p:txBody>
          <a:bodyPr lIns="91440" rtlCol="0">
            <a:normAutofit/>
          </a:bodyPr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indent="0" rtl="0">
              <a:lnSpc>
                <a:spcPct val="100000"/>
              </a:lnSpc>
              <a:buNone/>
            </a:pPr>
            <a:endParaRPr lang="zh-TW" altLang="en-US" sz="1600" noProof="0">
              <a:solidFill>
                <a:schemeClr val="tx1"/>
              </a:solidFill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0A5B6691-D26A-472B-BB73-55A4E0649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2584" y="1234440"/>
            <a:ext cx="3264408" cy="4352544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14" name="圖片版面配置區 12">
            <a:extLst>
              <a:ext uri="{FF2B5EF4-FFF2-40B4-BE49-F238E27FC236}">
                <a16:creationId xmlns:a16="http://schemas.microsoft.com/office/drawing/2014/main" id="{BF1FB629-3697-40BE-A9E2-962CC86418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75320" y="1234440"/>
            <a:ext cx="3264408" cy="4352544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27269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8783F4E-1082-419B-80D8-C7EAE84467CA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標題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rtlCol="0">
            <a:normAutofit/>
          </a:bodyPr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endParaRPr lang="zh-TW" altLang="en-US" noProof="0" dirty="0"/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9" name="內容版面配置區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407436"/>
            <a:ext cx="3690257" cy="3461658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</a:t>
            </a:r>
            <a:endParaRPr lang="zh-TW" altLang="en-US" noProof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31521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77D8A42-DBCB-4147-8301-ED784EC983C8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311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88720" y="2120900"/>
            <a:ext cx="4639736" cy="374819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</a:t>
            </a:r>
            <a:endParaRPr lang="zh-TW" altLang="en-US" noProof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826755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7BB497F-29C0-47B6-8020-97AECBB14E9F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範例頁尾文字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75667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47128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92000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 </a:t>
            </a:r>
            <a:r>
              <a:rPr lang="zh-TW" altLang="en-US"/>
              <a:t>年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/>
              <a:t>範例頁尾文字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6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88720" y="2108201"/>
            <a:ext cx="996696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57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6" r:id="rId3"/>
    <p:sldLayoutId id="2147483735" r:id="rId4"/>
    <p:sldLayoutId id="2147483722" r:id="rId5"/>
    <p:sldLayoutId id="2147483746" r:id="rId6"/>
    <p:sldLayoutId id="2147483734" r:id="rId7"/>
    <p:sldLayoutId id="2147483745" r:id="rId8"/>
    <p:sldLayoutId id="2147483726" r:id="rId9"/>
    <p:sldLayoutId id="2147483725" r:id="rId10"/>
    <p:sldLayoutId id="2147483743" r:id="rId11"/>
    <p:sldLayoutId id="2147483737" r:id="rId12"/>
    <p:sldLayoutId id="2147483738" r:id="rId13"/>
    <p:sldLayoutId id="2147483723" r:id="rId14"/>
    <p:sldLayoutId id="2147483724" r:id="rId15"/>
    <p:sldLayoutId id="2147483727" r:id="rId16"/>
    <p:sldLayoutId id="2147483728" r:id="rId17"/>
    <p:sldLayoutId id="2147483729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版面配置區 7" descr="坐在桌子前的一群人">
            <a:extLst>
              <a:ext uri="{FF2B5EF4-FFF2-40B4-BE49-F238E27FC236}">
                <a16:creationId xmlns:a16="http://schemas.microsoft.com/office/drawing/2014/main" id="{15FF348E-C446-4450-8262-D18488C886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1" b="3321"/>
          <a:stretch/>
        </p:blipFill>
        <p:spPr>
          <a:xfrm>
            <a:off x="1524" y="0"/>
            <a:ext cx="12188952" cy="6400800"/>
          </a:xfr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D7559F58-E7E3-4312-BFB5-D3B5719E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18981"/>
            <a:ext cx="7537703" cy="2462667"/>
          </a:xfrm>
        </p:spPr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EF502785-6557-4038-9743-2ABFF39CB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623" y="4735799"/>
            <a:ext cx="6470693" cy="605256"/>
          </a:xfrm>
        </p:spPr>
        <p:txBody>
          <a:bodyPr rtlCol="0"/>
          <a:lstStyle/>
          <a:p>
            <a:pPr rtl="0"/>
            <a:r>
              <a:rPr lang="zh-TW" altLang="en-US"/>
              <a:t>簡報者姓名</a:t>
            </a:r>
          </a:p>
        </p:txBody>
      </p:sp>
    </p:spTree>
    <p:extLst>
      <p:ext uri="{BB962C8B-B14F-4D97-AF65-F5344CB8AC3E}">
        <p14:creationId xmlns:p14="http://schemas.microsoft.com/office/powerpoint/2010/main" val="331669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CE699D-9FC2-483D-9B52-64E766D1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400" y="1118014"/>
            <a:ext cx="3379080" cy="1450757"/>
          </a:xfrm>
        </p:spPr>
        <p:txBody>
          <a:bodyPr rtlCol="0"/>
          <a:lstStyle/>
          <a:p>
            <a:pPr rtl="0"/>
            <a:r>
              <a:rPr lang="zh-TW" altLang="en-US"/>
              <a:t>議程</a:t>
            </a:r>
          </a:p>
        </p:txBody>
      </p:sp>
      <p:pic>
        <p:nvPicPr>
          <p:cNvPr id="9" name="圖片版面配置區 8" descr="握手">
            <a:extLst>
              <a:ext uri="{FF2B5EF4-FFF2-40B4-BE49-F238E27FC236}">
                <a16:creationId xmlns:a16="http://schemas.microsoft.com/office/drawing/2014/main" id="{E1E7078F-FB9C-41E6-961A-AA789AD0D6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640080" y="640080"/>
            <a:ext cx="3273552" cy="2395728"/>
          </a:xfrm>
        </p:spPr>
      </p:pic>
      <p:pic>
        <p:nvPicPr>
          <p:cNvPr id="11" name="圖片版面配置區 10" descr="桌子和椅子的特寫">
            <a:extLst>
              <a:ext uri="{FF2B5EF4-FFF2-40B4-BE49-F238E27FC236}">
                <a16:creationId xmlns:a16="http://schemas.microsoft.com/office/drawing/2014/main" id="{85CCA26B-B0A3-42E8-B737-81A01EB8094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4251960" y="640080"/>
            <a:ext cx="3273552" cy="2395728"/>
          </a:xfrm>
        </p:spPr>
      </p:pic>
      <p:pic>
        <p:nvPicPr>
          <p:cNvPr id="13" name="圖片版面配置區 12" descr="人們坐在桌前使用筆電">
            <a:extLst>
              <a:ext uri="{FF2B5EF4-FFF2-40B4-BE49-F238E27FC236}">
                <a16:creationId xmlns:a16="http://schemas.microsoft.com/office/drawing/2014/main" id="{F8945C07-4A93-4269-9888-725F3819E3E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640080" y="3364992"/>
            <a:ext cx="3273552" cy="2395728"/>
          </a:xfrm>
        </p:spPr>
      </p:pic>
      <p:pic>
        <p:nvPicPr>
          <p:cNvPr id="15" name="圖片版面配置區 14" descr="桌面的特寫，桌上放著眼鏡、杯子和筆電">
            <a:extLst>
              <a:ext uri="{FF2B5EF4-FFF2-40B4-BE49-F238E27FC236}">
                <a16:creationId xmlns:a16="http://schemas.microsoft.com/office/drawing/2014/main" id="{825DBACB-DCFD-479A-AD19-03C804BC179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4251960" y="3364992"/>
            <a:ext cx="3273552" cy="2395728"/>
          </a:xfr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3CA132-7D5D-4211-B55D-004BEBAF22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86408" y="2789067"/>
            <a:ext cx="3176587" cy="2706687"/>
          </a:xfrm>
        </p:spPr>
        <p:txBody>
          <a:bodyPr rtlCol="0"/>
          <a:lstStyle/>
          <a:p>
            <a:pPr rtl="0"/>
            <a:r>
              <a:rPr lang="zh-TW" altLang="en-US"/>
              <a:t>主題一</a:t>
            </a:r>
          </a:p>
          <a:p>
            <a:pPr rtl="0"/>
            <a:r>
              <a:rPr lang="zh-TW" altLang="en-US"/>
              <a:t>主題二</a:t>
            </a:r>
          </a:p>
          <a:p>
            <a:pPr rtl="0"/>
            <a:r>
              <a:rPr lang="zh-TW" altLang="en-US"/>
              <a:t>主題三</a:t>
            </a:r>
          </a:p>
          <a:p>
            <a:pPr rtl="0"/>
            <a:r>
              <a:rPr lang="zh-TW" altLang="en-US"/>
              <a:t>主題四</a:t>
            </a:r>
          </a:p>
          <a:p>
            <a:pPr rtl="0"/>
            <a:r>
              <a:rPr lang="zh-TW" altLang="en-US"/>
              <a:t>主題五</a:t>
            </a:r>
          </a:p>
        </p:txBody>
      </p:sp>
      <p:sp>
        <p:nvSpPr>
          <p:cNvPr id="17" name="頁尾版面配置區 16">
            <a:extLst>
              <a:ext uri="{FF2B5EF4-FFF2-40B4-BE49-F238E27FC236}">
                <a16:creationId xmlns:a16="http://schemas.microsoft.com/office/drawing/2014/main" id="{9011F41C-F343-402F-840A-70C98C30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D2077A5E-18AF-4957-9966-6DBE3C4A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39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0BF798-8948-401D-89CE-1ED6136E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529D8B-2C12-43D2-BC28-8FA4895C9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3557016" cy="3760891"/>
          </a:xfrm>
        </p:spPr>
        <p:txBody>
          <a:bodyPr rtlCol="0"/>
          <a:lstStyle/>
          <a:p>
            <a:pPr rtl="0"/>
            <a:r>
              <a:rPr lang="zh-TW" altLang="en-US"/>
              <a:t>使用 </a:t>
            </a:r>
            <a:r>
              <a:rPr lang="en-US" altLang="zh-TW"/>
              <a:t>PowerPoint</a:t>
            </a:r>
            <a:r>
              <a:rPr lang="zh-TW" altLang="en-US"/>
              <a:t>，您可以隨時隨地建立簡報並與其他人分享。在此處輸入任何文字以開始使用。您也可以在這個範本上新增影像、美工圖案和影片。儲存至 </a:t>
            </a:r>
            <a:r>
              <a:rPr lang="en-US" altLang="zh-TW"/>
              <a:t>OneDrive </a:t>
            </a:r>
            <a:r>
              <a:rPr lang="zh-TW" altLang="en-US"/>
              <a:t>並從電腦、平板電腦或手機存取您的簡報。 </a:t>
            </a:r>
          </a:p>
        </p:txBody>
      </p:sp>
      <p:pic>
        <p:nvPicPr>
          <p:cNvPr id="8" name="圖片版面配置區 7" descr="在電腦前面帶微笑的女士">
            <a:extLst>
              <a:ext uri="{FF2B5EF4-FFF2-40B4-BE49-F238E27FC236}">
                <a16:creationId xmlns:a16="http://schemas.microsoft.com/office/drawing/2014/main" id="{F9CB6B5C-CC4C-49BD-96A3-CBE188D3D1D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" b="133"/>
          <a:stretch/>
        </p:blipFill>
        <p:spPr>
          <a:xfrm>
            <a:off x="4974336" y="2112264"/>
            <a:ext cx="3035808" cy="1837944"/>
          </a:xfrm>
        </p:spPr>
      </p:pic>
      <p:pic>
        <p:nvPicPr>
          <p:cNvPr id="12" name="圖片版面配置區 11" descr="坐在桌前的商務人士們">
            <a:extLst>
              <a:ext uri="{FF2B5EF4-FFF2-40B4-BE49-F238E27FC236}">
                <a16:creationId xmlns:a16="http://schemas.microsoft.com/office/drawing/2014/main" id="{B466B10D-3068-493B-874B-7199B529DF7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" b="90"/>
          <a:stretch/>
        </p:blipFill>
        <p:spPr>
          <a:xfrm>
            <a:off x="4974336" y="4032504"/>
            <a:ext cx="3035808" cy="1837944"/>
          </a:xfrm>
        </p:spPr>
      </p:pic>
      <p:pic>
        <p:nvPicPr>
          <p:cNvPr id="10" name="圖片版面配置區 9" descr="坐在桌子前的一群人">
            <a:extLst>
              <a:ext uri="{FF2B5EF4-FFF2-40B4-BE49-F238E27FC236}">
                <a16:creationId xmlns:a16="http://schemas.microsoft.com/office/drawing/2014/main" id="{517F2C9B-7C2D-45DA-928A-D0AC3E7694F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" r="60"/>
          <a:stretch/>
        </p:blipFill>
        <p:spPr>
          <a:xfrm>
            <a:off x="8110728" y="2112264"/>
            <a:ext cx="3035808" cy="3758184"/>
          </a:xfrm>
        </p:spPr>
      </p:pic>
      <p:sp>
        <p:nvSpPr>
          <p:cNvPr id="14" name="頁尾版面配置區 13">
            <a:extLst>
              <a:ext uri="{FF2B5EF4-FFF2-40B4-BE49-F238E27FC236}">
                <a16:creationId xmlns:a16="http://schemas.microsoft.com/office/drawing/2014/main" id="{10BD52C4-306B-4FA3-8235-FAE3F72C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FAC43D02-FCA1-4880-8376-FFDCFB5A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08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66122A-795E-4E91-8829-A4FC066F2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 rtlCol="0"/>
          <a:lstStyle/>
          <a:p>
            <a:pPr rtl="0"/>
            <a:r>
              <a:rPr lang="zh-TW" altLang="en-US"/>
              <a:t>主題一	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C640DA6-8ED2-417B-AF45-F0A81358F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pic>
        <p:nvPicPr>
          <p:cNvPr id="8" name="圖片版面配置區 7" descr="坐在桌前的商務人士">
            <a:extLst>
              <a:ext uri="{FF2B5EF4-FFF2-40B4-BE49-F238E27FC236}">
                <a16:creationId xmlns:a16="http://schemas.microsoft.com/office/drawing/2014/main" id="{30A69154-5AEF-482B-8078-1C838D84E5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>
          <a:xfrm>
            <a:off x="635000" y="640080"/>
            <a:ext cx="3544888" cy="3931920"/>
          </a:xfrm>
        </p:spPr>
      </p:pic>
      <p:pic>
        <p:nvPicPr>
          <p:cNvPr id="10" name="圖片版面配置區 9" descr="握手">
            <a:extLst>
              <a:ext uri="{FF2B5EF4-FFF2-40B4-BE49-F238E27FC236}">
                <a16:creationId xmlns:a16="http://schemas.microsoft.com/office/drawing/2014/main" id="{0488325E-7ADF-4704-A2E1-56E5FE6A07B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>
          <a:xfrm>
            <a:off x="4343400" y="640080"/>
            <a:ext cx="3544888" cy="3931920"/>
          </a:xfrm>
        </p:spPr>
      </p:pic>
      <p:pic>
        <p:nvPicPr>
          <p:cNvPr id="12" name="圖片版面配置區 11" descr="在會議室中的一群人">
            <a:extLst>
              <a:ext uri="{FF2B5EF4-FFF2-40B4-BE49-F238E27FC236}">
                <a16:creationId xmlns:a16="http://schemas.microsoft.com/office/drawing/2014/main" id="{A50BFFD1-BE57-4E02-8975-9A1D6405935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" b="40"/>
          <a:stretch/>
        </p:blipFill>
        <p:spPr>
          <a:xfrm>
            <a:off x="8028432" y="640080"/>
            <a:ext cx="3544888" cy="3931920"/>
          </a:xfrm>
        </p:spPr>
      </p:pic>
    </p:spTree>
    <p:extLst>
      <p:ext uri="{BB962C8B-B14F-4D97-AF65-F5344CB8AC3E}">
        <p14:creationId xmlns:p14="http://schemas.microsoft.com/office/powerpoint/2010/main" val="180652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EA32F0-1738-4EDC-912D-4960AC57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表格</a:t>
            </a:r>
          </a:p>
        </p:txBody>
      </p:sp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B7394432-BA72-4559-82ED-85E55064B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087099"/>
              </p:ext>
            </p:extLst>
          </p:nvPr>
        </p:nvGraphicFramePr>
        <p:xfrm>
          <a:off x="1189038" y="2312988"/>
          <a:ext cx="10058400" cy="251626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8343212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65555751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29878539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99143478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3321996"/>
                    </a:ext>
                  </a:extLst>
                </a:gridCol>
              </a:tblGrid>
              <a:tr h="503253">
                <a:tc>
                  <a:txBody>
                    <a:bodyPr/>
                    <a:lstStyle/>
                    <a:p>
                      <a:pPr algn="ctr" rtl="0"/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altLang="en-US" b="1" noProof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  <a:endParaRPr lang="zh-TW" altLang="en-US" b="1" noProof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  <a:endParaRPr lang="zh-TW" altLang="en-US" b="1" noProof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 </a:t>
                      </a:r>
                      <a:r>
                        <a:rPr lang="en-US" altLang="zh-TW" b="1" noProof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endParaRPr lang="zh-TW" altLang="en-US" b="1" noProof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2163857"/>
                  </a:ext>
                </a:extLst>
              </a:tr>
              <a:tr h="503253"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4.5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2.3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1.7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  <a:r>
                        <a:rPr lang="en-US" altLang="zh-TW" b="0" i="0" noProof="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.0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4581081"/>
                  </a:ext>
                </a:extLst>
              </a:tr>
              <a:tr h="503253"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3.2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5.1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4.4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  <a:r>
                        <a:rPr lang="en-US" altLang="zh-TW" b="0" i="0" noProof="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.0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4440110"/>
                  </a:ext>
                </a:extLst>
              </a:tr>
              <a:tr h="503253"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2.1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1.7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2.5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2.8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5650255"/>
                  </a:ext>
                </a:extLst>
              </a:tr>
              <a:tr h="503253"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項目 </a:t>
                      </a:r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4.5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2.2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1.7</a:t>
                      </a:r>
                      <a:endParaRPr lang="zh-TW" altLang="en-US" noProof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noProof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7</a:t>
                      </a:r>
                      <a:r>
                        <a:rPr lang="en-US" altLang="zh-TW" b="0" i="0" noProof="0" dirty="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.0</a:t>
                      </a:r>
                      <a:endParaRPr lang="zh-TW" altLang="en-US" noProof="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6671868"/>
                  </a:ext>
                </a:extLst>
              </a:tr>
            </a:tbl>
          </a:graphicData>
        </a:graphic>
      </p:graphicFrame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2E079E-4276-4B57-A7D9-BB273933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0A7D0C-4965-4C81-9F41-C8790BCC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277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7DA3A-207F-49B1-B04B-4ABF2C16B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 rtlCol="0"/>
          <a:lstStyle/>
          <a:p>
            <a:pPr rtl="0"/>
            <a:r>
              <a:rPr lang="zh-TW" altLang="en-US"/>
              <a:t>想要讓事情有個起頭，只要停止</a:t>
            </a:r>
            <a:br>
              <a:rPr lang="zh-TW" altLang="en-US"/>
            </a:br>
            <a:r>
              <a:rPr lang="zh-TW" altLang="en-US"/>
              <a:t>坐而言而是起而行。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2BCFD34-C8EF-415B-8FA0-16D34102B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 rtlCol="0"/>
          <a:lstStyle/>
          <a:p>
            <a:pPr rtl="0"/>
            <a:r>
              <a:rPr lang="zh-TW" altLang="en-US"/>
              <a:t>華特迪士尼</a:t>
            </a:r>
          </a:p>
        </p:txBody>
      </p:sp>
      <p:pic>
        <p:nvPicPr>
          <p:cNvPr id="7" name="圖片版面配置區 6" descr="人員在辦公室中的圖片">
            <a:extLst>
              <a:ext uri="{FF2B5EF4-FFF2-40B4-BE49-F238E27FC236}">
                <a16:creationId xmlns:a16="http://schemas.microsoft.com/office/drawing/2014/main" id="{0F5186A0-E015-4AA1-84AF-2574476B44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642938" y="640080"/>
            <a:ext cx="5449824" cy="2743200"/>
          </a:xfrm>
        </p:spPr>
      </p:pic>
      <p:pic>
        <p:nvPicPr>
          <p:cNvPr id="9" name="圖片版面配置區 8" descr="坐在桌子前的一群人">
            <a:extLst>
              <a:ext uri="{FF2B5EF4-FFF2-40B4-BE49-F238E27FC236}">
                <a16:creationId xmlns:a16="http://schemas.microsoft.com/office/drawing/2014/main" id="{D9DBB85A-7E90-4430-A99A-153BDA53DE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640080" y="3474720"/>
            <a:ext cx="5449824" cy="2743200"/>
          </a:xfrm>
        </p:spPr>
      </p:pic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EE9F877C-9A6C-4DDB-B804-DE76AD1C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BC85B0AB-DC16-4789-95F3-60E6BB1BE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04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AC368-E9BD-4EC4-9A06-80317CCF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小組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4C5FA6EA-2BC3-453A-8070-E2061A52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897BF9A-AF19-4A73-9226-CCCAF4B8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7</a:t>
            </a:fld>
            <a:endParaRPr lang="zh-TW" altLang="en-US"/>
          </a:p>
        </p:txBody>
      </p:sp>
      <p:pic>
        <p:nvPicPr>
          <p:cNvPr id="33" name="圖片版面配置區 32" descr="大頭照">
            <a:extLst>
              <a:ext uri="{FF2B5EF4-FFF2-40B4-BE49-F238E27FC236}">
                <a16:creationId xmlns:a16="http://schemas.microsoft.com/office/drawing/2014/main" id="{A487400E-BCDE-4D7D-8CDC-A7DCD6E190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47" b="147"/>
          <a:stretch/>
        </p:blipFill>
        <p:spPr>
          <a:xfrm>
            <a:off x="1188720" y="2774209"/>
            <a:ext cx="2340864" cy="1828800"/>
          </a:xfrm>
        </p:spPr>
      </p:pic>
      <p:pic>
        <p:nvPicPr>
          <p:cNvPr id="34" name="圖片版面配置區 33" descr="大頭照">
            <a:extLst>
              <a:ext uri="{FF2B5EF4-FFF2-40B4-BE49-F238E27FC236}">
                <a16:creationId xmlns:a16="http://schemas.microsoft.com/office/drawing/2014/main" id="{F50A325F-CA57-40B2-A6CE-2D8340108C0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 t="181" b="181"/>
          <a:stretch/>
        </p:blipFill>
        <p:spPr>
          <a:xfrm>
            <a:off x="3729685" y="2767763"/>
            <a:ext cx="2340864" cy="1828800"/>
          </a:xfrm>
        </p:spPr>
      </p:pic>
      <p:pic>
        <p:nvPicPr>
          <p:cNvPr id="35" name="圖片版面配置區 34" descr="大頭照">
            <a:extLst>
              <a:ext uri="{FF2B5EF4-FFF2-40B4-BE49-F238E27FC236}">
                <a16:creationId xmlns:a16="http://schemas.microsoft.com/office/drawing/2014/main" id="{D82217A8-B824-4634-A18B-E5CDAFA84AD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/>
          <a:srcRect t="181" b="181"/>
          <a:stretch/>
        </p:blipFill>
        <p:spPr>
          <a:xfrm>
            <a:off x="6270650" y="2776437"/>
            <a:ext cx="2340864" cy="1828800"/>
          </a:xfrm>
        </p:spPr>
      </p:pic>
      <p:pic>
        <p:nvPicPr>
          <p:cNvPr id="36" name="圖片版面配置區 35" descr="大頭照">
            <a:extLst>
              <a:ext uri="{FF2B5EF4-FFF2-40B4-BE49-F238E27FC236}">
                <a16:creationId xmlns:a16="http://schemas.microsoft.com/office/drawing/2014/main" id="{878611DF-EE79-45BF-9EA3-EFF76C908A3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/>
          <a:srcRect t="147" b="147"/>
          <a:stretch/>
        </p:blipFill>
        <p:spPr>
          <a:xfrm>
            <a:off x="8811615" y="2771021"/>
            <a:ext cx="2340864" cy="1828800"/>
          </a:xfrm>
        </p:spPr>
      </p:pic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D5B0D5C8-78CB-4A2A-A852-21F9C2BE96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88720" y="481086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姓名</a:t>
            </a:r>
          </a:p>
          <a:p>
            <a:pPr rtl="0"/>
            <a:endParaRPr lang="zh-TW" altLang="en-US"/>
          </a:p>
        </p:txBody>
      </p:sp>
      <p:sp>
        <p:nvSpPr>
          <p:cNvPr id="25" name="文字版面配置區 24">
            <a:extLst>
              <a:ext uri="{FF2B5EF4-FFF2-40B4-BE49-F238E27FC236}">
                <a16:creationId xmlns:a16="http://schemas.microsoft.com/office/drawing/2014/main" id="{8F1F8A23-8FD1-47A6-B643-09E0A5995F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88720" y="520559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職稱</a:t>
            </a:r>
          </a:p>
          <a:p>
            <a:pPr rtl="0"/>
            <a:endParaRPr lang="zh-TW" altLang="en-US"/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2A21BB3C-3B18-410C-9F53-0814BB8466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29319" y="481086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姓名</a:t>
            </a:r>
          </a:p>
          <a:p>
            <a:pPr rtl="0"/>
            <a:endParaRPr lang="zh-TW" altLang="en-US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6804ECC-06C1-4232-A95F-6EC7D460A6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29009" y="520559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職稱</a:t>
            </a:r>
          </a:p>
          <a:p>
            <a:pPr rtl="0"/>
            <a:endParaRPr lang="zh-TW" altLang="en-US"/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1471AEBC-F4CB-45DD-B89C-70EE9DFD20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9918" y="481086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姓名</a:t>
            </a:r>
          </a:p>
          <a:p>
            <a:pPr rtl="0"/>
            <a:endParaRPr lang="zh-TW" altLang="en-US"/>
          </a:p>
        </p:txBody>
      </p:sp>
      <p:sp>
        <p:nvSpPr>
          <p:cNvPr id="29" name="文字版面配置區 28">
            <a:extLst>
              <a:ext uri="{FF2B5EF4-FFF2-40B4-BE49-F238E27FC236}">
                <a16:creationId xmlns:a16="http://schemas.microsoft.com/office/drawing/2014/main" id="{28DEF560-5505-47ED-86F0-4C4C91B4BA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69298" y="520559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職稱</a:t>
            </a:r>
          </a:p>
          <a:p>
            <a:pPr rtl="0"/>
            <a:endParaRPr lang="zh-TW" altLang="en-US"/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01A0CE1D-79C2-4A09-8105-CEC147F7A03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10516" y="481086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姓名</a:t>
            </a:r>
          </a:p>
          <a:p>
            <a:pPr rtl="0"/>
            <a:endParaRPr lang="zh-TW" altLang="en-US"/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CF512590-D2C9-44C2-BB73-FCE17EA8EE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09588" y="5205596"/>
            <a:ext cx="2340864" cy="347662"/>
          </a:xfrm>
        </p:spPr>
        <p:txBody>
          <a:bodyPr rtlCol="0"/>
          <a:lstStyle/>
          <a:p>
            <a:pPr rtl="0"/>
            <a:r>
              <a:rPr lang="zh-TW" altLang="en-US"/>
              <a:t>職稱</a:t>
            </a:r>
          </a:p>
          <a:p>
            <a:pPr rtl="0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072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7298F-B272-4BC5-BFF2-053334392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 dirty="0"/>
              <a:t>時間表</a:t>
            </a:r>
          </a:p>
        </p:txBody>
      </p:sp>
      <p:graphicFrame>
        <p:nvGraphicFramePr>
          <p:cNvPr id="7" name="內容版面配置區 3" descr="時間表預留位置 ">
            <a:extLst>
              <a:ext uri="{FF2B5EF4-FFF2-40B4-BE49-F238E27FC236}">
                <a16:creationId xmlns:a16="http://schemas.microsoft.com/office/drawing/2014/main" id="{F78E5D95-BEAB-4D62-BE19-18BB49582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563799"/>
              </p:ext>
            </p:extLst>
          </p:nvPr>
        </p:nvGraphicFramePr>
        <p:xfrm>
          <a:off x="1189038" y="2463800"/>
          <a:ext cx="9966325" cy="3368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F0EE3B-7C1A-4927-A603-3575824B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 dirty="0"/>
              <a:t>範例頁尾文字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B37ACF-49F1-45AA-BB16-6A58A160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2213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AF26291-2E41-4809-A8FA-90933871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內容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C773E7D-C98A-4511-AF8E-DB3DD25E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8720" y="2057400"/>
            <a:ext cx="4639736" cy="736282"/>
          </a:xfrm>
        </p:spPr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6FC67F0-B539-4C92-A484-3CAD20620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2958274"/>
            <a:ext cx="4639736" cy="2910821"/>
          </a:xfrm>
        </p:spPr>
        <p:txBody>
          <a:bodyPr rtlCol="0"/>
          <a:lstStyle/>
          <a:p>
            <a:pPr rtl="0"/>
            <a:r>
              <a:rPr lang="zh-TW" altLang="en-US"/>
              <a:t>新增文字、影像、美工圖案和影片。 </a:t>
            </a:r>
          </a:p>
          <a:p>
            <a:pPr rtl="0"/>
            <a:r>
              <a:rPr lang="zh-TW" altLang="en-US"/>
              <a:t>新增轉場效果、動畫和動態效果。 </a:t>
            </a:r>
          </a:p>
          <a:p>
            <a:pPr rtl="0"/>
            <a:r>
              <a:rPr lang="zh-TW" altLang="en-US"/>
              <a:t>儲存至 </a:t>
            </a:r>
            <a:r>
              <a:rPr lang="en-US" altLang="zh-TW"/>
              <a:t>OneDrive </a:t>
            </a:r>
            <a:r>
              <a:rPr lang="zh-TW" altLang="en-US"/>
              <a:t>以便從電腦、平板電腦或手機取得您的簡報。 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2D2047B8-5E64-4762-9724-3912C8685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386275D-C332-407D-9E55-4E1F4A08F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rtl="0"/>
            <a:r>
              <a:rPr lang="zh-TW" altLang="en-US"/>
              <a:t>開啟 </a:t>
            </a:r>
            <a:r>
              <a:rPr lang="en-US" altLang="zh-TW"/>
              <a:t>[</a:t>
            </a:r>
            <a:r>
              <a:rPr lang="zh-TW" altLang="en-US"/>
              <a:t>設計構想</a:t>
            </a:r>
            <a:r>
              <a:rPr lang="en-US" altLang="zh-TW"/>
              <a:t>] </a:t>
            </a:r>
            <a:r>
              <a:rPr lang="zh-TW" altLang="en-US"/>
              <a:t>窗格即時美化投影片。 </a:t>
            </a:r>
          </a:p>
          <a:p>
            <a:pPr rtl="0"/>
            <a:r>
              <a:rPr lang="zh-TW" altLang="en-US"/>
              <a:t>當我們有設計構想時，就會在這裡將它們展示給您。 </a:t>
            </a:r>
          </a:p>
          <a:p>
            <a:pPr rtl="0"/>
            <a:endParaRPr lang="zh-TW" altLang="en-US"/>
          </a:p>
        </p:txBody>
      </p:sp>
      <p:sp>
        <p:nvSpPr>
          <p:cNvPr id="10" name="頁尾版面配置區 9">
            <a:extLst>
              <a:ext uri="{FF2B5EF4-FFF2-40B4-BE49-F238E27FC236}">
                <a16:creationId xmlns:a16="http://schemas.microsoft.com/office/drawing/2014/main" id="{EFED1905-4AE3-49D6-818C-17316AB4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F7F09813-C07F-4D58-AC5A-6C8C54DE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75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CDBDF5-397E-4B63-9502-BFA8BD9E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其他內容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EDC0D3-E356-4ECC-9B54-005F69E9E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8720" y="2057400"/>
            <a:ext cx="3200400" cy="736282"/>
          </a:xfrm>
        </p:spPr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1876F8-11DA-45A1-8BDD-361366E1C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2958274"/>
            <a:ext cx="3200400" cy="2910821"/>
          </a:xfrm>
        </p:spPr>
        <p:txBody>
          <a:bodyPr rtlCol="0"/>
          <a:lstStyle/>
          <a:p>
            <a:pPr lvl="0" rtl="0"/>
            <a:r>
              <a:rPr lang="zh-TW" altLang="en-US"/>
              <a:t>新增文字、影像、美工圖案和影片。 </a:t>
            </a:r>
          </a:p>
          <a:p>
            <a:pPr lvl="0" rtl="0"/>
            <a:r>
              <a:rPr lang="zh-TW" altLang="en-US"/>
              <a:t>新增轉場效果、動畫和動態效果。 </a:t>
            </a:r>
          </a:p>
          <a:p>
            <a:pPr lvl="0" rtl="0"/>
            <a:r>
              <a:rPr lang="zh-TW" altLang="en-US"/>
              <a:t>儲存至 </a:t>
            </a:r>
            <a:r>
              <a:rPr lang="en-US" altLang="zh-TW"/>
              <a:t>OneDrive </a:t>
            </a:r>
            <a:r>
              <a:rPr lang="zh-TW" altLang="en-US"/>
              <a:t>以便從電腦、平板電腦或手機取得您的簡報。 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684615-184C-47D0-BE37-55B617625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2000" y="2051331"/>
            <a:ext cx="3200400" cy="736282"/>
          </a:xfrm>
        </p:spPr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67BB74F-ED6F-4D1A-9513-D523A98DC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00" y="2952204"/>
            <a:ext cx="3200400" cy="2910821"/>
          </a:xfrm>
        </p:spPr>
        <p:txBody>
          <a:bodyPr rtlCol="0"/>
          <a:lstStyle/>
          <a:p>
            <a:pPr rtl="0"/>
            <a:r>
              <a:rPr lang="zh-TW" altLang="en-US"/>
              <a:t>開啟 </a:t>
            </a:r>
            <a:r>
              <a:rPr lang="en-US" altLang="zh-TW"/>
              <a:t>[</a:t>
            </a:r>
            <a:r>
              <a:rPr lang="zh-TW" altLang="en-US"/>
              <a:t>設計構想</a:t>
            </a:r>
            <a:r>
              <a:rPr lang="en-US" altLang="zh-TW"/>
              <a:t>] </a:t>
            </a:r>
            <a:r>
              <a:rPr lang="zh-TW" altLang="en-US"/>
              <a:t>窗格即時美化投影片。 </a:t>
            </a:r>
          </a:p>
          <a:p>
            <a:pPr rtl="0"/>
            <a:r>
              <a:rPr lang="zh-TW" altLang="en-US"/>
              <a:t>當我們有設計構想時，就會在這裡將它們展示給您。 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50C2F1AE-742F-498E-906B-B55528B41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55280" y="2057400"/>
            <a:ext cx="3200400" cy="736282"/>
          </a:xfrm>
        </p:spPr>
        <p:txBody>
          <a:bodyPr rtlCol="0"/>
          <a:lstStyle/>
          <a:p>
            <a:pPr rtl="0"/>
            <a:r>
              <a:rPr lang="zh-TW" altLang="en-US"/>
              <a:t>副標題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430BDE48-B997-4CA8-9948-979F7A7B9F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80" y="2958273"/>
            <a:ext cx="3200400" cy="291082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/>
              <a:t>這個 </a:t>
            </a:r>
            <a:r>
              <a:rPr lang="en-US" altLang="zh-TW"/>
              <a:t>PowerPoint </a:t>
            </a:r>
            <a:r>
              <a:rPr lang="zh-TW" altLang="en-US"/>
              <a:t>主題使用它自己獨特的一套色彩、字型和效果來打造這些投影片的整體外觀和感覺。 </a:t>
            </a:r>
          </a:p>
          <a:p>
            <a:pPr rtl="0"/>
            <a:r>
              <a:rPr lang="en-US" altLang="zh-TW"/>
              <a:t>PowerPoint </a:t>
            </a:r>
            <a:r>
              <a:rPr lang="zh-TW" altLang="en-US"/>
              <a:t>有大量的主題，可以讓您的簡報更具個人風格。 </a:t>
            </a:r>
          </a:p>
        </p:txBody>
      </p:sp>
      <p:sp>
        <p:nvSpPr>
          <p:cNvPr id="17" name="頁尾版面配置區 16">
            <a:extLst>
              <a:ext uri="{FF2B5EF4-FFF2-40B4-BE49-F238E27FC236}">
                <a16:creationId xmlns:a16="http://schemas.microsoft.com/office/drawing/2014/main" id="{B5F32026-FD7B-47A9-81A4-2DEE08F8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29B3DD07-50F4-443D-90C5-94635459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612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44E42C-2B5D-4037-AD45-0C89E167E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648" y="1419273"/>
            <a:ext cx="3153580" cy="1358188"/>
          </a:xfrm>
        </p:spPr>
        <p:txBody>
          <a:bodyPr rtlCol="0"/>
          <a:lstStyle/>
          <a:p>
            <a:pPr rtl="0"/>
            <a:r>
              <a:rPr lang="zh-TW" altLang="en-US"/>
              <a:t>摘要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5C2B0B-3B6F-4F09-9F9E-364F55405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48" y="2978254"/>
            <a:ext cx="3153580" cy="2444238"/>
          </a:xfrm>
        </p:spPr>
        <p:txBody>
          <a:bodyPr rtlCol="0">
            <a:normAutofit fontScale="92500"/>
          </a:bodyPr>
          <a:lstStyle/>
          <a:p>
            <a:pPr rtl="0"/>
            <a:r>
              <a:rPr lang="zh-TW" altLang="en-US"/>
              <a:t>使用 </a:t>
            </a:r>
            <a:r>
              <a:rPr lang="en-US" altLang="zh-TW"/>
              <a:t>PowerPoint</a:t>
            </a:r>
            <a:r>
              <a:rPr lang="zh-TW" altLang="en-US"/>
              <a:t>，您可以隨時隨地建立簡報並與其他人分享。在此處輸入任何文字以開始使用。您也可以在這個範本上新增影像、美工圖案和影片。儲存到 </a:t>
            </a:r>
            <a:r>
              <a:rPr lang="en-US" altLang="zh-TW"/>
              <a:t>OneDrive </a:t>
            </a:r>
            <a:r>
              <a:rPr lang="zh-TW" altLang="en-US"/>
              <a:t>並從電腦、平板電腦或手機存取您的簡報。</a:t>
            </a:r>
          </a:p>
        </p:txBody>
      </p:sp>
      <p:pic>
        <p:nvPicPr>
          <p:cNvPr id="7" name="圖片版面配置區 6" descr="桌面的特寫，桌上放著眼鏡、杯子和筆電">
            <a:extLst>
              <a:ext uri="{FF2B5EF4-FFF2-40B4-BE49-F238E27FC236}">
                <a16:creationId xmlns:a16="http://schemas.microsoft.com/office/drawing/2014/main" id="{4A562C5C-7EE0-4E93-9789-1E61C53669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" r="63"/>
          <a:stretch/>
        </p:blipFill>
        <p:spPr>
          <a:xfrm>
            <a:off x="4672584" y="1234440"/>
            <a:ext cx="3264408" cy="4352544"/>
          </a:xfrm>
        </p:spPr>
      </p:pic>
      <p:pic>
        <p:nvPicPr>
          <p:cNvPr id="9" name="圖片版面配置區 8" descr="在拍賣會上舉手的人們 ">
            <a:extLst>
              <a:ext uri="{FF2B5EF4-FFF2-40B4-BE49-F238E27FC236}">
                <a16:creationId xmlns:a16="http://schemas.microsoft.com/office/drawing/2014/main" id="{E4B7E298-8B82-4BBC-BD7F-FB0F1F96499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" b="53"/>
          <a:stretch/>
        </p:blipFill>
        <p:spPr>
          <a:xfrm>
            <a:off x="8275320" y="1234440"/>
            <a:ext cx="3264408" cy="4352544"/>
          </a:xfrm>
        </p:spPr>
      </p:pic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F153F50-8960-41C4-991C-DAA630B3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2CFFA23B-C98F-4AB6-831E-B3945469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995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EC8C2A-D6A8-4036-9B23-884C3448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rtlCol="0"/>
          <a:lstStyle/>
          <a:p>
            <a:pPr rtl="0"/>
            <a:r>
              <a:rPr lang="zh-TW" altLang="en-US"/>
              <a:t>感謝您</a:t>
            </a:r>
          </a:p>
        </p:txBody>
      </p:sp>
      <p:pic>
        <p:nvPicPr>
          <p:cNvPr id="6" name="圖片版面配置區 5" descr="人們在背景中握手">
            <a:extLst>
              <a:ext uri="{FF2B5EF4-FFF2-40B4-BE49-F238E27FC236}">
                <a16:creationId xmlns:a16="http://schemas.microsoft.com/office/drawing/2014/main" id="{7152A34F-5793-48E6-BC6E-4B7215AA9A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r="4"/>
          <a:stretch/>
        </p:blipFill>
        <p:spPr>
          <a:xfrm>
            <a:off x="630936" y="640080"/>
            <a:ext cx="6912864" cy="5312664"/>
          </a:xfr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155294-59B0-43EB-94D1-0BF9E1754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407436"/>
            <a:ext cx="3690257" cy="3461658"/>
          </a:xfrm>
        </p:spPr>
        <p:txBody>
          <a:bodyPr rtlCol="0"/>
          <a:lstStyle/>
          <a:p>
            <a:pPr rtl="0"/>
            <a:r>
              <a:rPr lang="zh-TW" altLang="en-US"/>
              <a:t>簡報者姓名</a:t>
            </a:r>
          </a:p>
          <a:p>
            <a:pPr rtl="0"/>
            <a:r>
              <a:rPr lang="zh-TW" altLang="en-US"/>
              <a:t>電子郵件地址</a:t>
            </a:r>
          </a:p>
          <a:p>
            <a:pPr rtl="0"/>
            <a:r>
              <a:rPr lang="zh-TW" altLang="en-US"/>
              <a:t>網站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245DF86-2313-401C-B445-F7FC4899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r>
              <a:rPr lang="zh-TW" altLang="en-US"/>
              <a:t>範例頁尾文字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962DDF6-E1BF-42A8-8AE8-2E826C47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altLang="zh-TW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7430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5FCB62-95E4-4C92-B513-7B00BDB2A8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806859-B29F-4F92-B2F0-76FC253972D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7A2FD3F-46AE-4866-A9EA-54986E912C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_RetrospectVTI</Template>
  <TotalTime>0</TotalTime>
  <Words>583</Words>
  <Application>Microsoft Office PowerPoint</Application>
  <PresentationFormat>寬螢幕</PresentationFormat>
  <Paragraphs>116</Paragraphs>
  <Slides>12</Slides>
  <Notes>12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RetrospectVTI</vt:lpstr>
      <vt:lpstr>簡報標題</vt:lpstr>
      <vt:lpstr>議程</vt:lpstr>
      <vt:lpstr>簡介</vt:lpstr>
      <vt:lpstr>主題一 </vt:lpstr>
      <vt:lpstr>表格</vt:lpstr>
      <vt:lpstr>想要讓事情有個起頭，只要停止 坐而言而是起而行。</vt:lpstr>
      <vt:lpstr>小組</vt:lpstr>
      <vt:lpstr>時間表</vt:lpstr>
      <vt:lpstr>內容</vt:lpstr>
      <vt:lpstr>其他內容</vt:lpstr>
      <vt:lpstr>摘要</vt:lpstr>
      <vt:lpstr>感謝您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2026-01-09T05:14:12Z</dcterms:created>
  <dcterms:modified xsi:type="dcterms:W3CDTF">2026-01-09T05:14:25Z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