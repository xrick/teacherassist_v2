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_rels/.rels" ContentType="application/vnd.openxmlformats-package.relationships+xml"/>
  <Override PartName="/customXml/item1.xml" ContentType="application/xml"/>
  <Override PartName="/customXml/itemProps1.xml" ContentType="application/vnd.openxmlformats-officedocument.customXmlProperties+xml"/>
  <Override PartName="/customXml/item2.xml" ContentType="application/xml"/>
  <Override PartName="/customXml/_rels/item3.xml.rels" ContentType="application/vnd.openxmlformats-package.relationships+xml"/>
  <Override PartName="/customXml/_rels/item2.xml.rels" ContentType="application/vnd.openxmlformats-package.relationships+xml"/>
  <Override PartName="/customXml/_rels/item1.xml.rels" ContentType="application/vnd.openxmlformats-package.relationships+xml"/>
  <Override PartName="/customXml/itemProps2.xml" ContentType="application/vnd.openxmlformats-officedocument.customXmlProperties+xml"/>
  <Override PartName="/customXml/item3.xml" ContentType="application/xml"/>
  <Override PartName="/customXml/itemProps3.xml" ContentType="application/vnd.openxmlformats-officedocument.customXmlProperties+xml"/>
  <Override PartName="/docMetadata/LabelInfo.xml" ContentType="application/xml"/>
  <Override PartName="/ppt/presentation.xml" ContentType="application/vnd.openxmlformats-officedocument.presentationml.presentation.main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3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10.xml" ContentType="application/vnd.openxmlformats-officedocument.theme+xml"/>
  <Override PartName="/ppt/theme/theme5.xml" ContentType="application/vnd.openxmlformats-officedocument.theme+xml"/>
  <Override PartName="/ppt/theme/theme11.xml" ContentType="application/vnd.openxmlformats-officedocument.theme+xml"/>
  <Override PartName="/ppt/theme/theme6.xml" ContentType="application/vnd.openxmlformats-officedocument.theme+xml"/>
  <Override PartName="/ppt/theme/theme12.xml" ContentType="application/vnd.openxmlformats-officedocument.theme+xml"/>
  <Override PartName="/ppt/theme/theme7.xml" ContentType="application/vnd.openxmlformats-officedocument.theme+xml"/>
  <Override PartName="/ppt/theme/theme13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notesSlides/_rels/notesSlide7.xml.rels" ContentType="application/vnd.openxmlformats-package.relationships+xml"/>
  <Override PartName="/ppt/notesSlides/_rels/notesSlide1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_rels/presentation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140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44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133.xml.rels" ContentType="application/vnd.openxmlformats-package.relationships+xml"/>
  <Override PartName="/ppt/slideLayouts/_rels/slideLayout142.xml.rels" ContentType="application/vnd.openxmlformats-package.relationships+xml"/>
  <Override PartName="/ppt/slideLayouts/_rels/slideLayout112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38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32.xml.rels" ContentType="application/vnd.openxmlformats-package.relationships+xml"/>
  <Override PartName="/ppt/slideLayouts/_rels/slideLayout141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137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36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1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143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113.xml.rels" ContentType="application/vnd.openxmlformats-package.relationships+xml"/>
  <Override PartName="/ppt/slideLayouts/_rels/slideLayout109.xml.rels" ContentType="application/vnd.openxmlformats-package.relationships+xml"/>
  <Override PartName="/ppt/slideLayouts/_rels/slideLayout120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15.xml.rels" ContentType="application/vnd.openxmlformats-package.relationships+xml"/>
  <Override PartName="/ppt/slideLayouts/_rels/slideLayout122.xml.rels" ContentType="application/vnd.openxmlformats-package.relationships+xml"/>
  <Override PartName="/ppt/slideLayouts/_rels/slideLayout110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18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123.xml.rels" ContentType="application/vnd.openxmlformats-package.relationships+xml"/>
  <Override PartName="/ppt/slideLayouts/_rels/slideLayout121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139.xml.rels" ContentType="application/vnd.openxmlformats-package.relationships+xml"/>
  <Override PartName="/ppt/slideLayouts/_rels/slideLayout13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130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13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2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34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10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27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1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125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126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119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16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117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129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3.xml.rels" ContentType="application/vnd.openxmlformats-package.relationships+xml"/>
  <Override PartName="/ppt/slideLayouts/slideLayout124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media/image1.png" ContentType="image/png"/>
  <Override PartName="/ppt/media/image3.jpeg" ContentType="image/jpeg"/>
  <Override PartName="/ppt/media/image2.jpeg" ContentType="image/jpeg"/>
  <Override PartName="/ppt/media/image4.jpeg" ContentType="image/jpeg"/>
  <Override PartName="/ppt/media/image5.jpeg" ContentType="image/jpeg"/>
  <Override PartName="/ppt/media/image10.jpeg" ContentType="image/jpeg"/>
  <Override PartName="/ppt/media/image6.jpeg" ContentType="image/jpeg"/>
  <Override PartName="/ppt/media/image11.jpeg" ContentType="image/jpeg"/>
  <Override PartName="/ppt/media/image7.jpeg" ContentType="image/jpeg"/>
  <Override PartName="/ppt/media/image12.jpeg" ContentType="image/jpeg"/>
  <Override PartName="/ppt/media/image8.jpeg" ContentType="image/jpeg"/>
  <Override PartName="/ppt/media/image13.jpeg" ContentType="image/jpeg"/>
  <Override PartName="/ppt/media/image9.jpeg" ContentType="image/jpe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microsoft.com/office/2020/02/relationships/classificationlabels" Target="docMetadata/LabelInfo.xml"/><Relationship Id="rId8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  <p:sldMasterId id="2147483765" r:id="rId11"/>
    <p:sldMasterId id="2147483778" r:id="rId12"/>
    <p:sldMasterId id="2147483791" r:id="rId13"/>
  </p:sldMasterIdLst>
  <p:notesMasterIdLst>
    <p:notesMasterId r:id="rId14"/>
  </p:notesMasterIdLst>
  <p:sldIdLst>
    <p:sldId id="256" r:id="rId15"/>
    <p:sldId id="257" r:id="rId16"/>
    <p:sldId id="258" r:id="rId17"/>
    <p:sldId id="259" r:id="rId18"/>
    <p:sldId id="260" r:id="rId19"/>
    <p:sldId id="261" r:id="rId20"/>
    <p:sldId id="262" r:id="rId21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zh-CN" sz="1800" spc="-1" strike="noStrike">
                <a:solidFill>
                  <a:srgbClr val="000000"/>
                </a:solidFill>
                <a:latin typeface="Calibri"/>
              </a:rPr>
              <a:t>請按這裡移動投影片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5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TW" sz="2000" spc="-1" strike="noStrike">
                <a:latin typeface="Arial"/>
              </a:rPr>
              <a:t>請按這裡編輯備註格式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55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&lt;頁首&gt;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558" name="PlaceHolder 4"/>
          <p:cNvSpPr>
            <a:spLocks noGrp="1"/>
          </p:cNvSpPr>
          <p:nvPr>
            <p:ph type="dt" idx="3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&lt;日期/時間&gt;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559" name="PlaceHolder 5"/>
          <p:cNvSpPr>
            <a:spLocks noGrp="1"/>
          </p:cNvSpPr>
          <p:nvPr>
            <p:ph type="ftr" idx="3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&lt;頁尾&gt;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560" name="PlaceHolder 6"/>
          <p:cNvSpPr>
            <a:spLocks noGrp="1"/>
          </p:cNvSpPr>
          <p:nvPr>
            <p:ph type="sldNum" idx="3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905CB78C-5FFF-4FE8-93D2-B5AC5B94E741}" type="slidenum">
              <a:rPr b="0" lang="en-US" sz="1400" spc="-1" strike="noStrike">
                <a:latin typeface="Times New Roman"/>
              </a:rPr>
              <a:t>&lt;編號&gt;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603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Microsoft JhengHei UI"/>
                <a:ea typeface="Microsoft JhengHei U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AC1C1AE-394F-4427-B483-5F5DA7ECA181}" type="slidenum">
              <a:rPr b="0" lang="en-US" sz="1200" spc="-1" strike="noStrike">
                <a:latin typeface="Microsoft JhengHei UI"/>
                <a:ea typeface="Microsoft JhengHei UI"/>
              </a:rPr>
              <a:t>&lt;編號&gt;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606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Microsoft JhengHei UI"/>
                <a:ea typeface="Microsoft JhengHei U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1887613-13B7-48B8-BEA9-BD37E71ECB8D}" type="slidenum">
              <a:rPr b="0" lang="en-US" sz="1200" spc="-1" strike="noStrike">
                <a:latin typeface="Microsoft JhengHei UI"/>
                <a:ea typeface="Microsoft JhengHei UI"/>
              </a:rPr>
              <a:t>&lt;編號&gt;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609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Microsoft JhengHei UI"/>
                <a:ea typeface="Microsoft JhengHei U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C6B616F-E403-402E-9541-F9F122665D36}" type="slidenum">
              <a:rPr b="0" lang="en-US" sz="1200" spc="-1" strike="noStrike">
                <a:latin typeface="Microsoft JhengHei UI"/>
                <a:ea typeface="Microsoft JhengHei UI"/>
              </a:rPr>
              <a:t>&lt;編號&gt;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612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Microsoft JhengHei UI"/>
                <a:ea typeface="Microsoft JhengHei U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3EB829F-AD5C-46DE-9D97-44B64ABC1C70}" type="slidenum">
              <a:rPr b="0" lang="en-US" sz="1200" spc="-1" strike="noStrike">
                <a:latin typeface="Microsoft JhengHei UI"/>
                <a:ea typeface="Microsoft JhengHei UI"/>
              </a:rPr>
              <a:t>&lt;編號&gt;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615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Microsoft JhengHei UI"/>
                <a:ea typeface="Microsoft JhengHei U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E76DC40-AEF5-431B-80AA-64FB78207B3E}" type="slidenum">
              <a:rPr b="0" lang="en-US" sz="1200" spc="-1" strike="noStrike">
                <a:latin typeface="Microsoft JhengHei UI"/>
                <a:ea typeface="Microsoft JhengHei UI"/>
              </a:rPr>
              <a:t>&lt;編號&gt;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618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Microsoft JhengHei UI"/>
                <a:ea typeface="Microsoft JhengHei U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EF0F2C0-F773-495C-93FA-04D86BFB3AD1}" type="slidenum">
              <a:rPr b="0" lang="en-US" sz="1200" spc="-1" strike="noStrike">
                <a:latin typeface="Microsoft JhengHei UI"/>
                <a:ea typeface="Microsoft JhengHei UI"/>
              </a:rPr>
              <a:t>&lt;編號&gt;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621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Microsoft JhengHei UI"/>
                <a:ea typeface="Microsoft JhengHei U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2425700-9CAD-4698-AB71-549022ADEC50}" type="slidenum">
              <a:rPr b="0" lang="en-US" sz="1200" spc="-1" strike="noStrike">
                <a:latin typeface="Microsoft JhengHei UI"/>
                <a:ea typeface="Microsoft JhengHei UI"/>
              </a:rPr>
              <a:t>&lt;編號&gt;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948600" y="2978280"/>
            <a:ext cx="31532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31532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948600" y="1419120"/>
            <a:ext cx="3153240" cy="629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256464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948600" y="425520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256464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201492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308124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94860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201492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308124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0B2864C-6848-4939-A711-0C04EF98CD2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subTitle"/>
          </p:nvPr>
        </p:nvSpPr>
        <p:spPr>
          <a:xfrm>
            <a:off x="948600" y="2978280"/>
            <a:ext cx="31532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E6831CB-C426-4D25-882F-9362E66E7C0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31532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043AD0F-14CD-4185-A9BF-679C8C8FDEE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A73F181-EA1D-40A8-8070-86498856E40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5A62F5A-08DF-45F4-8F67-54E1D680A27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subTitle"/>
          </p:nvPr>
        </p:nvSpPr>
        <p:spPr>
          <a:xfrm>
            <a:off x="948600" y="1419120"/>
            <a:ext cx="3153240" cy="629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81B1DA1-9C61-4290-8FE5-AE54C809391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4C047CA-CCAF-4E7E-8823-887FA67913B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/>
          </p:nvPr>
        </p:nvSpPr>
        <p:spPr>
          <a:xfrm>
            <a:off x="256464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8607E97-BA4A-4838-8C42-53A9D0DC7EC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0FF858C-BE78-485A-A584-7FE4706378E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/>
          </p:nvPr>
        </p:nvSpPr>
        <p:spPr>
          <a:xfrm>
            <a:off x="948600" y="425520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E1C6C36-6105-4E06-ACFD-857515E9650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/>
          </p:nvPr>
        </p:nvSpPr>
        <p:spPr>
          <a:xfrm>
            <a:off x="256464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C3E30EF-81ED-421B-B016-F585D77C951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/>
          </p:nvPr>
        </p:nvSpPr>
        <p:spPr>
          <a:xfrm>
            <a:off x="201492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87" name="PlaceHolder 4"/>
          <p:cNvSpPr>
            <a:spLocks noGrp="1"/>
          </p:cNvSpPr>
          <p:nvPr>
            <p:ph/>
          </p:nvPr>
        </p:nvSpPr>
        <p:spPr>
          <a:xfrm>
            <a:off x="308124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88" name="PlaceHolder 5"/>
          <p:cNvSpPr>
            <a:spLocks noGrp="1"/>
          </p:cNvSpPr>
          <p:nvPr>
            <p:ph/>
          </p:nvPr>
        </p:nvSpPr>
        <p:spPr>
          <a:xfrm>
            <a:off x="94860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89" name="PlaceHolder 6"/>
          <p:cNvSpPr>
            <a:spLocks noGrp="1"/>
          </p:cNvSpPr>
          <p:nvPr>
            <p:ph/>
          </p:nvPr>
        </p:nvSpPr>
        <p:spPr>
          <a:xfrm>
            <a:off x="201492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90" name="PlaceHolder 7"/>
          <p:cNvSpPr>
            <a:spLocks noGrp="1"/>
          </p:cNvSpPr>
          <p:nvPr>
            <p:ph/>
          </p:nvPr>
        </p:nvSpPr>
        <p:spPr>
          <a:xfrm>
            <a:off x="308124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A54DFA4-4328-4398-9527-393CF3DECDF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AB22DB2D-EEC8-4146-AF23-88ACBB70C23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ubTitle"/>
          </p:nvPr>
        </p:nvSpPr>
        <p:spPr>
          <a:xfrm>
            <a:off x="948600" y="2978280"/>
            <a:ext cx="31532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4BEECFBF-6BA1-43CA-B337-96076AB2B4C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31532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200CD16-3F72-4CF5-8771-060C1B98B99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365BBB3C-87BB-4C58-BAB5-1D6BC664B61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6B7D3E4A-2962-4A9C-9FE2-FA7EC193881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subTitle"/>
          </p:nvPr>
        </p:nvSpPr>
        <p:spPr>
          <a:xfrm>
            <a:off x="948600" y="1419120"/>
            <a:ext cx="3153240" cy="629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AD05F53F-F41B-4A4F-B81F-5A78CFE82EC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436D3455-F9B7-477D-901B-8A877124ABA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18" name="PlaceHolder 4"/>
          <p:cNvSpPr>
            <a:spLocks noGrp="1"/>
          </p:cNvSpPr>
          <p:nvPr>
            <p:ph/>
          </p:nvPr>
        </p:nvSpPr>
        <p:spPr>
          <a:xfrm>
            <a:off x="256464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39590919-6119-4C79-8F96-0BDAB461432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22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F830A777-C8B4-4580-AB91-284F4AC1361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/>
          </p:nvPr>
        </p:nvSpPr>
        <p:spPr>
          <a:xfrm>
            <a:off x="948600" y="425520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B6D09483-1C45-47CD-A927-BE82098CBF4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29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30" name="PlaceHolder 5"/>
          <p:cNvSpPr>
            <a:spLocks noGrp="1"/>
          </p:cNvSpPr>
          <p:nvPr>
            <p:ph/>
          </p:nvPr>
        </p:nvSpPr>
        <p:spPr>
          <a:xfrm>
            <a:off x="256464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91DFADA1-5880-444B-A159-F81E75B0196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5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/>
          </p:nvPr>
        </p:nvSpPr>
        <p:spPr>
          <a:xfrm>
            <a:off x="201492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34" name="PlaceHolder 4"/>
          <p:cNvSpPr>
            <a:spLocks noGrp="1"/>
          </p:cNvSpPr>
          <p:nvPr>
            <p:ph/>
          </p:nvPr>
        </p:nvSpPr>
        <p:spPr>
          <a:xfrm>
            <a:off x="308124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35" name="PlaceHolder 5"/>
          <p:cNvSpPr>
            <a:spLocks noGrp="1"/>
          </p:cNvSpPr>
          <p:nvPr>
            <p:ph/>
          </p:nvPr>
        </p:nvSpPr>
        <p:spPr>
          <a:xfrm>
            <a:off x="94860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36" name="PlaceHolder 6"/>
          <p:cNvSpPr>
            <a:spLocks noGrp="1"/>
          </p:cNvSpPr>
          <p:nvPr>
            <p:ph/>
          </p:nvPr>
        </p:nvSpPr>
        <p:spPr>
          <a:xfrm>
            <a:off x="201492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37" name="PlaceHolder 7"/>
          <p:cNvSpPr>
            <a:spLocks noGrp="1"/>
          </p:cNvSpPr>
          <p:nvPr>
            <p:ph/>
          </p:nvPr>
        </p:nvSpPr>
        <p:spPr>
          <a:xfrm>
            <a:off x="308124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BEDB996-078D-45F8-8F64-945E4160933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5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subTitle"/>
          </p:nvPr>
        </p:nvSpPr>
        <p:spPr>
          <a:xfrm>
            <a:off x="948600" y="2978280"/>
            <a:ext cx="31532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31532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subTitle"/>
          </p:nvPr>
        </p:nvSpPr>
        <p:spPr>
          <a:xfrm>
            <a:off x="948600" y="1419120"/>
            <a:ext cx="3153240" cy="629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61" name="PlaceHolder 4"/>
          <p:cNvSpPr>
            <a:spLocks noGrp="1"/>
          </p:cNvSpPr>
          <p:nvPr>
            <p:ph/>
          </p:nvPr>
        </p:nvSpPr>
        <p:spPr>
          <a:xfrm>
            <a:off x="256464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3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64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65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/>
          </p:nvPr>
        </p:nvSpPr>
        <p:spPr>
          <a:xfrm>
            <a:off x="948600" y="425520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72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73" name="PlaceHolder 5"/>
          <p:cNvSpPr>
            <a:spLocks noGrp="1"/>
          </p:cNvSpPr>
          <p:nvPr>
            <p:ph/>
          </p:nvPr>
        </p:nvSpPr>
        <p:spPr>
          <a:xfrm>
            <a:off x="256464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201492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77" name="PlaceHolder 4"/>
          <p:cNvSpPr>
            <a:spLocks noGrp="1"/>
          </p:cNvSpPr>
          <p:nvPr>
            <p:ph/>
          </p:nvPr>
        </p:nvSpPr>
        <p:spPr>
          <a:xfrm>
            <a:off x="308124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78" name="PlaceHolder 5"/>
          <p:cNvSpPr>
            <a:spLocks noGrp="1"/>
          </p:cNvSpPr>
          <p:nvPr>
            <p:ph/>
          </p:nvPr>
        </p:nvSpPr>
        <p:spPr>
          <a:xfrm>
            <a:off x="94860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79" name="PlaceHolder 6"/>
          <p:cNvSpPr>
            <a:spLocks noGrp="1"/>
          </p:cNvSpPr>
          <p:nvPr>
            <p:ph/>
          </p:nvPr>
        </p:nvSpPr>
        <p:spPr>
          <a:xfrm>
            <a:off x="201492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80" name="PlaceHolder 7"/>
          <p:cNvSpPr>
            <a:spLocks noGrp="1"/>
          </p:cNvSpPr>
          <p:nvPr>
            <p:ph/>
          </p:nvPr>
        </p:nvSpPr>
        <p:spPr>
          <a:xfrm>
            <a:off x="308124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03501471-409E-4990-BE87-1187E9AA41F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8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9" name="PlaceHolder 2"/>
          <p:cNvSpPr>
            <a:spLocks noGrp="1"/>
          </p:cNvSpPr>
          <p:nvPr>
            <p:ph type="subTitle"/>
          </p:nvPr>
        </p:nvSpPr>
        <p:spPr>
          <a:xfrm>
            <a:off x="948600" y="2978280"/>
            <a:ext cx="31532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F8495EF2-A1AA-4053-8993-030522E9A0E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8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31532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431367FA-9ECA-4FFD-8DD9-BD0908255C5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8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A6BAD0EE-D77B-46B5-92F9-335D37CE598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8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0BA59FF0-9F27-4620-8D2B-5E67F054EBD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8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subTitle"/>
          </p:nvPr>
        </p:nvSpPr>
        <p:spPr>
          <a:xfrm>
            <a:off x="948600" y="1419120"/>
            <a:ext cx="3153240" cy="629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77CA8253-A223-4D39-B805-4A20EECFCF6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8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8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99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00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3A9BE6AC-2D50-40B6-900F-E2C284CC548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8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2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04" name="PlaceHolder 4"/>
          <p:cNvSpPr>
            <a:spLocks noGrp="1"/>
          </p:cNvSpPr>
          <p:nvPr>
            <p:ph/>
          </p:nvPr>
        </p:nvSpPr>
        <p:spPr>
          <a:xfrm>
            <a:off x="256464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86372C18-2612-4C40-8E86-EE1F7A357D1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8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91777A60-7776-431B-9D8D-4AA18226F99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8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/>
          </p:nvPr>
        </p:nvSpPr>
        <p:spPr>
          <a:xfrm>
            <a:off x="948600" y="425520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B33C124A-2226-4846-89DB-89E959C563A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8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15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16" name="PlaceHolder 5"/>
          <p:cNvSpPr>
            <a:spLocks noGrp="1"/>
          </p:cNvSpPr>
          <p:nvPr>
            <p:ph/>
          </p:nvPr>
        </p:nvSpPr>
        <p:spPr>
          <a:xfrm>
            <a:off x="256464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DFA4B88E-68B8-4320-A659-2F191CD6A4F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8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8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19" name="PlaceHolder 3"/>
          <p:cNvSpPr>
            <a:spLocks noGrp="1"/>
          </p:cNvSpPr>
          <p:nvPr>
            <p:ph/>
          </p:nvPr>
        </p:nvSpPr>
        <p:spPr>
          <a:xfrm>
            <a:off x="201492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20" name="PlaceHolder 4"/>
          <p:cNvSpPr>
            <a:spLocks noGrp="1"/>
          </p:cNvSpPr>
          <p:nvPr>
            <p:ph/>
          </p:nvPr>
        </p:nvSpPr>
        <p:spPr>
          <a:xfrm>
            <a:off x="308124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21" name="PlaceHolder 5"/>
          <p:cNvSpPr>
            <a:spLocks noGrp="1"/>
          </p:cNvSpPr>
          <p:nvPr>
            <p:ph/>
          </p:nvPr>
        </p:nvSpPr>
        <p:spPr>
          <a:xfrm>
            <a:off x="94860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22" name="PlaceHolder 6"/>
          <p:cNvSpPr>
            <a:spLocks noGrp="1"/>
          </p:cNvSpPr>
          <p:nvPr>
            <p:ph/>
          </p:nvPr>
        </p:nvSpPr>
        <p:spPr>
          <a:xfrm>
            <a:off x="201492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23" name="PlaceHolder 7"/>
          <p:cNvSpPr>
            <a:spLocks noGrp="1"/>
          </p:cNvSpPr>
          <p:nvPr>
            <p:ph/>
          </p:nvPr>
        </p:nvSpPr>
        <p:spPr>
          <a:xfrm>
            <a:off x="308124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0FFF62F8-FEAD-4E0B-99F7-52FFE1CEBC5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8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5F8C0A3A-E2BA-4E7E-B34F-E63F90AFD93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1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 type="subTitle"/>
          </p:nvPr>
        </p:nvSpPr>
        <p:spPr>
          <a:xfrm>
            <a:off x="948600" y="2978280"/>
            <a:ext cx="31532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339CA8D2-2CBB-4B7D-9D62-E55D4ABEE80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1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31532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AC0E92C1-A34F-45FA-A610-192410EB322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1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9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390CB3E0-62D0-46BF-8EC8-4FACD4AA7FB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1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E2B23FD3-43BF-4CC7-9459-2F87FBBFB6B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1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subTitle"/>
          </p:nvPr>
        </p:nvSpPr>
        <p:spPr>
          <a:xfrm>
            <a:off x="948600" y="1419120"/>
            <a:ext cx="3153240" cy="629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7D9F377E-046D-4B7D-9B7C-C3990B5A8B1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1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46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F75CB21C-9BDE-4F05-ABEE-96C2102A29D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1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8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49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50" name="PlaceHolder 4"/>
          <p:cNvSpPr>
            <a:spLocks noGrp="1"/>
          </p:cNvSpPr>
          <p:nvPr>
            <p:ph/>
          </p:nvPr>
        </p:nvSpPr>
        <p:spPr>
          <a:xfrm>
            <a:off x="256464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47346E51-B493-4424-A2FF-3564EFAA32F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1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53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54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819D536F-7204-4350-9BCA-E6D6CB508F6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1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948600" y="425520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64BC19DB-47D5-405B-A2D3-85229803940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1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61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62" name="PlaceHolder 5"/>
          <p:cNvSpPr>
            <a:spLocks noGrp="1"/>
          </p:cNvSpPr>
          <p:nvPr>
            <p:ph/>
          </p:nvPr>
        </p:nvSpPr>
        <p:spPr>
          <a:xfrm>
            <a:off x="256464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AED0F379-28B8-4D55-9571-462376414C6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1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4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65" name="PlaceHolder 3"/>
          <p:cNvSpPr>
            <a:spLocks noGrp="1"/>
          </p:cNvSpPr>
          <p:nvPr>
            <p:ph/>
          </p:nvPr>
        </p:nvSpPr>
        <p:spPr>
          <a:xfrm>
            <a:off x="201492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66" name="PlaceHolder 4"/>
          <p:cNvSpPr>
            <a:spLocks noGrp="1"/>
          </p:cNvSpPr>
          <p:nvPr>
            <p:ph/>
          </p:nvPr>
        </p:nvSpPr>
        <p:spPr>
          <a:xfrm>
            <a:off x="308124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67" name="PlaceHolder 5"/>
          <p:cNvSpPr>
            <a:spLocks noGrp="1"/>
          </p:cNvSpPr>
          <p:nvPr>
            <p:ph/>
          </p:nvPr>
        </p:nvSpPr>
        <p:spPr>
          <a:xfrm>
            <a:off x="94860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68" name="PlaceHolder 6"/>
          <p:cNvSpPr>
            <a:spLocks noGrp="1"/>
          </p:cNvSpPr>
          <p:nvPr>
            <p:ph/>
          </p:nvPr>
        </p:nvSpPr>
        <p:spPr>
          <a:xfrm>
            <a:off x="201492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69" name="PlaceHolder 7"/>
          <p:cNvSpPr>
            <a:spLocks noGrp="1"/>
          </p:cNvSpPr>
          <p:nvPr>
            <p:ph/>
          </p:nvPr>
        </p:nvSpPr>
        <p:spPr>
          <a:xfrm>
            <a:off x="308124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475FD399-A3C8-4471-A817-611D6DFEEEF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1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960AC160-1569-49B2-8B08-E5C520A41B1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4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9" name="PlaceHolder 2"/>
          <p:cNvSpPr>
            <a:spLocks noGrp="1"/>
          </p:cNvSpPr>
          <p:nvPr>
            <p:ph type="subTitle"/>
          </p:nvPr>
        </p:nvSpPr>
        <p:spPr>
          <a:xfrm>
            <a:off x="948600" y="2978280"/>
            <a:ext cx="31532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3CC9BFAA-8270-42AE-B7F1-01A07BD9D2F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4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1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31532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60650E39-71CE-4CE8-92F4-AC8B4230B60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4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7408A602-A3E3-44B6-8923-4704BCE1CBD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4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610231EA-C4C5-4822-AB8A-EA09CF99AD3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4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subTitle"/>
          </p:nvPr>
        </p:nvSpPr>
        <p:spPr>
          <a:xfrm>
            <a:off x="948600" y="1419120"/>
            <a:ext cx="3153240" cy="629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56BE7A63-9142-4EB3-92B9-B7ED3DDE110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4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8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00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A679C820-7640-4A81-A03C-1E6A09A8EA9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4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04" name="PlaceHolder 4"/>
          <p:cNvSpPr>
            <a:spLocks noGrp="1"/>
          </p:cNvSpPr>
          <p:nvPr>
            <p:ph/>
          </p:nvPr>
        </p:nvSpPr>
        <p:spPr>
          <a:xfrm>
            <a:off x="256464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A46119F4-4929-4294-8219-B01DB3A040C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4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08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8166BF03-AE61-4DFD-9B32-39D1B9FF778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4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948600" y="425520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2BA7A82A-30A3-4C5B-B065-12B05DE52AD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4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3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14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15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16" name="PlaceHolder 5"/>
          <p:cNvSpPr>
            <a:spLocks noGrp="1"/>
          </p:cNvSpPr>
          <p:nvPr>
            <p:ph/>
          </p:nvPr>
        </p:nvSpPr>
        <p:spPr>
          <a:xfrm>
            <a:off x="256464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37BE1F98-9907-4145-B732-F0505769777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4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8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19" name="PlaceHolder 3"/>
          <p:cNvSpPr>
            <a:spLocks noGrp="1"/>
          </p:cNvSpPr>
          <p:nvPr>
            <p:ph/>
          </p:nvPr>
        </p:nvSpPr>
        <p:spPr>
          <a:xfrm>
            <a:off x="201492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20" name="PlaceHolder 4"/>
          <p:cNvSpPr>
            <a:spLocks noGrp="1"/>
          </p:cNvSpPr>
          <p:nvPr>
            <p:ph/>
          </p:nvPr>
        </p:nvSpPr>
        <p:spPr>
          <a:xfrm>
            <a:off x="308124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21" name="PlaceHolder 5"/>
          <p:cNvSpPr>
            <a:spLocks noGrp="1"/>
          </p:cNvSpPr>
          <p:nvPr>
            <p:ph/>
          </p:nvPr>
        </p:nvSpPr>
        <p:spPr>
          <a:xfrm>
            <a:off x="94860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22" name="PlaceHolder 6"/>
          <p:cNvSpPr>
            <a:spLocks noGrp="1"/>
          </p:cNvSpPr>
          <p:nvPr>
            <p:ph/>
          </p:nvPr>
        </p:nvSpPr>
        <p:spPr>
          <a:xfrm>
            <a:off x="201492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23" name="PlaceHolder 7"/>
          <p:cNvSpPr>
            <a:spLocks noGrp="1"/>
          </p:cNvSpPr>
          <p:nvPr>
            <p:ph/>
          </p:nvPr>
        </p:nvSpPr>
        <p:spPr>
          <a:xfrm>
            <a:off x="308124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7F8BC180-F878-4D6F-81ED-EA7DDAE3FEA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4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E1C1B7B2-9D7E-471C-98D8-AE67691AD48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7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2" name="PlaceHolder 2"/>
          <p:cNvSpPr>
            <a:spLocks noGrp="1"/>
          </p:cNvSpPr>
          <p:nvPr>
            <p:ph type="subTitle"/>
          </p:nvPr>
        </p:nvSpPr>
        <p:spPr>
          <a:xfrm>
            <a:off x="948600" y="2978280"/>
            <a:ext cx="31532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B77FC442-6ECD-4358-9B0D-9D0AE9626D8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7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31532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D72DD63B-1B22-472F-B81F-AC6D91B3378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7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6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37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66BDB376-218A-4E6E-9DA2-5F0B139C364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7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BE37C4DE-7A5D-4F18-B444-EA2969B6653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7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subTitle"/>
          </p:nvPr>
        </p:nvSpPr>
        <p:spPr>
          <a:xfrm>
            <a:off x="948600" y="1419120"/>
            <a:ext cx="3153240" cy="629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CEA2F980-DF29-40AB-AB30-FD0CB755883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7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1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43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D95FFA0A-ABE1-479F-B03C-54EA5D7A729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7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5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46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47" name="PlaceHolder 4"/>
          <p:cNvSpPr>
            <a:spLocks noGrp="1"/>
          </p:cNvSpPr>
          <p:nvPr>
            <p:ph/>
          </p:nvPr>
        </p:nvSpPr>
        <p:spPr>
          <a:xfrm>
            <a:off x="256464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DAE20862-5034-494F-905A-3AE04857EA6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7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9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50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51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D636A944-3600-40E2-A31D-2EC66150296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7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3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/>
          </p:nvPr>
        </p:nvSpPr>
        <p:spPr>
          <a:xfrm>
            <a:off x="948600" y="425520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518DE67E-8B15-4DF0-A46B-74A71B408DA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7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6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58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59" name="PlaceHolder 5"/>
          <p:cNvSpPr>
            <a:spLocks noGrp="1"/>
          </p:cNvSpPr>
          <p:nvPr>
            <p:ph/>
          </p:nvPr>
        </p:nvSpPr>
        <p:spPr>
          <a:xfrm>
            <a:off x="256464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193EF1E0-701D-4046-99A7-E5D6D685948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7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1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62" name="PlaceHolder 3"/>
          <p:cNvSpPr>
            <a:spLocks noGrp="1"/>
          </p:cNvSpPr>
          <p:nvPr>
            <p:ph/>
          </p:nvPr>
        </p:nvSpPr>
        <p:spPr>
          <a:xfrm>
            <a:off x="201492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63" name="PlaceHolder 4"/>
          <p:cNvSpPr>
            <a:spLocks noGrp="1"/>
          </p:cNvSpPr>
          <p:nvPr>
            <p:ph/>
          </p:nvPr>
        </p:nvSpPr>
        <p:spPr>
          <a:xfrm>
            <a:off x="308124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64" name="PlaceHolder 5"/>
          <p:cNvSpPr>
            <a:spLocks noGrp="1"/>
          </p:cNvSpPr>
          <p:nvPr>
            <p:ph/>
          </p:nvPr>
        </p:nvSpPr>
        <p:spPr>
          <a:xfrm>
            <a:off x="94860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65" name="PlaceHolder 6"/>
          <p:cNvSpPr>
            <a:spLocks noGrp="1"/>
          </p:cNvSpPr>
          <p:nvPr>
            <p:ph/>
          </p:nvPr>
        </p:nvSpPr>
        <p:spPr>
          <a:xfrm>
            <a:off x="201492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66" name="PlaceHolder 7"/>
          <p:cNvSpPr>
            <a:spLocks noGrp="1"/>
          </p:cNvSpPr>
          <p:nvPr>
            <p:ph/>
          </p:nvPr>
        </p:nvSpPr>
        <p:spPr>
          <a:xfrm>
            <a:off x="308124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211D791B-56EB-4C51-A8BB-90210417736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7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095FFB89-2A76-41A5-B369-389337A844F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0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8" name="PlaceHolder 2"/>
          <p:cNvSpPr>
            <a:spLocks noGrp="1"/>
          </p:cNvSpPr>
          <p:nvPr>
            <p:ph type="subTitle"/>
          </p:nvPr>
        </p:nvSpPr>
        <p:spPr>
          <a:xfrm>
            <a:off x="948600" y="2978280"/>
            <a:ext cx="31532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0C7B789C-6F82-434F-8FA7-D3A4D81629D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0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0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31532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8242CC7A-DA78-4E93-BBE9-7CFB3F3904F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0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2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83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2268DDFB-79D1-4231-B2EF-FD7CF1E4C39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0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F2CA98AE-5BE0-4D8D-92AE-C090B04D93A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0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laceHolder 1"/>
          <p:cNvSpPr>
            <a:spLocks noGrp="1"/>
          </p:cNvSpPr>
          <p:nvPr>
            <p:ph type="subTitle"/>
          </p:nvPr>
        </p:nvSpPr>
        <p:spPr>
          <a:xfrm>
            <a:off x="948600" y="1419120"/>
            <a:ext cx="3153240" cy="629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14FB93A0-E10A-4B98-A8DA-331D3437488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0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7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89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0DAA41B3-86C6-4255-965A-5610C58C808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0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1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93" name="PlaceHolder 4"/>
          <p:cNvSpPr>
            <a:spLocks noGrp="1"/>
          </p:cNvSpPr>
          <p:nvPr>
            <p:ph/>
          </p:nvPr>
        </p:nvSpPr>
        <p:spPr>
          <a:xfrm>
            <a:off x="256464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F3928A62-5E3C-474A-AE7D-BB54F637234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0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5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96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97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DF765514-C4F5-4CC2-A5C5-252005643DA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0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9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/>
          </p:nvPr>
        </p:nvSpPr>
        <p:spPr>
          <a:xfrm>
            <a:off x="948600" y="425520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06BF723F-FE8E-4639-BA74-E4313482CAF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0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2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03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04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05" name="PlaceHolder 5"/>
          <p:cNvSpPr>
            <a:spLocks noGrp="1"/>
          </p:cNvSpPr>
          <p:nvPr>
            <p:ph/>
          </p:nvPr>
        </p:nvSpPr>
        <p:spPr>
          <a:xfrm>
            <a:off x="256464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2BB0D64F-8846-450F-B203-1B9A4F7FBA4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0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7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08" name="PlaceHolder 3"/>
          <p:cNvSpPr>
            <a:spLocks noGrp="1"/>
          </p:cNvSpPr>
          <p:nvPr>
            <p:ph/>
          </p:nvPr>
        </p:nvSpPr>
        <p:spPr>
          <a:xfrm>
            <a:off x="201492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09" name="PlaceHolder 4"/>
          <p:cNvSpPr>
            <a:spLocks noGrp="1"/>
          </p:cNvSpPr>
          <p:nvPr>
            <p:ph/>
          </p:nvPr>
        </p:nvSpPr>
        <p:spPr>
          <a:xfrm>
            <a:off x="308124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10" name="PlaceHolder 5"/>
          <p:cNvSpPr>
            <a:spLocks noGrp="1"/>
          </p:cNvSpPr>
          <p:nvPr>
            <p:ph/>
          </p:nvPr>
        </p:nvSpPr>
        <p:spPr>
          <a:xfrm>
            <a:off x="94860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11" name="PlaceHolder 6"/>
          <p:cNvSpPr>
            <a:spLocks noGrp="1"/>
          </p:cNvSpPr>
          <p:nvPr>
            <p:ph/>
          </p:nvPr>
        </p:nvSpPr>
        <p:spPr>
          <a:xfrm>
            <a:off x="201492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12" name="PlaceHolder 7"/>
          <p:cNvSpPr>
            <a:spLocks noGrp="1"/>
          </p:cNvSpPr>
          <p:nvPr>
            <p:ph/>
          </p:nvPr>
        </p:nvSpPr>
        <p:spPr>
          <a:xfrm>
            <a:off x="308124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8AC50B85-0641-4D7A-8BDA-91F3BD5DFEA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0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2A60A47E-7798-4D29-8003-D2284D77228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3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26" name="PlaceHolder 2"/>
          <p:cNvSpPr>
            <a:spLocks noGrp="1"/>
          </p:cNvSpPr>
          <p:nvPr>
            <p:ph type="subTitle"/>
          </p:nvPr>
        </p:nvSpPr>
        <p:spPr>
          <a:xfrm>
            <a:off x="948600" y="2978280"/>
            <a:ext cx="31532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C0248596-0506-4A70-85BF-B185252EFF7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3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28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31532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F7FFE5C9-8F9D-4A3D-8DE4-D3A60DB70C7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3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30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EE82F2ED-8104-4604-9C8A-EC4BF0C6422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3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804FFCBD-96CC-4A71-87BB-018F1DB404B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3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subTitle"/>
          </p:nvPr>
        </p:nvSpPr>
        <p:spPr>
          <a:xfrm>
            <a:off x="948600" y="1419120"/>
            <a:ext cx="3153240" cy="629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B65D669E-4A9F-4942-80B2-C59480BBB22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3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35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37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6E09A979-F052-40AA-932B-E6F29FEAC12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3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39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40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41" name="PlaceHolder 4"/>
          <p:cNvSpPr>
            <a:spLocks noGrp="1"/>
          </p:cNvSpPr>
          <p:nvPr>
            <p:ph/>
          </p:nvPr>
        </p:nvSpPr>
        <p:spPr>
          <a:xfrm>
            <a:off x="256464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F429754C-C73F-4EFE-AA49-000AFAC5CF8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3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43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44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45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90FCAD6C-017B-49FA-A306-7F8CAB5D3A7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3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47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/>
          </p:nvPr>
        </p:nvSpPr>
        <p:spPr>
          <a:xfrm>
            <a:off x="948600" y="425520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CBC9D12A-EE16-4DE6-A871-EB96E79A299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3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0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51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52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53" name="PlaceHolder 5"/>
          <p:cNvSpPr>
            <a:spLocks noGrp="1"/>
          </p:cNvSpPr>
          <p:nvPr>
            <p:ph/>
          </p:nvPr>
        </p:nvSpPr>
        <p:spPr>
          <a:xfrm>
            <a:off x="256464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FB724DAB-D5F1-48BE-AC38-1A8BB6E4F62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3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5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56" name="PlaceHolder 3"/>
          <p:cNvSpPr>
            <a:spLocks noGrp="1"/>
          </p:cNvSpPr>
          <p:nvPr>
            <p:ph/>
          </p:nvPr>
        </p:nvSpPr>
        <p:spPr>
          <a:xfrm>
            <a:off x="201492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57" name="PlaceHolder 4"/>
          <p:cNvSpPr>
            <a:spLocks noGrp="1"/>
          </p:cNvSpPr>
          <p:nvPr>
            <p:ph/>
          </p:nvPr>
        </p:nvSpPr>
        <p:spPr>
          <a:xfrm>
            <a:off x="308124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58" name="PlaceHolder 5"/>
          <p:cNvSpPr>
            <a:spLocks noGrp="1"/>
          </p:cNvSpPr>
          <p:nvPr>
            <p:ph/>
          </p:nvPr>
        </p:nvSpPr>
        <p:spPr>
          <a:xfrm>
            <a:off x="94860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59" name="PlaceHolder 6"/>
          <p:cNvSpPr>
            <a:spLocks noGrp="1"/>
          </p:cNvSpPr>
          <p:nvPr>
            <p:ph/>
          </p:nvPr>
        </p:nvSpPr>
        <p:spPr>
          <a:xfrm>
            <a:off x="201492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60" name="PlaceHolder 7"/>
          <p:cNvSpPr>
            <a:spLocks noGrp="1"/>
          </p:cNvSpPr>
          <p:nvPr>
            <p:ph/>
          </p:nvPr>
        </p:nvSpPr>
        <p:spPr>
          <a:xfrm>
            <a:off x="308124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FAC162CE-007A-4399-9BAE-49666FF144F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3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4D95C668-5894-485B-BC05-93A5277E0E4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6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4" name="PlaceHolder 2"/>
          <p:cNvSpPr>
            <a:spLocks noGrp="1"/>
          </p:cNvSpPr>
          <p:nvPr>
            <p:ph type="subTitle"/>
          </p:nvPr>
        </p:nvSpPr>
        <p:spPr>
          <a:xfrm>
            <a:off x="948600" y="2978280"/>
            <a:ext cx="31532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7299B116-FF17-46B2-91CE-B34D7EDAF77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6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6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31532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3511BAAD-4805-4422-848A-F076ED7BA35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6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8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1C3E0F6B-3354-45A9-8389-DB0A94E2B21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6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4214900C-0E5F-483A-B6B7-A57C1F1AFDD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6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1"/>
          <p:cNvSpPr>
            <a:spLocks noGrp="1"/>
          </p:cNvSpPr>
          <p:nvPr>
            <p:ph type="subTitle"/>
          </p:nvPr>
        </p:nvSpPr>
        <p:spPr>
          <a:xfrm>
            <a:off x="948600" y="1419120"/>
            <a:ext cx="3153240" cy="629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682ADB68-A819-4167-8BC4-2695FC5FFF2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6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3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84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85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803F3D28-03A2-42F0-8D1E-DDAAD67A4C9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6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7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88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89" name="PlaceHolder 4"/>
          <p:cNvSpPr>
            <a:spLocks noGrp="1"/>
          </p:cNvSpPr>
          <p:nvPr>
            <p:ph/>
          </p:nvPr>
        </p:nvSpPr>
        <p:spPr>
          <a:xfrm>
            <a:off x="256464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0B0D8B18-3601-4120-B02A-A0F4ECFBDB0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6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91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92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93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CF814460-D35C-4806-AA2B-6C6A0187A8E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6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95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96" name="PlaceHolder 3"/>
          <p:cNvSpPr>
            <a:spLocks noGrp="1"/>
          </p:cNvSpPr>
          <p:nvPr>
            <p:ph/>
          </p:nvPr>
        </p:nvSpPr>
        <p:spPr>
          <a:xfrm>
            <a:off x="948600" y="425520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DAED6260-D511-4383-8875-928E31001AA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6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98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99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00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01" name="PlaceHolder 5"/>
          <p:cNvSpPr>
            <a:spLocks noGrp="1"/>
          </p:cNvSpPr>
          <p:nvPr>
            <p:ph/>
          </p:nvPr>
        </p:nvSpPr>
        <p:spPr>
          <a:xfrm>
            <a:off x="256464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4058E183-F883-4A87-A528-14F9D62E7A5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6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03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04" name="PlaceHolder 3"/>
          <p:cNvSpPr>
            <a:spLocks noGrp="1"/>
          </p:cNvSpPr>
          <p:nvPr>
            <p:ph/>
          </p:nvPr>
        </p:nvSpPr>
        <p:spPr>
          <a:xfrm>
            <a:off x="201492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05" name="PlaceHolder 4"/>
          <p:cNvSpPr>
            <a:spLocks noGrp="1"/>
          </p:cNvSpPr>
          <p:nvPr>
            <p:ph/>
          </p:nvPr>
        </p:nvSpPr>
        <p:spPr>
          <a:xfrm>
            <a:off x="308124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06" name="PlaceHolder 5"/>
          <p:cNvSpPr>
            <a:spLocks noGrp="1"/>
          </p:cNvSpPr>
          <p:nvPr>
            <p:ph/>
          </p:nvPr>
        </p:nvSpPr>
        <p:spPr>
          <a:xfrm>
            <a:off x="94860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07" name="PlaceHolder 6"/>
          <p:cNvSpPr>
            <a:spLocks noGrp="1"/>
          </p:cNvSpPr>
          <p:nvPr>
            <p:ph/>
          </p:nvPr>
        </p:nvSpPr>
        <p:spPr>
          <a:xfrm>
            <a:off x="201492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08" name="PlaceHolder 7"/>
          <p:cNvSpPr>
            <a:spLocks noGrp="1"/>
          </p:cNvSpPr>
          <p:nvPr>
            <p:ph/>
          </p:nvPr>
        </p:nvSpPr>
        <p:spPr>
          <a:xfrm>
            <a:off x="308124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9693AAEB-B657-4CD6-AFF3-DD0CD3D36AA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6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D3CB2997-28A1-42A5-A6C2-D4CAF8FEA8B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9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0" name="PlaceHolder 2"/>
          <p:cNvSpPr>
            <a:spLocks noGrp="1"/>
          </p:cNvSpPr>
          <p:nvPr>
            <p:ph type="subTitle"/>
          </p:nvPr>
        </p:nvSpPr>
        <p:spPr>
          <a:xfrm>
            <a:off x="948600" y="2978280"/>
            <a:ext cx="31532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8703FB7B-F02D-4042-A097-BB068BFD156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9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2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31532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FD93FA3A-9454-4F39-8364-14E4D8B92EE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9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4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25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B0DDAD13-40AB-483E-87A8-AA2CFF991D0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9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929BDE91-8422-4DC5-B528-C75AC93FD5E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9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1"/>
          <p:cNvSpPr>
            <a:spLocks noGrp="1"/>
          </p:cNvSpPr>
          <p:nvPr>
            <p:ph type="subTitle"/>
          </p:nvPr>
        </p:nvSpPr>
        <p:spPr>
          <a:xfrm>
            <a:off x="948600" y="1419120"/>
            <a:ext cx="3153240" cy="629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B7533AFC-F4C1-41B2-BA19-83CC77A0DC9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9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9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30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31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7CA8598A-40E8-4E04-BC87-83D75BA66CE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9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33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244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34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35" name="PlaceHolder 4"/>
          <p:cNvSpPr>
            <a:spLocks noGrp="1"/>
          </p:cNvSpPr>
          <p:nvPr>
            <p:ph/>
          </p:nvPr>
        </p:nvSpPr>
        <p:spPr>
          <a:xfrm>
            <a:off x="256464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8519DA13-C0D2-4C66-9896-748CAA9A6D1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9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37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38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39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FC515359-1B85-441F-A96B-9775C855576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9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1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42" name="PlaceHolder 3"/>
          <p:cNvSpPr>
            <a:spLocks noGrp="1"/>
          </p:cNvSpPr>
          <p:nvPr>
            <p:ph/>
          </p:nvPr>
        </p:nvSpPr>
        <p:spPr>
          <a:xfrm>
            <a:off x="948600" y="4255200"/>
            <a:ext cx="31532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06DF5F91-DA19-48D3-AFEA-B8048ECC61E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9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4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45" name="PlaceHolder 3"/>
          <p:cNvSpPr>
            <a:spLocks noGrp="1"/>
          </p:cNvSpPr>
          <p:nvPr>
            <p:ph/>
          </p:nvPr>
        </p:nvSpPr>
        <p:spPr>
          <a:xfrm>
            <a:off x="2564640" y="297828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46" name="PlaceHolder 4"/>
          <p:cNvSpPr>
            <a:spLocks noGrp="1"/>
          </p:cNvSpPr>
          <p:nvPr>
            <p:ph/>
          </p:nvPr>
        </p:nvSpPr>
        <p:spPr>
          <a:xfrm>
            <a:off x="94860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47" name="PlaceHolder 5"/>
          <p:cNvSpPr>
            <a:spLocks noGrp="1"/>
          </p:cNvSpPr>
          <p:nvPr>
            <p:ph/>
          </p:nvPr>
        </p:nvSpPr>
        <p:spPr>
          <a:xfrm>
            <a:off x="2564640" y="4255200"/>
            <a:ext cx="153864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F5C8A286-E1E7-4C6D-873D-22A28F06928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9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Layouts/slideLayout1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9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50" name="PlaceHolder 3"/>
          <p:cNvSpPr>
            <a:spLocks noGrp="1"/>
          </p:cNvSpPr>
          <p:nvPr>
            <p:ph/>
          </p:nvPr>
        </p:nvSpPr>
        <p:spPr>
          <a:xfrm>
            <a:off x="201492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51" name="PlaceHolder 4"/>
          <p:cNvSpPr>
            <a:spLocks noGrp="1"/>
          </p:cNvSpPr>
          <p:nvPr>
            <p:ph/>
          </p:nvPr>
        </p:nvSpPr>
        <p:spPr>
          <a:xfrm>
            <a:off x="3081240" y="297828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52" name="PlaceHolder 5"/>
          <p:cNvSpPr>
            <a:spLocks noGrp="1"/>
          </p:cNvSpPr>
          <p:nvPr>
            <p:ph/>
          </p:nvPr>
        </p:nvSpPr>
        <p:spPr>
          <a:xfrm>
            <a:off x="94860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53" name="PlaceHolder 6"/>
          <p:cNvSpPr>
            <a:spLocks noGrp="1"/>
          </p:cNvSpPr>
          <p:nvPr>
            <p:ph/>
          </p:nvPr>
        </p:nvSpPr>
        <p:spPr>
          <a:xfrm>
            <a:off x="201492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54" name="PlaceHolder 7"/>
          <p:cNvSpPr>
            <a:spLocks noGrp="1"/>
          </p:cNvSpPr>
          <p:nvPr>
            <p:ph/>
          </p:nvPr>
        </p:nvSpPr>
        <p:spPr>
          <a:xfrm>
            <a:off x="3081240" y="4255200"/>
            <a:ext cx="1015200" cy="11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31989CA0-FB4D-4F1D-ACDD-4659B060F29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9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07.xml"/><Relationship Id="rId13" Type="http://schemas.openxmlformats.org/officeDocument/2006/relationships/slideLayout" Target="../slideLayouts/slideLayout108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9.xml"/><Relationship Id="rId3" Type="http://schemas.openxmlformats.org/officeDocument/2006/relationships/slideLayout" Target="../slideLayouts/slideLayout110.xml"/><Relationship Id="rId4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12.xml"/><Relationship Id="rId6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4.xml"/><Relationship Id="rId8" Type="http://schemas.openxmlformats.org/officeDocument/2006/relationships/slideLayout" Target="../slideLayouts/slideLayout115.xml"/><Relationship Id="rId9" Type="http://schemas.openxmlformats.org/officeDocument/2006/relationships/slideLayout" Target="../slideLayouts/slideLayout116.xml"/><Relationship Id="rId10" Type="http://schemas.openxmlformats.org/officeDocument/2006/relationships/slideLayout" Target="../slideLayouts/slideLayout117.xml"/><Relationship Id="rId11" Type="http://schemas.openxmlformats.org/officeDocument/2006/relationships/slideLayout" Target="../slideLayouts/slideLayout118.xml"/><Relationship Id="rId12" Type="http://schemas.openxmlformats.org/officeDocument/2006/relationships/slideLayout" Target="../slideLayouts/slideLayout119.xml"/><Relationship Id="rId13" Type="http://schemas.openxmlformats.org/officeDocument/2006/relationships/slideLayout" Target="../slideLayouts/slideLayout12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21.xml"/><Relationship Id="rId3" Type="http://schemas.openxmlformats.org/officeDocument/2006/relationships/slideLayout" Target="../slideLayouts/slideLayout122.xml"/><Relationship Id="rId4" Type="http://schemas.openxmlformats.org/officeDocument/2006/relationships/slideLayout" Target="../slideLayouts/slideLayout123.xml"/><Relationship Id="rId5" Type="http://schemas.openxmlformats.org/officeDocument/2006/relationships/slideLayout" Target="../slideLayouts/slideLayout124.xml"/><Relationship Id="rId6" Type="http://schemas.openxmlformats.org/officeDocument/2006/relationships/slideLayout" Target="../slideLayouts/slideLayout125.xml"/><Relationship Id="rId7" Type="http://schemas.openxmlformats.org/officeDocument/2006/relationships/slideLayout" Target="../slideLayouts/slideLayout126.xml"/><Relationship Id="rId8" Type="http://schemas.openxmlformats.org/officeDocument/2006/relationships/slideLayout" Target="../slideLayouts/slideLayout127.xml"/><Relationship Id="rId9" Type="http://schemas.openxmlformats.org/officeDocument/2006/relationships/slideLayout" Target="../slideLayouts/slideLayout128.xml"/><Relationship Id="rId10" Type="http://schemas.openxmlformats.org/officeDocument/2006/relationships/slideLayout" Target="../slideLayouts/slideLayout129.xml"/><Relationship Id="rId11" Type="http://schemas.openxmlformats.org/officeDocument/2006/relationships/slideLayout" Target="../slideLayouts/slideLayout130.xml"/><Relationship Id="rId12" Type="http://schemas.openxmlformats.org/officeDocument/2006/relationships/slideLayout" Target="../slideLayouts/slideLayout131.xml"/><Relationship Id="rId13" Type="http://schemas.openxmlformats.org/officeDocument/2006/relationships/slideLayout" Target="../slideLayouts/slideLayout132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33.xml"/><Relationship Id="rId3" Type="http://schemas.openxmlformats.org/officeDocument/2006/relationships/slideLayout" Target="../slideLayouts/slideLayout134.xml"/><Relationship Id="rId4" Type="http://schemas.openxmlformats.org/officeDocument/2006/relationships/slideLayout" Target="../slideLayouts/slideLayout135.xml"/><Relationship Id="rId5" Type="http://schemas.openxmlformats.org/officeDocument/2006/relationships/slideLayout" Target="../slideLayouts/slideLayout136.xml"/><Relationship Id="rId6" Type="http://schemas.openxmlformats.org/officeDocument/2006/relationships/slideLayout" Target="../slideLayouts/slideLayout137.xml"/><Relationship Id="rId7" Type="http://schemas.openxmlformats.org/officeDocument/2006/relationships/slideLayout" Target="../slideLayouts/slideLayout138.xml"/><Relationship Id="rId8" Type="http://schemas.openxmlformats.org/officeDocument/2006/relationships/slideLayout" Target="../slideLayouts/slideLayout139.xml"/><Relationship Id="rId9" Type="http://schemas.openxmlformats.org/officeDocument/2006/relationships/slideLayout" Target="../slideLayouts/slideLayout140.xml"/><Relationship Id="rId10" Type="http://schemas.openxmlformats.org/officeDocument/2006/relationships/slideLayout" Target="../slideLayouts/slideLayout141.xml"/><Relationship Id="rId11" Type="http://schemas.openxmlformats.org/officeDocument/2006/relationships/slideLayout" Target="../slideLayouts/slideLayout142.xml"/><Relationship Id="rId12" Type="http://schemas.openxmlformats.org/officeDocument/2006/relationships/slideLayout" Target="../slideLayouts/slideLayout143.xml"/><Relationship Id="rId13" Type="http://schemas.openxmlformats.org/officeDocument/2006/relationships/slideLayout" Target="../slideLayouts/slideLayout14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矩形 6" hidden="1"/>
          <p:cNvSpPr/>
          <p:nvPr/>
        </p:nvSpPr>
        <p:spPr>
          <a:xfrm>
            <a:off x="0" y="6400800"/>
            <a:ext cx="12191760" cy="45684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" name="直線接點​​(S) 9"/>
          <p:cNvSpPr/>
          <p:nvPr/>
        </p:nvSpPr>
        <p:spPr>
          <a:xfrm>
            <a:off x="1193400" y="1897200"/>
            <a:ext cx="9966960" cy="360"/>
          </a:xfrm>
          <a:prstGeom prst="line">
            <a:avLst/>
          </a:prstGeom>
          <a:ln>
            <a:solidFill>
              <a:srgbClr val="000000">
                <a:lumMod val="75000"/>
                <a:lumOff val="25000"/>
              </a:srgb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" name="PlaceHolder 1"/>
          <p:cNvSpPr>
            <a:spLocks noGrp="1"/>
          </p:cNvSpPr>
          <p:nvPr>
            <p:ph type="body"/>
          </p:nvPr>
        </p:nvSpPr>
        <p:spPr>
          <a:xfrm>
            <a:off x="1440" y="0"/>
            <a:ext cx="12188520" cy="6400440"/>
          </a:xfrm>
          <a:prstGeom prst="rect">
            <a:avLst/>
          </a:prstGeom>
          <a:solidFill>
            <a:srgbClr val="62a39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請按這裡編輯大綱文字格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式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第二個大綱層次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第三個大綱層次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第四個大綱層次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第五個大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第六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個大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綱層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七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個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大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綱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層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title"/>
          </p:nvPr>
        </p:nvSpPr>
        <p:spPr>
          <a:xfrm>
            <a:off x="0" y="3119040"/>
            <a:ext cx="7537320" cy="2462400"/>
          </a:xfrm>
          <a:prstGeom prst="rect">
            <a:avLst/>
          </a:prstGeom>
          <a:solidFill>
            <a:srgbClr val="ffffff">
              <a:alpha val="93000"/>
            </a:srgbClr>
          </a:solidFill>
          <a:ln w="0">
            <a:noFill/>
          </a:ln>
        </p:spPr>
        <p:txBody>
          <a:bodyPr lIns="822960" tIns="731520" anchor="t">
            <a:normAutofit/>
          </a:bodyPr>
          <a:p>
            <a:r>
              <a:rPr b="0" lang="zh-CN" sz="4800" spc="-1" strike="noStrike">
                <a:solidFill>
                  <a:srgbClr val="000000"/>
                </a:solidFill>
                <a:latin typeface="Calibri"/>
              </a:rPr>
              <a:t>請按這裡編輯題名</a:t>
            </a:r>
            <a:r>
              <a:rPr b="0" lang="zh-CN" sz="4800" spc="-1" strike="noStrike">
                <a:solidFill>
                  <a:srgbClr val="000000"/>
                </a:solidFill>
                <a:latin typeface="Calibri"/>
              </a:rPr>
              <a:t>文字格式</a:t>
            </a:r>
            <a:endParaRPr b="0" lang="en-US" sz="4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矩形 10"/>
          <p:cNvSpPr/>
          <p:nvPr/>
        </p:nvSpPr>
        <p:spPr>
          <a:xfrm>
            <a:off x="0" y="6400800"/>
            <a:ext cx="12191760" cy="45684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6" hidden="1"/>
          <p:cNvSpPr/>
          <p:nvPr/>
        </p:nvSpPr>
        <p:spPr>
          <a:xfrm>
            <a:off x="0" y="6400800"/>
            <a:ext cx="12191760" cy="45684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2" name="直線接點​​(S) 9"/>
          <p:cNvSpPr/>
          <p:nvPr/>
        </p:nvSpPr>
        <p:spPr>
          <a:xfrm>
            <a:off x="1193400" y="1897200"/>
            <a:ext cx="9966960" cy="360"/>
          </a:xfrm>
          <a:prstGeom prst="line">
            <a:avLst/>
          </a:prstGeom>
          <a:ln>
            <a:solidFill>
              <a:srgbClr val="000000">
                <a:lumMod val="75000"/>
                <a:lumOff val="25000"/>
              </a:srgb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3" name="矩形 13"/>
          <p:cNvSpPr/>
          <p:nvPr/>
        </p:nvSpPr>
        <p:spPr>
          <a:xfrm>
            <a:off x="0" y="6400800"/>
            <a:ext cx="12191760" cy="45684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4" name="矩形 5"/>
          <p:cNvSpPr/>
          <p:nvPr/>
        </p:nvSpPr>
        <p:spPr>
          <a:xfrm>
            <a:off x="7848720" y="643320"/>
            <a:ext cx="3635640" cy="511344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5" name="直線接點​​(S) 10"/>
          <p:cNvSpPr/>
          <p:nvPr/>
        </p:nvSpPr>
        <p:spPr>
          <a:xfrm>
            <a:off x="8173440" y="2660400"/>
            <a:ext cx="2926080" cy="360"/>
          </a:xfrm>
          <a:prstGeom prst="line">
            <a:avLst/>
          </a:prstGeom>
          <a:ln w="19050">
            <a:solidFill>
              <a:srgbClr val="1cade4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081280" y="1118160"/>
            <a:ext cx="3378600" cy="14504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>
              <a:lnSpc>
                <a:spcPct val="90000"/>
              </a:lnSpc>
              <a:buNone/>
            </a:pPr>
            <a:r>
              <a:rPr b="0" lang="zh-TW" sz="4800" spc="-52" strike="noStrike">
                <a:solidFill>
                  <a:srgbClr val="ffffff"/>
                </a:solidFill>
                <a:latin typeface="Microsoft JhengHei UI Light"/>
                <a:ea typeface="Microsoft JhengHei UI Light"/>
              </a:rPr>
              <a:t>按一下</a:t>
            </a:r>
            <a:r>
              <a:rPr b="0" lang="zh-TW" sz="4800" spc="-52" strike="noStrike">
                <a:solidFill>
                  <a:srgbClr val="ffffff"/>
                </a:solidFill>
                <a:latin typeface="Microsoft JhengHei UI Light"/>
                <a:ea typeface="Microsoft JhengHei UI Light"/>
              </a:rPr>
              <a:t>以新增</a:t>
            </a:r>
            <a:r>
              <a:rPr b="0" lang="zh-TW" sz="4800" spc="-52" strike="noStrike">
                <a:solidFill>
                  <a:srgbClr val="ffffff"/>
                </a:solidFill>
                <a:latin typeface="Microsoft JhengHei UI Light"/>
                <a:ea typeface="Microsoft JhengHei UI Light"/>
              </a:rPr>
              <a:t>標題</a:t>
            </a:r>
            <a:endParaRPr b="0" lang="en-US" sz="4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640080" y="640080"/>
            <a:ext cx="3273120" cy="2395440"/>
          </a:xfrm>
          <a:prstGeom prst="rect">
            <a:avLst/>
          </a:prstGeom>
          <a:solidFill>
            <a:srgbClr val="62a39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請按這裡編輯大綱文字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格式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第二個大綱層次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第三個大綱層次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第四個大綱層次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第五個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大綱層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六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個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大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綱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層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七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個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大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綱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層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4251960" y="640080"/>
            <a:ext cx="3273120" cy="2395440"/>
          </a:xfrm>
          <a:prstGeom prst="rect">
            <a:avLst/>
          </a:prstGeom>
          <a:solidFill>
            <a:srgbClr val="62a39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請按這裡編輯大綱文字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格式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第二個大綱層次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第三個大綱層次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第四個大綱層次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第五個大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第六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個大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綱層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七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個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大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綱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層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body"/>
          </p:nvPr>
        </p:nvSpPr>
        <p:spPr>
          <a:xfrm>
            <a:off x="640080" y="3364920"/>
            <a:ext cx="3273120" cy="2395440"/>
          </a:xfrm>
          <a:prstGeom prst="rect">
            <a:avLst/>
          </a:prstGeom>
          <a:solidFill>
            <a:srgbClr val="62a39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請按這裡編輯大綱文字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格式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第二個大綱層次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第三個大綱層次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第四個大綱層次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第五個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大綱層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六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個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大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綱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層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七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個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大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綱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層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body"/>
          </p:nvPr>
        </p:nvSpPr>
        <p:spPr>
          <a:xfrm>
            <a:off x="4251960" y="3364920"/>
            <a:ext cx="3273120" cy="2395440"/>
          </a:xfrm>
          <a:prstGeom prst="rect">
            <a:avLst/>
          </a:prstGeom>
          <a:solidFill>
            <a:srgbClr val="62a39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請按這裡編輯大綱文字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格式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第二個大綱層次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第三個大綱層次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第四個大綱層次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第五個大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第六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個大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綱層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七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個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大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綱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層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body"/>
          </p:nvPr>
        </p:nvSpPr>
        <p:spPr>
          <a:xfrm>
            <a:off x="8086320" y="2788920"/>
            <a:ext cx="3176280" cy="2706480"/>
          </a:xfrm>
          <a:prstGeom prst="rect">
            <a:avLst/>
          </a:prstGeom>
          <a:noFill/>
          <a:ln w="0">
            <a:noFill/>
          </a:ln>
        </p:spPr>
        <p:txBody>
          <a:bodyPr lIns="0" rIns="0" anchor="t">
            <a:noAutofit/>
          </a:bodyPr>
          <a:p>
            <a:pPr marL="91440" indent="-9144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Calibri"/>
              <a:buChar char=" "/>
            </a:pPr>
            <a:r>
              <a:rPr b="0" lang="zh-TW" sz="200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按一下以編輯母片文字樣</a:t>
            </a:r>
            <a:r>
              <a:rPr b="0" lang="zh-TW" sz="200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式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  <a:p>
            <a:pPr lvl="1" marL="384120" indent="-182880">
              <a:lnSpc>
                <a:spcPct val="100000"/>
              </a:lnSpc>
              <a:spcBef>
                <a:spcPts val="201"/>
              </a:spcBef>
              <a:spcAft>
                <a:spcPts val="400"/>
              </a:spcAft>
              <a:buClr>
                <a:srgbClr val="ffffff"/>
              </a:buClr>
              <a:buFont typeface="Calibri"/>
              <a:buChar char="◦"/>
            </a:pPr>
            <a:r>
              <a:rPr b="0" lang="zh-TW" sz="180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第二層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2" marL="567000" indent="-182880">
              <a:lnSpc>
                <a:spcPct val="100000"/>
              </a:lnSpc>
              <a:spcBef>
                <a:spcPts val="201"/>
              </a:spcBef>
              <a:spcAft>
                <a:spcPts val="400"/>
              </a:spcAft>
              <a:buClr>
                <a:srgbClr val="ffffff"/>
              </a:buClr>
              <a:buFont typeface="Calibri"/>
              <a:buChar char="◦"/>
            </a:pPr>
            <a:r>
              <a:rPr b="0" lang="zh-TW" sz="140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第三層</a:t>
            </a:r>
            <a:endParaRPr b="0" lang="en-US" sz="1400" spc="-1" strike="noStrike">
              <a:solidFill>
                <a:srgbClr val="404040"/>
              </a:solidFill>
              <a:latin typeface="Microsoft JhengHei UI"/>
            </a:endParaRPr>
          </a:p>
          <a:p>
            <a:pPr lvl="3" marL="749880" indent="-182880">
              <a:lnSpc>
                <a:spcPct val="100000"/>
              </a:lnSpc>
              <a:spcBef>
                <a:spcPts val="201"/>
              </a:spcBef>
              <a:spcAft>
                <a:spcPts val="400"/>
              </a:spcAft>
              <a:buClr>
                <a:srgbClr val="ffffff"/>
              </a:buClr>
              <a:buFont typeface="Calibri"/>
              <a:buChar char="◦"/>
            </a:pPr>
            <a:r>
              <a:rPr b="0" lang="zh-TW" sz="140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第四層</a:t>
            </a:r>
            <a:endParaRPr b="0" lang="en-US" sz="1400" spc="-1" strike="noStrike">
              <a:solidFill>
                <a:srgbClr val="404040"/>
              </a:solidFill>
              <a:latin typeface="Microsoft JhengHei UI"/>
            </a:endParaRPr>
          </a:p>
          <a:p>
            <a:pPr lvl="4" marL="932760" indent="-182880">
              <a:lnSpc>
                <a:spcPct val="100000"/>
              </a:lnSpc>
              <a:spcBef>
                <a:spcPts val="201"/>
              </a:spcBef>
              <a:spcAft>
                <a:spcPts val="400"/>
              </a:spcAft>
              <a:buClr>
                <a:srgbClr val="ffffff"/>
              </a:buClr>
              <a:buFont typeface="Calibri"/>
              <a:buChar char="◦"/>
            </a:pPr>
            <a:r>
              <a:rPr b="0" lang="zh-TW" sz="140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第五層</a:t>
            </a:r>
            <a:endParaRPr b="0" lang="en-US" sz="14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2" name="PlaceHolder 7"/>
          <p:cNvSpPr>
            <a:spLocks noGrp="1"/>
          </p:cNvSpPr>
          <p:nvPr>
            <p:ph type="ftr" idx="1"/>
          </p:nvPr>
        </p:nvSpPr>
        <p:spPr>
          <a:xfrm>
            <a:off x="1097280" y="6446880"/>
            <a:ext cx="68180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900" spc="-1" strike="noStrike" cap="all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900" spc="-1" strike="noStrike" cap="all">
                <a:solidFill>
                  <a:srgbClr val="ffffff"/>
                </a:solidFill>
                <a:latin typeface="Microsoft JhengHei UI"/>
                <a:ea typeface="Microsoft JhengHei UI"/>
              </a:rPr>
              <a:t>&lt;頁尾&gt;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53" name="PlaceHolder 8"/>
          <p:cNvSpPr>
            <a:spLocks noGrp="1"/>
          </p:cNvSpPr>
          <p:nvPr>
            <p:ph type="dt" idx="2"/>
          </p:nvPr>
        </p:nvSpPr>
        <p:spPr>
          <a:xfrm>
            <a:off x="8218440" y="6446880"/>
            <a:ext cx="25844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&lt;日期/時間&gt;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54" name="PlaceHolder 9"/>
          <p:cNvSpPr>
            <a:spLocks noGrp="1"/>
          </p:cNvSpPr>
          <p:nvPr>
            <p:ph type="sldNum" idx="3"/>
          </p:nvPr>
        </p:nvSpPr>
        <p:spPr>
          <a:xfrm>
            <a:off x="10993680" y="6446880"/>
            <a:ext cx="7797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050" spc="-1" strike="noStrike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>
              <a:lnSpc>
                <a:spcPct val="100000"/>
              </a:lnSpc>
              <a:buNone/>
            </a:pPr>
            <a:fld id="{B8E6ED61-B65D-4CC7-AA17-FB8D43AF9ECE}" type="slidenum">
              <a:rPr b="0" lang="en-US" sz="105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&lt;編號&gt;</a:t>
            </a:fld>
            <a:endParaRPr b="0" lang="en-US" sz="105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矩形 6"/>
          <p:cNvSpPr/>
          <p:nvPr/>
        </p:nvSpPr>
        <p:spPr>
          <a:xfrm>
            <a:off x="0" y="6400800"/>
            <a:ext cx="12191760" cy="45684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2" name="直線接點​​(S) 9"/>
          <p:cNvSpPr/>
          <p:nvPr/>
        </p:nvSpPr>
        <p:spPr>
          <a:xfrm>
            <a:off x="1193400" y="1897200"/>
            <a:ext cx="9966960" cy="360"/>
          </a:xfrm>
          <a:prstGeom prst="line">
            <a:avLst/>
          </a:prstGeom>
          <a:ln>
            <a:solidFill>
              <a:srgbClr val="000000">
                <a:lumMod val="75000"/>
                <a:lumOff val="25000"/>
              </a:srgb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r>
              <a:rPr b="0" lang="zh-CN" sz="4800" spc="-1" strike="noStrike">
                <a:solidFill>
                  <a:srgbClr val="000000"/>
                </a:solidFill>
                <a:latin typeface="Calibri"/>
              </a:rPr>
              <a:t>請按這裡編輯題名</a:t>
            </a:r>
            <a:r>
              <a:rPr b="0" lang="zh-CN" sz="4800" spc="-1" strike="noStrike">
                <a:solidFill>
                  <a:srgbClr val="000000"/>
                </a:solidFill>
                <a:latin typeface="Calibri"/>
              </a:rPr>
              <a:t>文字格式</a:t>
            </a:r>
            <a:endParaRPr b="0" lang="en-US" sz="4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" name="直線接點​​(S) 6"/>
          <p:cNvSpPr/>
          <p:nvPr/>
        </p:nvSpPr>
        <p:spPr>
          <a:xfrm>
            <a:off x="1193400" y="1897200"/>
            <a:ext cx="9966960" cy="360"/>
          </a:xfrm>
          <a:prstGeom prst="line">
            <a:avLst/>
          </a:prstGeom>
          <a:ln>
            <a:solidFill>
              <a:srgbClr val="000000">
                <a:lumMod val="75000"/>
                <a:lumOff val="25000"/>
              </a:srgb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1097280" y="2108160"/>
            <a:ext cx="3556800" cy="3760560"/>
          </a:xfrm>
          <a:prstGeom prst="rect">
            <a:avLst/>
          </a:prstGeom>
          <a:noFill/>
          <a:ln w="0">
            <a:noFill/>
          </a:ln>
        </p:spPr>
        <p:txBody>
          <a:bodyPr lIns="0" rIns="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請按這裡編</a:t>
            </a: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輯大綱文字</a:t>
            </a: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格式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第二個大</a:t>
            </a: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綱層次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第三</a:t>
            </a: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個大</a:t>
            </a: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綱層</a:t>
            </a: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次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第</a:t>
            </a: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四</a:t>
            </a: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個</a:t>
            </a: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大</a:t>
            </a: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綱</a:t>
            </a: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層</a:t>
            </a: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次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第</a:t>
            </a: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五</a:t>
            </a: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個</a:t>
            </a: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大</a:t>
            </a: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綱</a:t>
            </a: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層</a:t>
            </a: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次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第</a:t>
            </a: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六</a:t>
            </a: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個</a:t>
            </a: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大</a:t>
            </a: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綱</a:t>
            </a: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層</a:t>
            </a: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次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第</a:t>
            </a: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七</a:t>
            </a: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個</a:t>
            </a: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大</a:t>
            </a: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綱</a:t>
            </a: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層</a:t>
            </a: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次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 type="body"/>
          </p:nvPr>
        </p:nvSpPr>
        <p:spPr>
          <a:xfrm>
            <a:off x="4974480" y="2112120"/>
            <a:ext cx="3035520" cy="1837440"/>
          </a:xfrm>
          <a:prstGeom prst="rect">
            <a:avLst/>
          </a:prstGeom>
          <a:solidFill>
            <a:srgbClr val="62a39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請按這裡編輯大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綱文字格式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第二個大綱層次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第三個大綱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第四個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大綱層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五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個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大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綱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層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六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個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大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綱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層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七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個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大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綱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層</a:t>
            </a: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97" name="PlaceHolder 4"/>
          <p:cNvSpPr>
            <a:spLocks noGrp="1"/>
          </p:cNvSpPr>
          <p:nvPr>
            <p:ph type="body"/>
          </p:nvPr>
        </p:nvSpPr>
        <p:spPr>
          <a:xfrm>
            <a:off x="4974480" y="4032360"/>
            <a:ext cx="3035520" cy="1837440"/>
          </a:xfrm>
          <a:prstGeom prst="rect">
            <a:avLst/>
          </a:prstGeom>
          <a:solidFill>
            <a:srgbClr val="62a39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請按這裡編輯大綱文字格式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第二個大綱層次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第三個大綱層次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第四個大綱層次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第五個大綱層次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第六個大綱層次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第七個大綱層次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98" name="PlaceHolder 5"/>
          <p:cNvSpPr>
            <a:spLocks noGrp="1"/>
          </p:cNvSpPr>
          <p:nvPr>
            <p:ph type="body"/>
          </p:nvPr>
        </p:nvSpPr>
        <p:spPr>
          <a:xfrm>
            <a:off x="8110800" y="2112120"/>
            <a:ext cx="3035520" cy="3757680"/>
          </a:xfrm>
          <a:prstGeom prst="rect">
            <a:avLst/>
          </a:prstGeom>
          <a:solidFill>
            <a:srgbClr val="62a39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請按這裡編輯大綱文字格式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第二個大綱層次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第三個大綱層次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第四個大綱層次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第五個大綱層次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第六個大綱層次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第七個大綱層次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99" name="PlaceHolder 6"/>
          <p:cNvSpPr>
            <a:spLocks noGrp="1"/>
          </p:cNvSpPr>
          <p:nvPr>
            <p:ph type="ftr" idx="4"/>
          </p:nvPr>
        </p:nvSpPr>
        <p:spPr>
          <a:xfrm>
            <a:off x="1097280" y="6446880"/>
            <a:ext cx="68180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900" spc="-1" strike="noStrike" cap="all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900" spc="-1" strike="noStrike" cap="all">
                <a:solidFill>
                  <a:srgbClr val="ffffff"/>
                </a:solidFill>
                <a:latin typeface="Microsoft JhengHei UI"/>
                <a:ea typeface="Microsoft JhengHei UI"/>
              </a:rPr>
              <a:t>&lt;頁尾&gt;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100" name="PlaceHolder 7"/>
          <p:cNvSpPr>
            <a:spLocks noGrp="1"/>
          </p:cNvSpPr>
          <p:nvPr>
            <p:ph type="dt" idx="5"/>
          </p:nvPr>
        </p:nvSpPr>
        <p:spPr>
          <a:xfrm>
            <a:off x="8218440" y="6446880"/>
            <a:ext cx="25844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&lt;日期/時間&gt;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101" name="PlaceHolder 8"/>
          <p:cNvSpPr>
            <a:spLocks noGrp="1"/>
          </p:cNvSpPr>
          <p:nvPr>
            <p:ph type="sldNum" idx="6"/>
          </p:nvPr>
        </p:nvSpPr>
        <p:spPr>
          <a:xfrm>
            <a:off x="10993680" y="6446880"/>
            <a:ext cx="7797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050" spc="-1" strike="noStrike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>
              <a:lnSpc>
                <a:spcPct val="100000"/>
              </a:lnSpc>
              <a:buNone/>
            </a:pPr>
            <a:fld id="{E6650D33-72BB-42A1-9DDF-76F50B41B4AB}" type="slidenum">
              <a:rPr b="0" lang="en-US" sz="105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&lt;編號&gt;</a:t>
            </a:fld>
            <a:endParaRPr b="0" lang="en-US" sz="105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矩形 6" hidden="1"/>
          <p:cNvSpPr/>
          <p:nvPr/>
        </p:nvSpPr>
        <p:spPr>
          <a:xfrm>
            <a:off x="0" y="6400800"/>
            <a:ext cx="12191760" cy="45684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9" name="直線接點​​(S) 9"/>
          <p:cNvSpPr/>
          <p:nvPr/>
        </p:nvSpPr>
        <p:spPr>
          <a:xfrm>
            <a:off x="1193400" y="1897200"/>
            <a:ext cx="9966960" cy="360"/>
          </a:xfrm>
          <a:prstGeom prst="line">
            <a:avLst/>
          </a:prstGeom>
          <a:ln>
            <a:solidFill>
              <a:srgbClr val="000000">
                <a:lumMod val="75000"/>
                <a:lumOff val="25000"/>
              </a:srgb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0" name="矩形 5"/>
          <p:cNvSpPr/>
          <p:nvPr/>
        </p:nvSpPr>
        <p:spPr>
          <a:xfrm>
            <a:off x="0" y="4952880"/>
            <a:ext cx="12191760" cy="190476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1065240" y="5120640"/>
            <a:ext cx="10058040" cy="82260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rmAutofit/>
          </a:bodyPr>
          <a:p>
            <a:r>
              <a:rPr b="0" lang="zh-CN" sz="4800" spc="-1" strike="noStrike">
                <a:solidFill>
                  <a:srgbClr val="000000"/>
                </a:solidFill>
                <a:latin typeface="Calibri"/>
              </a:rPr>
              <a:t>請按這裡編輯題名</a:t>
            </a:r>
            <a:r>
              <a:rPr b="0" lang="zh-CN" sz="4800" spc="-1" strike="noStrike">
                <a:solidFill>
                  <a:srgbClr val="000000"/>
                </a:solidFill>
                <a:latin typeface="Calibri"/>
              </a:rPr>
              <a:t>文字格式</a:t>
            </a:r>
            <a:endParaRPr b="0" lang="en-US" sz="4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 type="body"/>
          </p:nvPr>
        </p:nvSpPr>
        <p:spPr>
          <a:xfrm>
            <a:off x="635040" y="640080"/>
            <a:ext cx="3544560" cy="3931560"/>
          </a:xfrm>
          <a:prstGeom prst="rect">
            <a:avLst/>
          </a:prstGeom>
          <a:solidFill>
            <a:srgbClr val="62a39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請按這裡編輯大綱文字格式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第二個大綱層次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第三個大綱層次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第四個大綱層次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第五個大綱層次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第六個大綱層次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第七個大綱層次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 type="body"/>
          </p:nvPr>
        </p:nvSpPr>
        <p:spPr>
          <a:xfrm>
            <a:off x="4343400" y="640080"/>
            <a:ext cx="3544560" cy="3931560"/>
          </a:xfrm>
          <a:prstGeom prst="rect">
            <a:avLst/>
          </a:prstGeom>
          <a:solidFill>
            <a:srgbClr val="62a39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請按這裡編輯大綱文字格式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第二個大綱層次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第三個大綱層次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第四個大綱層次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第五個大綱層次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第六個大綱層次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第七個大綱層次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 type="body"/>
          </p:nvPr>
        </p:nvSpPr>
        <p:spPr>
          <a:xfrm>
            <a:off x="8028360" y="640080"/>
            <a:ext cx="3544560" cy="3931560"/>
          </a:xfrm>
          <a:prstGeom prst="rect">
            <a:avLst/>
          </a:prstGeom>
          <a:solidFill>
            <a:srgbClr val="62a39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請按這裡編輯大綱文字格式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第二個大綱層次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第三個大綱層次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第四個大綱層次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第五個大綱層次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第六個大綱層次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第七個大綱層次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矩形 6"/>
          <p:cNvSpPr/>
          <p:nvPr/>
        </p:nvSpPr>
        <p:spPr>
          <a:xfrm>
            <a:off x="0" y="6400800"/>
            <a:ext cx="12191760" cy="45684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82" name="直線接點​​(S) 9"/>
          <p:cNvSpPr/>
          <p:nvPr/>
        </p:nvSpPr>
        <p:spPr>
          <a:xfrm>
            <a:off x="1193400" y="1897200"/>
            <a:ext cx="9966960" cy="360"/>
          </a:xfrm>
          <a:prstGeom prst="line">
            <a:avLst/>
          </a:prstGeom>
          <a:ln>
            <a:solidFill>
              <a:srgbClr val="000000">
                <a:lumMod val="75000"/>
                <a:lumOff val="25000"/>
              </a:srgb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>
              <a:lnSpc>
                <a:spcPct val="90000"/>
              </a:lnSpc>
              <a:buNone/>
            </a:pPr>
            <a:r>
              <a:rPr b="0" lang="zh-TW" sz="4800" spc="-52" strike="noStrike">
                <a:solidFill>
                  <a:srgbClr val="404040"/>
                </a:solidFill>
                <a:latin typeface="Microsoft JhengHei UI Light"/>
                <a:ea typeface="Microsoft JhengHei UI Light"/>
              </a:rPr>
              <a:t>按一下以編輯母片標題樣式</a:t>
            </a:r>
            <a:endParaRPr b="0" lang="en-US" sz="4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body"/>
          </p:nvPr>
        </p:nvSpPr>
        <p:spPr>
          <a:xfrm>
            <a:off x="1188720" y="2313360"/>
            <a:ext cx="9966600" cy="3670560"/>
          </a:xfrm>
          <a:prstGeom prst="rect">
            <a:avLst/>
          </a:prstGeom>
          <a:noFill/>
          <a:ln w="0">
            <a:noFill/>
          </a:ln>
        </p:spPr>
        <p:txBody>
          <a:bodyPr lIns="0" rIns="0" anchor="t">
            <a:noAutofit/>
          </a:bodyPr>
          <a:p>
            <a:pPr marL="91440" indent="-9144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Calibri"/>
              <a:buChar char=" "/>
            </a:pPr>
            <a:r>
              <a:rPr b="0" lang="zh-TW" sz="20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按一下以編輯母片文字樣式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  <a:p>
            <a:pPr lvl="1" marL="384120" indent="-182880">
              <a:lnSpc>
                <a:spcPct val="100000"/>
              </a:lnSpc>
              <a:spcBef>
                <a:spcPts val="201"/>
              </a:spcBef>
              <a:spcAft>
                <a:spcPts val="400"/>
              </a:spcAft>
              <a:buClr>
                <a:srgbClr val="404040"/>
              </a:buClr>
              <a:buFont typeface="Calibri"/>
              <a:buChar char="◦"/>
            </a:pPr>
            <a:r>
              <a:rPr b="0" lang="zh-TW" sz="18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第二層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2" marL="567000" indent="-182880">
              <a:lnSpc>
                <a:spcPct val="100000"/>
              </a:lnSpc>
              <a:spcBef>
                <a:spcPts val="201"/>
              </a:spcBef>
              <a:spcAft>
                <a:spcPts val="400"/>
              </a:spcAft>
              <a:buClr>
                <a:srgbClr val="404040"/>
              </a:buClr>
              <a:buFont typeface="Calibri"/>
              <a:buChar char="◦"/>
            </a:pPr>
            <a:r>
              <a:rPr b="0" lang="zh-TW" sz="14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第三層</a:t>
            </a:r>
            <a:endParaRPr b="0" lang="en-US" sz="1400" spc="-1" strike="noStrike">
              <a:solidFill>
                <a:srgbClr val="404040"/>
              </a:solidFill>
              <a:latin typeface="Microsoft JhengHei UI"/>
            </a:endParaRPr>
          </a:p>
          <a:p>
            <a:pPr lvl="3" marL="749880" indent="-182880">
              <a:lnSpc>
                <a:spcPct val="100000"/>
              </a:lnSpc>
              <a:spcBef>
                <a:spcPts val="201"/>
              </a:spcBef>
              <a:spcAft>
                <a:spcPts val="400"/>
              </a:spcAft>
              <a:buClr>
                <a:srgbClr val="404040"/>
              </a:buClr>
              <a:buFont typeface="Calibri"/>
              <a:buChar char="◦"/>
            </a:pPr>
            <a:r>
              <a:rPr b="0" lang="zh-TW" sz="14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第四層</a:t>
            </a:r>
            <a:endParaRPr b="0" lang="en-US" sz="1400" spc="-1" strike="noStrike">
              <a:solidFill>
                <a:srgbClr val="404040"/>
              </a:solidFill>
              <a:latin typeface="Microsoft JhengHei UI"/>
            </a:endParaRPr>
          </a:p>
          <a:p>
            <a:pPr lvl="4" marL="932760" indent="-182880">
              <a:lnSpc>
                <a:spcPct val="100000"/>
              </a:lnSpc>
              <a:spcBef>
                <a:spcPts val="201"/>
              </a:spcBef>
              <a:spcAft>
                <a:spcPts val="400"/>
              </a:spcAft>
              <a:buClr>
                <a:srgbClr val="404040"/>
              </a:buClr>
              <a:buFont typeface="Calibri"/>
              <a:buChar char="◦"/>
            </a:pPr>
            <a:r>
              <a:rPr b="0" lang="zh-TW" sz="14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第五層</a:t>
            </a:r>
            <a:endParaRPr b="0" lang="en-US" sz="14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 type="ftr" idx="7"/>
          </p:nvPr>
        </p:nvSpPr>
        <p:spPr>
          <a:xfrm>
            <a:off x="1097280" y="6446880"/>
            <a:ext cx="68180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900" spc="-1" strike="noStrike" cap="all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900" spc="-1" strike="noStrike" cap="all">
                <a:solidFill>
                  <a:srgbClr val="ffffff"/>
                </a:solidFill>
                <a:latin typeface="Microsoft JhengHei UI"/>
                <a:ea typeface="Microsoft JhengHei UI"/>
              </a:rPr>
              <a:t>&lt;頁尾&gt;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 type="dt" idx="8"/>
          </p:nvPr>
        </p:nvSpPr>
        <p:spPr>
          <a:xfrm>
            <a:off x="8218440" y="6446880"/>
            <a:ext cx="25844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&lt;日期/時間&gt;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187" name="PlaceHolder 5"/>
          <p:cNvSpPr>
            <a:spLocks noGrp="1"/>
          </p:cNvSpPr>
          <p:nvPr>
            <p:ph type="sldNum" idx="9"/>
          </p:nvPr>
        </p:nvSpPr>
        <p:spPr>
          <a:xfrm>
            <a:off x="10993680" y="6446880"/>
            <a:ext cx="7797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050" spc="-1" strike="noStrike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>
              <a:lnSpc>
                <a:spcPct val="100000"/>
              </a:lnSpc>
              <a:buNone/>
            </a:pPr>
            <a:fld id="{3C37DA00-1449-4C22-A180-AD43894A858B}" type="slidenum">
              <a:rPr b="0" lang="en-US" sz="105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&lt;編號&gt;</a:t>
            </a:fld>
            <a:endParaRPr b="0" lang="en-US" sz="105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矩形 6" hidden="1"/>
          <p:cNvSpPr/>
          <p:nvPr/>
        </p:nvSpPr>
        <p:spPr>
          <a:xfrm>
            <a:off x="0" y="6400800"/>
            <a:ext cx="12191760" cy="45684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25" name="直線接點​​(S) 9"/>
          <p:cNvSpPr/>
          <p:nvPr/>
        </p:nvSpPr>
        <p:spPr>
          <a:xfrm>
            <a:off x="1193400" y="1897200"/>
            <a:ext cx="9966960" cy="360"/>
          </a:xfrm>
          <a:prstGeom prst="line">
            <a:avLst/>
          </a:prstGeom>
          <a:ln>
            <a:solidFill>
              <a:srgbClr val="000000">
                <a:lumMod val="75000"/>
                <a:lumOff val="25000"/>
              </a:srgb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26" name="矩形 13"/>
          <p:cNvSpPr/>
          <p:nvPr/>
        </p:nvSpPr>
        <p:spPr>
          <a:xfrm>
            <a:off x="0" y="6400800"/>
            <a:ext cx="12191760" cy="45684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6729840" y="639000"/>
            <a:ext cx="4812840" cy="34945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rmAutofit/>
          </a:bodyPr>
          <a:p>
            <a:r>
              <a:rPr b="0" lang="zh-CN" sz="4800" spc="-1" strike="noStrike">
                <a:solidFill>
                  <a:srgbClr val="000000"/>
                </a:solidFill>
                <a:latin typeface="Calibri"/>
              </a:rPr>
              <a:t>請按這裡編輯題名文字格式</a:t>
            </a:r>
            <a:endParaRPr b="0" lang="en-US" sz="4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8" name="直線接點​​(S) 10"/>
          <p:cNvSpPr/>
          <p:nvPr/>
        </p:nvSpPr>
        <p:spPr>
          <a:xfrm>
            <a:off x="6804720" y="4294440"/>
            <a:ext cx="4389120" cy="360"/>
          </a:xfrm>
          <a:prstGeom prst="line">
            <a:avLst/>
          </a:prstGeom>
          <a:ln>
            <a:solidFill>
              <a:srgbClr val="000000">
                <a:lumMod val="75000"/>
                <a:lumOff val="25000"/>
              </a:srgb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29" name="PlaceHolder 2"/>
          <p:cNvSpPr>
            <a:spLocks noGrp="1"/>
          </p:cNvSpPr>
          <p:nvPr>
            <p:ph type="body"/>
          </p:nvPr>
        </p:nvSpPr>
        <p:spPr>
          <a:xfrm>
            <a:off x="642960" y="640080"/>
            <a:ext cx="5449320" cy="2742840"/>
          </a:xfrm>
          <a:prstGeom prst="rect">
            <a:avLst/>
          </a:prstGeom>
          <a:solidFill>
            <a:srgbClr val="62a39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請按這裡編輯大綱文字格式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第二個大綱層次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第三個大綱層次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第四個大綱層次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第五個大綱層次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第六個大綱層次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第七個大綱層次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 type="body"/>
          </p:nvPr>
        </p:nvSpPr>
        <p:spPr>
          <a:xfrm>
            <a:off x="640080" y="3474720"/>
            <a:ext cx="5449320" cy="2742840"/>
          </a:xfrm>
          <a:prstGeom prst="rect">
            <a:avLst/>
          </a:prstGeom>
          <a:solidFill>
            <a:srgbClr val="62a39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請按這裡編輯大綱文字格式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第二個大綱層次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第三個大綱層次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第四個大綱層次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第五個大綱層次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第六個大綱層次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第七個大綱層次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31" name="PlaceHolder 4"/>
          <p:cNvSpPr>
            <a:spLocks noGrp="1"/>
          </p:cNvSpPr>
          <p:nvPr>
            <p:ph type="ftr" idx="10"/>
          </p:nvPr>
        </p:nvSpPr>
        <p:spPr>
          <a:xfrm>
            <a:off x="1097280" y="6446880"/>
            <a:ext cx="68180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900" spc="-1" strike="noStrike" cap="all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900" spc="-1" strike="noStrike" cap="all">
                <a:solidFill>
                  <a:srgbClr val="ffffff"/>
                </a:solidFill>
                <a:latin typeface="Microsoft JhengHei UI"/>
                <a:ea typeface="Microsoft JhengHei UI"/>
              </a:rPr>
              <a:t>&lt;頁尾&gt;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232" name="PlaceHolder 5"/>
          <p:cNvSpPr>
            <a:spLocks noGrp="1"/>
          </p:cNvSpPr>
          <p:nvPr>
            <p:ph type="dt" idx="11"/>
          </p:nvPr>
        </p:nvSpPr>
        <p:spPr>
          <a:xfrm>
            <a:off x="8218440" y="6446880"/>
            <a:ext cx="25844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&lt;日期/時間&gt;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233" name="PlaceHolder 6"/>
          <p:cNvSpPr>
            <a:spLocks noGrp="1"/>
          </p:cNvSpPr>
          <p:nvPr>
            <p:ph type="sldNum" idx="12"/>
          </p:nvPr>
        </p:nvSpPr>
        <p:spPr>
          <a:xfrm>
            <a:off x="10993680" y="6446880"/>
            <a:ext cx="7797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050" spc="-1" strike="noStrike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>
              <a:lnSpc>
                <a:spcPct val="100000"/>
              </a:lnSpc>
              <a:buNone/>
            </a:pPr>
            <a:fld id="{1CCEB684-5E04-4E65-9BB6-8172466A3167}" type="slidenum">
              <a:rPr b="0" lang="en-US" sz="105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&lt;編號&gt;</a:t>
            </a:fld>
            <a:endParaRPr b="0" lang="en-US" sz="105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矩形 6"/>
          <p:cNvSpPr/>
          <p:nvPr/>
        </p:nvSpPr>
        <p:spPr>
          <a:xfrm>
            <a:off x="0" y="6400800"/>
            <a:ext cx="12191760" cy="45684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71" name="直線接點​​(S) 9"/>
          <p:cNvSpPr/>
          <p:nvPr/>
        </p:nvSpPr>
        <p:spPr>
          <a:xfrm>
            <a:off x="1193400" y="1897200"/>
            <a:ext cx="9966960" cy="360"/>
          </a:xfrm>
          <a:prstGeom prst="line">
            <a:avLst/>
          </a:prstGeom>
          <a:ln>
            <a:solidFill>
              <a:srgbClr val="000000">
                <a:lumMod val="75000"/>
                <a:lumOff val="25000"/>
              </a:srgb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>
              <a:lnSpc>
                <a:spcPct val="90000"/>
              </a:lnSpc>
              <a:buNone/>
            </a:pPr>
            <a:r>
              <a:rPr b="0" lang="zh-TW" sz="4800" spc="-52" strike="noStrike">
                <a:solidFill>
                  <a:srgbClr val="404040"/>
                </a:solidFill>
                <a:latin typeface="Microsoft JhengHei UI Light"/>
                <a:ea typeface="Microsoft JhengHei UI Light"/>
              </a:rPr>
              <a:t>按一下以編輯母片標題樣式</a:t>
            </a:r>
            <a:endParaRPr b="0" lang="en-US" sz="4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 type="ftr" idx="13"/>
          </p:nvPr>
        </p:nvSpPr>
        <p:spPr>
          <a:xfrm>
            <a:off x="1097280" y="6446880"/>
            <a:ext cx="68180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900" spc="-1" strike="noStrike" cap="all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900" spc="-1" strike="noStrike" cap="all">
                <a:solidFill>
                  <a:srgbClr val="ffffff"/>
                </a:solidFill>
                <a:latin typeface="Microsoft JhengHei UI"/>
                <a:ea typeface="Microsoft JhengHei UI"/>
              </a:rPr>
              <a:t>&lt;頁尾&gt;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dt" idx="14"/>
          </p:nvPr>
        </p:nvSpPr>
        <p:spPr>
          <a:xfrm>
            <a:off x="8218440" y="6446880"/>
            <a:ext cx="25844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&lt;日期/時間&gt;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275" name="PlaceHolder 4"/>
          <p:cNvSpPr>
            <a:spLocks noGrp="1"/>
          </p:cNvSpPr>
          <p:nvPr>
            <p:ph type="sldNum" idx="15"/>
          </p:nvPr>
        </p:nvSpPr>
        <p:spPr>
          <a:xfrm>
            <a:off x="10993680" y="6446880"/>
            <a:ext cx="7797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050" spc="-1" strike="noStrike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>
              <a:lnSpc>
                <a:spcPct val="100000"/>
              </a:lnSpc>
              <a:buNone/>
            </a:pPr>
            <a:fld id="{82F17129-1A16-4358-B287-551B82FB544D}" type="slidenum">
              <a:rPr b="0" lang="en-US" sz="105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&lt;編號&gt;</a:t>
            </a:fld>
            <a:endParaRPr b="0" lang="en-US" sz="1050" spc="-1" strike="noStrike">
              <a:latin typeface="Times New Roman"/>
            </a:endParaRPr>
          </a:p>
        </p:txBody>
      </p:sp>
      <p:sp>
        <p:nvSpPr>
          <p:cNvPr id="276" name="PlaceHolder 5"/>
          <p:cNvSpPr>
            <a:spLocks noGrp="1"/>
          </p:cNvSpPr>
          <p:nvPr>
            <p:ph type="body"/>
          </p:nvPr>
        </p:nvSpPr>
        <p:spPr>
          <a:xfrm>
            <a:off x="1188720" y="2774160"/>
            <a:ext cx="2340360" cy="182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請按這裡編輯大綱文字格式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第二個大綱層次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第三個大綱層次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第四個大綱層次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第五個大綱層次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第六個大綱層次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第七個大綱層次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77" name="PlaceHolder 6"/>
          <p:cNvSpPr>
            <a:spLocks noGrp="1"/>
          </p:cNvSpPr>
          <p:nvPr>
            <p:ph type="body"/>
          </p:nvPr>
        </p:nvSpPr>
        <p:spPr>
          <a:xfrm>
            <a:off x="3729600" y="2767680"/>
            <a:ext cx="2340360" cy="182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請按這裡編輯大綱文字格式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第二個大綱層次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第三個大綱層次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第四個大綱層次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第五個大綱層次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第六個大綱層次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第七個大綱層次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78" name="PlaceHolder 7"/>
          <p:cNvSpPr>
            <a:spLocks noGrp="1"/>
          </p:cNvSpPr>
          <p:nvPr>
            <p:ph type="body"/>
          </p:nvPr>
        </p:nvSpPr>
        <p:spPr>
          <a:xfrm>
            <a:off x="6270480" y="2776320"/>
            <a:ext cx="2340360" cy="182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請按這裡編輯大綱文字格式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第二個大綱層次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第三個大綱層次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第四個大綱層次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第五個大綱層次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第六個大綱層次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第七個大綱層次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79" name="PlaceHolder 8"/>
          <p:cNvSpPr>
            <a:spLocks noGrp="1"/>
          </p:cNvSpPr>
          <p:nvPr>
            <p:ph type="body"/>
          </p:nvPr>
        </p:nvSpPr>
        <p:spPr>
          <a:xfrm>
            <a:off x="8811720" y="2770920"/>
            <a:ext cx="2340360" cy="182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請按這裡編輯大綱文字格式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第二個大綱層次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第三個大綱層次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第四個大綱層次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第五個大綱層次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第六個大綱層次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第七個大綱層次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80" name="PlaceHolder 9"/>
          <p:cNvSpPr>
            <a:spLocks noGrp="1"/>
          </p:cNvSpPr>
          <p:nvPr>
            <p:ph type="body"/>
          </p:nvPr>
        </p:nvSpPr>
        <p:spPr>
          <a:xfrm>
            <a:off x="1188720" y="4811040"/>
            <a:ext cx="2340360" cy="347400"/>
          </a:xfrm>
          <a:prstGeom prst="rect">
            <a:avLst/>
          </a:prstGeom>
          <a:noFill/>
          <a:ln w="0">
            <a:noFill/>
          </a:ln>
        </p:spPr>
        <p:txBody>
          <a:bodyPr lIns="54720" rIns="0" tIns="0" bIns="0" anchor="t">
            <a:noAutofit/>
          </a:bodyPr>
          <a:p>
            <a:pPr marL="91440" indent="-91440">
              <a:lnSpc>
                <a:spcPct val="100000"/>
              </a:lnSpc>
              <a:spcAft>
                <a:spcPts val="201"/>
              </a:spcAft>
              <a:buClr>
                <a:srgbClr val="1cade4"/>
              </a:buClr>
              <a:buFont typeface="Calibri"/>
              <a:buChar char=" "/>
            </a:pPr>
            <a:r>
              <a:rPr b="1" lang="zh-TW" sz="2000" spc="18" strike="noStrike">
                <a:solidFill>
                  <a:srgbClr val="000000"/>
                </a:solidFill>
                <a:latin typeface="Microsoft JhengHei UI"/>
                <a:ea typeface="Microsoft JhengHei UI"/>
              </a:rPr>
              <a:t>姓名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81" name="PlaceHolder 10"/>
          <p:cNvSpPr>
            <a:spLocks noGrp="1"/>
          </p:cNvSpPr>
          <p:nvPr>
            <p:ph type="body"/>
          </p:nvPr>
        </p:nvSpPr>
        <p:spPr>
          <a:xfrm>
            <a:off x="1188720" y="5205600"/>
            <a:ext cx="2340360" cy="347400"/>
          </a:xfrm>
          <a:prstGeom prst="rect">
            <a:avLst/>
          </a:prstGeom>
          <a:noFill/>
          <a:ln w="0">
            <a:noFill/>
          </a:ln>
        </p:spPr>
        <p:txBody>
          <a:bodyPr lIns="54720" rIns="548640" tIns="0" bIns="0" anchor="t">
            <a:noAutofit/>
          </a:bodyPr>
          <a:p>
            <a:pPr marL="91440" indent="-91440">
              <a:lnSpc>
                <a:spcPct val="100000"/>
              </a:lnSpc>
              <a:spcAft>
                <a:spcPts val="201"/>
              </a:spcAft>
              <a:buClr>
                <a:srgbClr val="1cade4"/>
              </a:buClr>
              <a:buFont typeface="Calibri"/>
              <a:buChar char=" "/>
            </a:pPr>
            <a:r>
              <a:rPr b="0" lang="zh-TW" sz="1600" spc="18" strike="noStrike">
                <a:solidFill>
                  <a:srgbClr val="000000"/>
                </a:solidFill>
                <a:latin typeface="Microsoft JhengHei UI"/>
                <a:ea typeface="Microsoft JhengHei UI"/>
              </a:rPr>
              <a:t>職稱</a:t>
            </a:r>
            <a:endParaRPr b="0" lang="en-US" sz="16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82" name="PlaceHolder 11"/>
          <p:cNvSpPr>
            <a:spLocks noGrp="1"/>
          </p:cNvSpPr>
          <p:nvPr>
            <p:ph type="body"/>
          </p:nvPr>
        </p:nvSpPr>
        <p:spPr>
          <a:xfrm>
            <a:off x="3729240" y="4811040"/>
            <a:ext cx="2340360" cy="347400"/>
          </a:xfrm>
          <a:prstGeom prst="rect">
            <a:avLst/>
          </a:prstGeom>
          <a:noFill/>
          <a:ln w="0">
            <a:noFill/>
          </a:ln>
        </p:spPr>
        <p:txBody>
          <a:bodyPr lIns="54720" rIns="0" tIns="0" bIns="0" anchor="t">
            <a:noAutofit/>
          </a:bodyPr>
          <a:p>
            <a:pPr marL="91440" indent="-91440">
              <a:lnSpc>
                <a:spcPct val="100000"/>
              </a:lnSpc>
              <a:spcAft>
                <a:spcPts val="201"/>
              </a:spcAft>
              <a:buClr>
                <a:srgbClr val="1cade4"/>
              </a:buClr>
              <a:buFont typeface="Calibri"/>
              <a:buChar char=" "/>
            </a:pPr>
            <a:r>
              <a:rPr b="1" lang="zh-TW" sz="2000" spc="18" strike="noStrike">
                <a:solidFill>
                  <a:srgbClr val="000000"/>
                </a:solidFill>
                <a:latin typeface="Microsoft JhengHei UI"/>
                <a:ea typeface="Microsoft JhengHei UI"/>
              </a:rPr>
              <a:t>姓名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83" name="PlaceHolder 12"/>
          <p:cNvSpPr>
            <a:spLocks noGrp="1"/>
          </p:cNvSpPr>
          <p:nvPr>
            <p:ph type="body"/>
          </p:nvPr>
        </p:nvSpPr>
        <p:spPr>
          <a:xfrm>
            <a:off x="3728880" y="5205600"/>
            <a:ext cx="2340360" cy="347400"/>
          </a:xfrm>
          <a:prstGeom prst="rect">
            <a:avLst/>
          </a:prstGeom>
          <a:noFill/>
          <a:ln w="0">
            <a:noFill/>
          </a:ln>
        </p:spPr>
        <p:txBody>
          <a:bodyPr lIns="54720" rIns="548640" tIns="0" bIns="0" anchor="t">
            <a:noAutofit/>
          </a:bodyPr>
          <a:p>
            <a:pPr marL="91440" indent="-91440">
              <a:lnSpc>
                <a:spcPct val="100000"/>
              </a:lnSpc>
              <a:spcAft>
                <a:spcPts val="201"/>
              </a:spcAft>
              <a:buClr>
                <a:srgbClr val="1cade4"/>
              </a:buClr>
              <a:buFont typeface="Calibri"/>
              <a:buChar char=" "/>
            </a:pPr>
            <a:r>
              <a:rPr b="0" lang="zh-TW" sz="1600" spc="18" strike="noStrike">
                <a:solidFill>
                  <a:srgbClr val="000000"/>
                </a:solidFill>
                <a:latin typeface="Microsoft JhengHei UI"/>
                <a:ea typeface="Microsoft JhengHei UI"/>
              </a:rPr>
              <a:t>職稱</a:t>
            </a:r>
            <a:endParaRPr b="0" lang="en-US" sz="16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84" name="PlaceHolder 13"/>
          <p:cNvSpPr>
            <a:spLocks noGrp="1"/>
          </p:cNvSpPr>
          <p:nvPr>
            <p:ph type="body"/>
          </p:nvPr>
        </p:nvSpPr>
        <p:spPr>
          <a:xfrm>
            <a:off x="6269760" y="4811040"/>
            <a:ext cx="2340360" cy="347400"/>
          </a:xfrm>
          <a:prstGeom prst="rect">
            <a:avLst/>
          </a:prstGeom>
          <a:noFill/>
          <a:ln w="0">
            <a:noFill/>
          </a:ln>
        </p:spPr>
        <p:txBody>
          <a:bodyPr lIns="54720" rIns="0" tIns="0" bIns="0" anchor="t">
            <a:noAutofit/>
          </a:bodyPr>
          <a:p>
            <a:pPr marL="91440" indent="-91440">
              <a:lnSpc>
                <a:spcPct val="100000"/>
              </a:lnSpc>
              <a:spcAft>
                <a:spcPts val="201"/>
              </a:spcAft>
              <a:buClr>
                <a:srgbClr val="1cade4"/>
              </a:buClr>
              <a:buFont typeface="Calibri"/>
              <a:buChar char=" "/>
            </a:pPr>
            <a:r>
              <a:rPr b="1" lang="zh-TW" sz="2000" spc="18" strike="noStrike">
                <a:solidFill>
                  <a:srgbClr val="000000"/>
                </a:solidFill>
                <a:latin typeface="Microsoft JhengHei UI"/>
                <a:ea typeface="Microsoft JhengHei UI"/>
              </a:rPr>
              <a:t>姓名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85" name="PlaceHolder 14"/>
          <p:cNvSpPr>
            <a:spLocks noGrp="1"/>
          </p:cNvSpPr>
          <p:nvPr>
            <p:ph type="body"/>
          </p:nvPr>
        </p:nvSpPr>
        <p:spPr>
          <a:xfrm>
            <a:off x="6269400" y="5205600"/>
            <a:ext cx="2340360" cy="347400"/>
          </a:xfrm>
          <a:prstGeom prst="rect">
            <a:avLst/>
          </a:prstGeom>
          <a:noFill/>
          <a:ln w="0">
            <a:noFill/>
          </a:ln>
        </p:spPr>
        <p:txBody>
          <a:bodyPr lIns="54720" rIns="548640" tIns="0" bIns="0" anchor="t">
            <a:noAutofit/>
          </a:bodyPr>
          <a:p>
            <a:pPr marL="91440" indent="-91440">
              <a:lnSpc>
                <a:spcPct val="100000"/>
              </a:lnSpc>
              <a:spcAft>
                <a:spcPts val="201"/>
              </a:spcAft>
              <a:buClr>
                <a:srgbClr val="1cade4"/>
              </a:buClr>
              <a:buFont typeface="Calibri"/>
              <a:buChar char=" "/>
            </a:pPr>
            <a:r>
              <a:rPr b="0" lang="zh-TW" sz="1600" spc="18" strike="noStrike">
                <a:solidFill>
                  <a:srgbClr val="000000"/>
                </a:solidFill>
                <a:latin typeface="Microsoft JhengHei UI"/>
                <a:ea typeface="Microsoft JhengHei UI"/>
              </a:rPr>
              <a:t>職稱</a:t>
            </a:r>
            <a:endParaRPr b="0" lang="en-US" sz="16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86" name="PlaceHolder 15"/>
          <p:cNvSpPr>
            <a:spLocks noGrp="1"/>
          </p:cNvSpPr>
          <p:nvPr>
            <p:ph type="body"/>
          </p:nvPr>
        </p:nvSpPr>
        <p:spPr>
          <a:xfrm>
            <a:off x="8810640" y="4811040"/>
            <a:ext cx="2340360" cy="347400"/>
          </a:xfrm>
          <a:prstGeom prst="rect">
            <a:avLst/>
          </a:prstGeom>
          <a:noFill/>
          <a:ln w="0">
            <a:noFill/>
          </a:ln>
        </p:spPr>
        <p:txBody>
          <a:bodyPr lIns="54720" rIns="0" tIns="0" bIns="0" anchor="t">
            <a:noAutofit/>
          </a:bodyPr>
          <a:p>
            <a:pPr marL="91440" indent="-91440">
              <a:lnSpc>
                <a:spcPct val="100000"/>
              </a:lnSpc>
              <a:spcAft>
                <a:spcPts val="201"/>
              </a:spcAft>
              <a:buClr>
                <a:srgbClr val="1cade4"/>
              </a:buClr>
              <a:buFont typeface="Calibri"/>
              <a:buChar char=" "/>
            </a:pPr>
            <a:r>
              <a:rPr b="1" lang="zh-TW" sz="2000" spc="18" strike="noStrike">
                <a:solidFill>
                  <a:srgbClr val="000000"/>
                </a:solidFill>
                <a:latin typeface="Microsoft JhengHei UI"/>
                <a:ea typeface="Microsoft JhengHei UI"/>
              </a:rPr>
              <a:t>姓名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287" name="PlaceHolder 16"/>
          <p:cNvSpPr>
            <a:spLocks noGrp="1"/>
          </p:cNvSpPr>
          <p:nvPr>
            <p:ph type="body"/>
          </p:nvPr>
        </p:nvSpPr>
        <p:spPr>
          <a:xfrm>
            <a:off x="8809560" y="5205600"/>
            <a:ext cx="2340360" cy="347400"/>
          </a:xfrm>
          <a:prstGeom prst="rect">
            <a:avLst/>
          </a:prstGeom>
          <a:noFill/>
          <a:ln w="0">
            <a:noFill/>
          </a:ln>
        </p:spPr>
        <p:txBody>
          <a:bodyPr lIns="54720" rIns="548640" tIns="0" bIns="0" anchor="t">
            <a:noAutofit/>
          </a:bodyPr>
          <a:p>
            <a:pPr marL="91440" indent="-91440">
              <a:lnSpc>
                <a:spcPct val="100000"/>
              </a:lnSpc>
              <a:spcAft>
                <a:spcPts val="201"/>
              </a:spcAft>
              <a:buClr>
                <a:srgbClr val="1cade4"/>
              </a:buClr>
              <a:buFont typeface="Calibri"/>
              <a:buChar char=" "/>
            </a:pPr>
            <a:r>
              <a:rPr b="0" lang="zh-TW" sz="1600" spc="18" strike="noStrike">
                <a:solidFill>
                  <a:srgbClr val="000000"/>
                </a:solidFill>
                <a:latin typeface="Microsoft JhengHei UI"/>
                <a:ea typeface="Microsoft JhengHei UI"/>
              </a:rPr>
              <a:t>職稱</a:t>
            </a:r>
            <a:endParaRPr b="0" lang="en-US" sz="1600" spc="-1" strike="noStrike">
              <a:solidFill>
                <a:srgbClr val="404040"/>
              </a:solidFill>
              <a:latin typeface="Microsoft JhengHei U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矩形 6"/>
          <p:cNvSpPr/>
          <p:nvPr/>
        </p:nvSpPr>
        <p:spPr>
          <a:xfrm>
            <a:off x="0" y="6400800"/>
            <a:ext cx="12191760" cy="45684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325" name="直線接點​​(S) 9"/>
          <p:cNvSpPr/>
          <p:nvPr/>
        </p:nvSpPr>
        <p:spPr>
          <a:xfrm>
            <a:off x="1193400" y="1897200"/>
            <a:ext cx="9966960" cy="360"/>
          </a:xfrm>
          <a:prstGeom prst="line">
            <a:avLst/>
          </a:prstGeom>
          <a:ln>
            <a:solidFill>
              <a:srgbClr val="000000">
                <a:lumMod val="75000"/>
                <a:lumOff val="25000"/>
              </a:srgb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326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>
              <a:lnSpc>
                <a:spcPct val="90000"/>
              </a:lnSpc>
              <a:buNone/>
            </a:pPr>
            <a:r>
              <a:rPr b="0" lang="zh-TW" sz="4800" spc="-52" strike="noStrike">
                <a:solidFill>
                  <a:srgbClr val="404040"/>
                </a:solidFill>
                <a:latin typeface="Microsoft JhengHei UI Light"/>
                <a:ea typeface="Microsoft JhengHei UI Light"/>
              </a:rPr>
              <a:t>按一下以編輯母片標題樣式</a:t>
            </a:r>
            <a:endParaRPr b="0" lang="en-US" sz="4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7" name="PlaceHolder 2"/>
          <p:cNvSpPr>
            <a:spLocks noGrp="1"/>
          </p:cNvSpPr>
          <p:nvPr>
            <p:ph type="body"/>
          </p:nvPr>
        </p:nvSpPr>
        <p:spPr>
          <a:xfrm>
            <a:off x="1188720" y="2463480"/>
            <a:ext cx="9966600" cy="3368160"/>
          </a:xfrm>
          <a:prstGeom prst="rect">
            <a:avLst/>
          </a:prstGeom>
          <a:noFill/>
          <a:ln w="0">
            <a:noFill/>
          </a:ln>
        </p:spPr>
        <p:txBody>
          <a:bodyPr lIns="0" rIns="0" anchor="t">
            <a:noAutofit/>
          </a:bodyPr>
          <a:p>
            <a:pPr marL="91440" indent="-9144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Calibri"/>
              <a:buChar char=" "/>
            </a:pPr>
            <a:r>
              <a:rPr b="0" lang="zh-TW" sz="20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按一下以編輯母片文字樣式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  <a:p>
            <a:pPr lvl="1" marL="384120" indent="-182880">
              <a:lnSpc>
                <a:spcPct val="100000"/>
              </a:lnSpc>
              <a:spcBef>
                <a:spcPts val="201"/>
              </a:spcBef>
              <a:spcAft>
                <a:spcPts val="400"/>
              </a:spcAft>
              <a:buClr>
                <a:srgbClr val="404040"/>
              </a:buClr>
              <a:buFont typeface="Calibri"/>
              <a:buChar char="◦"/>
            </a:pPr>
            <a:r>
              <a:rPr b="0" lang="zh-TW" sz="18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第二層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2" marL="567000" indent="-182880">
              <a:lnSpc>
                <a:spcPct val="100000"/>
              </a:lnSpc>
              <a:spcBef>
                <a:spcPts val="201"/>
              </a:spcBef>
              <a:spcAft>
                <a:spcPts val="400"/>
              </a:spcAft>
              <a:buClr>
                <a:srgbClr val="404040"/>
              </a:buClr>
              <a:buFont typeface="Calibri"/>
              <a:buChar char="◦"/>
            </a:pPr>
            <a:r>
              <a:rPr b="0" lang="zh-TW" sz="14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第三層</a:t>
            </a:r>
            <a:endParaRPr b="0" lang="en-US" sz="1400" spc="-1" strike="noStrike">
              <a:solidFill>
                <a:srgbClr val="404040"/>
              </a:solidFill>
              <a:latin typeface="Microsoft JhengHei UI"/>
            </a:endParaRPr>
          </a:p>
          <a:p>
            <a:pPr lvl="3" marL="749880" indent="-182880">
              <a:lnSpc>
                <a:spcPct val="100000"/>
              </a:lnSpc>
              <a:spcBef>
                <a:spcPts val="201"/>
              </a:spcBef>
              <a:spcAft>
                <a:spcPts val="400"/>
              </a:spcAft>
              <a:buClr>
                <a:srgbClr val="404040"/>
              </a:buClr>
              <a:buFont typeface="Calibri"/>
              <a:buChar char="◦"/>
            </a:pPr>
            <a:r>
              <a:rPr b="0" lang="zh-TW" sz="14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第四層</a:t>
            </a:r>
            <a:endParaRPr b="0" lang="en-US" sz="1400" spc="-1" strike="noStrike">
              <a:solidFill>
                <a:srgbClr val="404040"/>
              </a:solidFill>
              <a:latin typeface="Microsoft JhengHei UI"/>
            </a:endParaRPr>
          </a:p>
          <a:p>
            <a:pPr lvl="4" marL="932760" indent="-182880">
              <a:lnSpc>
                <a:spcPct val="100000"/>
              </a:lnSpc>
              <a:spcBef>
                <a:spcPts val="201"/>
              </a:spcBef>
              <a:spcAft>
                <a:spcPts val="400"/>
              </a:spcAft>
              <a:buClr>
                <a:srgbClr val="404040"/>
              </a:buClr>
              <a:buFont typeface="Calibri"/>
              <a:buChar char="◦"/>
            </a:pPr>
            <a:r>
              <a:rPr b="0" lang="zh-TW" sz="14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第五層</a:t>
            </a:r>
            <a:endParaRPr b="0" lang="en-US" sz="14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28" name="PlaceHolder 3"/>
          <p:cNvSpPr>
            <a:spLocks noGrp="1"/>
          </p:cNvSpPr>
          <p:nvPr>
            <p:ph type="ftr" idx="16"/>
          </p:nvPr>
        </p:nvSpPr>
        <p:spPr>
          <a:xfrm>
            <a:off x="1097280" y="6446880"/>
            <a:ext cx="68180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900" spc="-1" strike="noStrike" cap="all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900" spc="-1" strike="noStrike" cap="all">
                <a:solidFill>
                  <a:srgbClr val="ffffff"/>
                </a:solidFill>
                <a:latin typeface="Microsoft JhengHei UI"/>
                <a:ea typeface="Microsoft JhengHei UI"/>
              </a:rPr>
              <a:t>&lt;頁尾&gt;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329" name="PlaceHolder 4"/>
          <p:cNvSpPr>
            <a:spLocks noGrp="1"/>
          </p:cNvSpPr>
          <p:nvPr>
            <p:ph type="dt" idx="17"/>
          </p:nvPr>
        </p:nvSpPr>
        <p:spPr>
          <a:xfrm>
            <a:off x="8218440" y="6446880"/>
            <a:ext cx="25844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&lt;日期/時間&gt;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330" name="PlaceHolder 5"/>
          <p:cNvSpPr>
            <a:spLocks noGrp="1"/>
          </p:cNvSpPr>
          <p:nvPr>
            <p:ph type="sldNum" idx="18"/>
          </p:nvPr>
        </p:nvSpPr>
        <p:spPr>
          <a:xfrm>
            <a:off x="10993680" y="6446880"/>
            <a:ext cx="7797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050" spc="-1" strike="noStrike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>
              <a:lnSpc>
                <a:spcPct val="100000"/>
              </a:lnSpc>
              <a:buNone/>
            </a:pPr>
            <a:fld id="{F00BB83E-37F7-42F3-8B45-DCF13C6C813E}" type="slidenum">
              <a:rPr b="0" lang="en-US" sz="105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&lt;編號&gt;</a:t>
            </a:fld>
            <a:endParaRPr b="0" lang="en-US" sz="105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矩形 6"/>
          <p:cNvSpPr/>
          <p:nvPr/>
        </p:nvSpPr>
        <p:spPr>
          <a:xfrm>
            <a:off x="0" y="6400800"/>
            <a:ext cx="12191760" cy="45684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368" name="直線接點​​(S) 9"/>
          <p:cNvSpPr/>
          <p:nvPr/>
        </p:nvSpPr>
        <p:spPr>
          <a:xfrm>
            <a:off x="1193400" y="1897200"/>
            <a:ext cx="9966960" cy="360"/>
          </a:xfrm>
          <a:prstGeom prst="line">
            <a:avLst/>
          </a:prstGeom>
          <a:ln>
            <a:solidFill>
              <a:srgbClr val="000000">
                <a:lumMod val="75000"/>
                <a:lumOff val="25000"/>
              </a:srgb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369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>
              <a:lnSpc>
                <a:spcPct val="90000"/>
              </a:lnSpc>
              <a:buNone/>
            </a:pPr>
            <a:r>
              <a:rPr b="0" lang="zh-TW" sz="4800" spc="-52" strike="noStrike">
                <a:solidFill>
                  <a:srgbClr val="404040"/>
                </a:solidFill>
                <a:latin typeface="Microsoft JhengHei UI Light"/>
                <a:ea typeface="Microsoft JhengHei UI Light"/>
              </a:rPr>
              <a:t>按一下以編輯母片標題樣式</a:t>
            </a:r>
            <a:endParaRPr b="0" lang="en-US" sz="4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0" name="PlaceHolder 2"/>
          <p:cNvSpPr>
            <a:spLocks noGrp="1"/>
          </p:cNvSpPr>
          <p:nvPr>
            <p:ph type="body"/>
          </p:nvPr>
        </p:nvSpPr>
        <p:spPr>
          <a:xfrm>
            <a:off x="1188720" y="2057400"/>
            <a:ext cx="4639320" cy="7358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p>
            <a:pPr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b="0" lang="zh-TW" sz="2400" spc="-1" strike="noStrike" cap="all">
                <a:solidFill>
                  <a:srgbClr val="000000"/>
                </a:solidFill>
                <a:latin typeface="Microsoft JhengHei UI"/>
                <a:ea typeface="Microsoft JhengHei UI"/>
              </a:rPr>
              <a:t>按一下以編輯母片文字樣式</a:t>
            </a:r>
            <a:endParaRPr b="0" lang="en-US" sz="24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body"/>
          </p:nvPr>
        </p:nvSpPr>
        <p:spPr>
          <a:xfrm>
            <a:off x="1188720" y="2958120"/>
            <a:ext cx="4639320" cy="2910600"/>
          </a:xfrm>
          <a:prstGeom prst="rect">
            <a:avLst/>
          </a:prstGeom>
          <a:noFill/>
          <a:ln w="0">
            <a:noFill/>
          </a:ln>
        </p:spPr>
        <p:txBody>
          <a:bodyPr lIns="0" rIns="0" anchor="t">
            <a:noAutofit/>
          </a:bodyPr>
          <a:p>
            <a:pPr marL="343080" indent="-18288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Arial"/>
              <a:buChar char="•"/>
            </a:pPr>
            <a:r>
              <a:rPr b="0" lang="zh-TW" sz="20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按一下以編輯母片文字樣式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  <a:p>
            <a:pPr lvl="1" marL="487080" indent="-182880">
              <a:lnSpc>
                <a:spcPct val="100000"/>
              </a:lnSpc>
              <a:spcBef>
                <a:spcPts val="201"/>
              </a:spcBef>
              <a:spcAft>
                <a:spcPts val="400"/>
              </a:spcAft>
              <a:buClr>
                <a:srgbClr val="1cade4"/>
              </a:buClr>
              <a:buFont typeface="Arial"/>
              <a:buChar char="•"/>
            </a:pPr>
            <a:r>
              <a:rPr b="0" lang="zh-TW" sz="18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第二層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2" marL="669960" indent="-182880">
              <a:lnSpc>
                <a:spcPct val="100000"/>
              </a:lnSpc>
              <a:spcBef>
                <a:spcPts val="201"/>
              </a:spcBef>
              <a:spcAft>
                <a:spcPts val="400"/>
              </a:spcAft>
              <a:buClr>
                <a:srgbClr val="1cade4"/>
              </a:buClr>
              <a:buFont typeface="Arial"/>
              <a:buChar char="•"/>
            </a:pPr>
            <a:r>
              <a:rPr b="0" lang="zh-TW" sz="14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第三層</a:t>
            </a:r>
            <a:endParaRPr b="0" lang="en-US" sz="1400" spc="-1" strike="noStrike">
              <a:solidFill>
                <a:srgbClr val="404040"/>
              </a:solidFill>
              <a:latin typeface="Microsoft JhengHei UI"/>
            </a:endParaRPr>
          </a:p>
          <a:p>
            <a:pPr lvl="3" marL="852840" indent="-182880">
              <a:lnSpc>
                <a:spcPct val="100000"/>
              </a:lnSpc>
              <a:spcBef>
                <a:spcPts val="201"/>
              </a:spcBef>
              <a:spcAft>
                <a:spcPts val="400"/>
              </a:spcAft>
              <a:buClr>
                <a:srgbClr val="1cade4"/>
              </a:buClr>
              <a:buFont typeface="Arial"/>
              <a:buChar char="•"/>
            </a:pPr>
            <a:r>
              <a:rPr b="0" lang="zh-TW" sz="14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第四層</a:t>
            </a:r>
            <a:endParaRPr b="0" lang="en-US" sz="1400" spc="-1" strike="noStrike">
              <a:solidFill>
                <a:srgbClr val="404040"/>
              </a:solidFill>
              <a:latin typeface="Microsoft JhengHei UI"/>
            </a:endParaRPr>
          </a:p>
          <a:p>
            <a:pPr lvl="4" marL="1035720" indent="-182880">
              <a:lnSpc>
                <a:spcPct val="100000"/>
              </a:lnSpc>
              <a:spcBef>
                <a:spcPts val="201"/>
              </a:spcBef>
              <a:spcAft>
                <a:spcPts val="400"/>
              </a:spcAft>
              <a:buClr>
                <a:srgbClr val="1cade4"/>
              </a:buClr>
              <a:buFont typeface="Arial"/>
              <a:buChar char="•"/>
            </a:pPr>
            <a:r>
              <a:rPr b="0" lang="zh-TW" sz="14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第五層</a:t>
            </a:r>
            <a:endParaRPr b="0" lang="en-US" sz="14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72" name="PlaceHolder 4"/>
          <p:cNvSpPr>
            <a:spLocks noGrp="1"/>
          </p:cNvSpPr>
          <p:nvPr>
            <p:ph type="body"/>
          </p:nvPr>
        </p:nvSpPr>
        <p:spPr>
          <a:xfrm>
            <a:off x="6516000" y="2057400"/>
            <a:ext cx="4639320" cy="7358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p>
            <a:pPr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b="0" lang="zh-TW" sz="2400" spc="-1" strike="noStrike" cap="all">
                <a:solidFill>
                  <a:srgbClr val="000000"/>
                </a:solidFill>
                <a:latin typeface="Microsoft JhengHei UI"/>
                <a:ea typeface="Microsoft JhengHei UI"/>
              </a:rPr>
              <a:t>按一下以編輯母片文字樣式</a:t>
            </a:r>
            <a:endParaRPr b="0" lang="en-US" sz="24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73" name="PlaceHolder 5"/>
          <p:cNvSpPr>
            <a:spLocks noGrp="1"/>
          </p:cNvSpPr>
          <p:nvPr>
            <p:ph type="body"/>
          </p:nvPr>
        </p:nvSpPr>
        <p:spPr>
          <a:xfrm>
            <a:off x="6516000" y="2958120"/>
            <a:ext cx="4639320" cy="2910600"/>
          </a:xfrm>
          <a:prstGeom prst="rect">
            <a:avLst/>
          </a:prstGeom>
          <a:noFill/>
          <a:ln w="0">
            <a:noFill/>
          </a:ln>
        </p:spPr>
        <p:txBody>
          <a:bodyPr lIns="0" rIns="0" anchor="t">
            <a:noAutofit/>
          </a:bodyPr>
          <a:p>
            <a:pPr marL="343080" indent="-18288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Arial"/>
              <a:buChar char="•"/>
            </a:pPr>
            <a:r>
              <a:rPr b="0" lang="zh-TW" sz="20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按一下以編輯母片文字樣式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  <a:p>
            <a:pPr lvl="1" marL="487080" indent="-182880">
              <a:lnSpc>
                <a:spcPct val="100000"/>
              </a:lnSpc>
              <a:spcBef>
                <a:spcPts val="201"/>
              </a:spcBef>
              <a:spcAft>
                <a:spcPts val="400"/>
              </a:spcAft>
              <a:buClr>
                <a:srgbClr val="1cade4"/>
              </a:buClr>
              <a:buFont typeface="Arial"/>
              <a:buChar char="•"/>
            </a:pPr>
            <a:r>
              <a:rPr b="0" lang="zh-TW" sz="18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第二層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2" marL="669960" indent="-182880">
              <a:lnSpc>
                <a:spcPct val="100000"/>
              </a:lnSpc>
              <a:spcBef>
                <a:spcPts val="201"/>
              </a:spcBef>
              <a:spcAft>
                <a:spcPts val="400"/>
              </a:spcAft>
              <a:buClr>
                <a:srgbClr val="1cade4"/>
              </a:buClr>
              <a:buFont typeface="Arial"/>
              <a:buChar char="•"/>
            </a:pPr>
            <a:r>
              <a:rPr b="0" lang="zh-TW" sz="14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第三層</a:t>
            </a:r>
            <a:endParaRPr b="0" lang="en-US" sz="1400" spc="-1" strike="noStrike">
              <a:solidFill>
                <a:srgbClr val="404040"/>
              </a:solidFill>
              <a:latin typeface="Microsoft JhengHei UI"/>
            </a:endParaRPr>
          </a:p>
          <a:p>
            <a:pPr lvl="3" marL="852840" indent="-182880">
              <a:lnSpc>
                <a:spcPct val="100000"/>
              </a:lnSpc>
              <a:spcBef>
                <a:spcPts val="201"/>
              </a:spcBef>
              <a:spcAft>
                <a:spcPts val="400"/>
              </a:spcAft>
              <a:buClr>
                <a:srgbClr val="1cade4"/>
              </a:buClr>
              <a:buFont typeface="Arial"/>
              <a:buChar char="•"/>
            </a:pPr>
            <a:r>
              <a:rPr b="0" lang="zh-TW" sz="14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第四層</a:t>
            </a:r>
            <a:endParaRPr b="0" lang="en-US" sz="1400" spc="-1" strike="noStrike">
              <a:solidFill>
                <a:srgbClr val="404040"/>
              </a:solidFill>
              <a:latin typeface="Microsoft JhengHei UI"/>
            </a:endParaRPr>
          </a:p>
          <a:p>
            <a:pPr lvl="4" marL="1035720" indent="-182880">
              <a:lnSpc>
                <a:spcPct val="100000"/>
              </a:lnSpc>
              <a:spcBef>
                <a:spcPts val="201"/>
              </a:spcBef>
              <a:spcAft>
                <a:spcPts val="400"/>
              </a:spcAft>
              <a:buClr>
                <a:srgbClr val="1cade4"/>
              </a:buClr>
              <a:buFont typeface="Arial"/>
              <a:buChar char="•"/>
            </a:pPr>
            <a:r>
              <a:rPr b="0" lang="zh-TW" sz="14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第五層</a:t>
            </a:r>
            <a:endParaRPr b="0" lang="en-US" sz="14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374" name="PlaceHolder 6"/>
          <p:cNvSpPr>
            <a:spLocks noGrp="1"/>
          </p:cNvSpPr>
          <p:nvPr>
            <p:ph type="ftr" idx="19"/>
          </p:nvPr>
        </p:nvSpPr>
        <p:spPr>
          <a:xfrm>
            <a:off x="1097280" y="6446880"/>
            <a:ext cx="68180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900" spc="-1" strike="noStrike" cap="all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900" spc="-1" strike="noStrike" cap="all">
                <a:solidFill>
                  <a:srgbClr val="ffffff"/>
                </a:solidFill>
                <a:latin typeface="Microsoft JhengHei UI"/>
                <a:ea typeface="Microsoft JhengHei UI"/>
              </a:rPr>
              <a:t>&lt;頁尾&gt;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375" name="PlaceHolder 7"/>
          <p:cNvSpPr>
            <a:spLocks noGrp="1"/>
          </p:cNvSpPr>
          <p:nvPr>
            <p:ph type="dt" idx="20"/>
          </p:nvPr>
        </p:nvSpPr>
        <p:spPr>
          <a:xfrm>
            <a:off x="8218440" y="6446880"/>
            <a:ext cx="25844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&lt;日期/時間&gt;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376" name="PlaceHolder 8"/>
          <p:cNvSpPr>
            <a:spLocks noGrp="1"/>
          </p:cNvSpPr>
          <p:nvPr>
            <p:ph type="sldNum" idx="21"/>
          </p:nvPr>
        </p:nvSpPr>
        <p:spPr>
          <a:xfrm>
            <a:off x="10993680" y="6446880"/>
            <a:ext cx="7797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050" spc="-1" strike="noStrike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>
              <a:lnSpc>
                <a:spcPct val="100000"/>
              </a:lnSpc>
              <a:buNone/>
            </a:pPr>
            <a:fld id="{818EA95B-1F6D-4200-86BD-5A80D8F8ACC6}" type="slidenum">
              <a:rPr b="0" lang="en-US" sz="105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&lt;編號&gt;</a:t>
            </a:fld>
            <a:endParaRPr b="0" lang="en-US" sz="105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矩形 6"/>
          <p:cNvSpPr/>
          <p:nvPr/>
        </p:nvSpPr>
        <p:spPr>
          <a:xfrm>
            <a:off x="0" y="6400800"/>
            <a:ext cx="12191760" cy="45684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14" name="直線接點​​(S) 9"/>
          <p:cNvSpPr/>
          <p:nvPr/>
        </p:nvSpPr>
        <p:spPr>
          <a:xfrm>
            <a:off x="1193400" y="1897200"/>
            <a:ext cx="9966960" cy="360"/>
          </a:xfrm>
          <a:prstGeom prst="line">
            <a:avLst/>
          </a:prstGeom>
          <a:ln>
            <a:solidFill>
              <a:srgbClr val="000000">
                <a:lumMod val="75000"/>
                <a:lumOff val="25000"/>
              </a:srgb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15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>
              <a:lnSpc>
                <a:spcPct val="90000"/>
              </a:lnSpc>
              <a:buNone/>
            </a:pPr>
            <a:r>
              <a:rPr b="0" lang="zh-TW" sz="4800" spc="-52" strike="noStrike">
                <a:solidFill>
                  <a:srgbClr val="404040"/>
                </a:solidFill>
                <a:latin typeface="Microsoft JhengHei UI Light"/>
                <a:ea typeface="Microsoft JhengHei UI Light"/>
              </a:rPr>
              <a:t>按一下以編輯母片標題樣式</a:t>
            </a:r>
            <a:endParaRPr b="0" lang="en-US" sz="4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6" name="PlaceHolder 2"/>
          <p:cNvSpPr>
            <a:spLocks noGrp="1"/>
          </p:cNvSpPr>
          <p:nvPr>
            <p:ph type="body"/>
          </p:nvPr>
        </p:nvSpPr>
        <p:spPr>
          <a:xfrm>
            <a:off x="1188720" y="2057400"/>
            <a:ext cx="3200040" cy="7358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8000"/>
          </a:bodyPr>
          <a:p>
            <a:pPr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b="0" lang="zh-TW" sz="2400" spc="-1" strike="noStrike" cap="all">
                <a:solidFill>
                  <a:srgbClr val="000000"/>
                </a:solidFill>
                <a:latin typeface="Microsoft JhengHei UI"/>
                <a:ea typeface="Microsoft JhengHei UI"/>
              </a:rPr>
              <a:t>按一下以編輯母片文字樣式</a:t>
            </a:r>
            <a:endParaRPr b="0" lang="en-US" sz="24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17" name="PlaceHolder 3"/>
          <p:cNvSpPr>
            <a:spLocks noGrp="1"/>
          </p:cNvSpPr>
          <p:nvPr>
            <p:ph type="body"/>
          </p:nvPr>
        </p:nvSpPr>
        <p:spPr>
          <a:xfrm>
            <a:off x="1188720" y="2958120"/>
            <a:ext cx="3200040" cy="2910600"/>
          </a:xfrm>
          <a:prstGeom prst="rect">
            <a:avLst/>
          </a:prstGeom>
          <a:noFill/>
          <a:ln w="0">
            <a:noFill/>
          </a:ln>
        </p:spPr>
        <p:txBody>
          <a:bodyPr lIns="0" rIns="0" anchor="t">
            <a:noAutofit/>
          </a:bodyPr>
          <a:p>
            <a:pPr marL="227160" indent="-22716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Arial"/>
              <a:buChar char="•"/>
            </a:pPr>
            <a:r>
              <a:rPr b="0" lang="zh-TW" sz="20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按一下以編輯母片文字樣式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  <a:p>
            <a:pPr lvl="1" marL="487080" indent="-285840">
              <a:lnSpc>
                <a:spcPct val="100000"/>
              </a:lnSpc>
              <a:spcBef>
                <a:spcPts val="201"/>
              </a:spcBef>
              <a:spcAft>
                <a:spcPts val="400"/>
              </a:spcAft>
              <a:buClr>
                <a:srgbClr val="1cade4"/>
              </a:buClr>
              <a:buFont typeface="Arial"/>
              <a:buChar char="•"/>
            </a:pPr>
            <a:r>
              <a:rPr b="0" lang="zh-TW" sz="18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第二層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2" marL="669960" indent="-285840">
              <a:lnSpc>
                <a:spcPct val="100000"/>
              </a:lnSpc>
              <a:spcBef>
                <a:spcPts val="201"/>
              </a:spcBef>
              <a:spcAft>
                <a:spcPts val="400"/>
              </a:spcAft>
              <a:buClr>
                <a:srgbClr val="1cade4"/>
              </a:buClr>
              <a:buFont typeface="Arial"/>
              <a:buChar char="•"/>
            </a:pPr>
            <a:r>
              <a:rPr b="0" lang="zh-TW" sz="14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第三層</a:t>
            </a:r>
            <a:endParaRPr b="0" lang="en-US" sz="1400" spc="-1" strike="noStrike">
              <a:solidFill>
                <a:srgbClr val="404040"/>
              </a:solidFill>
              <a:latin typeface="Microsoft JhengHei UI"/>
            </a:endParaRPr>
          </a:p>
          <a:p>
            <a:pPr lvl="3" marL="852840" indent="-285840">
              <a:lnSpc>
                <a:spcPct val="100000"/>
              </a:lnSpc>
              <a:spcBef>
                <a:spcPts val="201"/>
              </a:spcBef>
              <a:spcAft>
                <a:spcPts val="400"/>
              </a:spcAft>
              <a:buClr>
                <a:srgbClr val="1cade4"/>
              </a:buClr>
              <a:buFont typeface="Arial"/>
              <a:buChar char="•"/>
            </a:pPr>
            <a:r>
              <a:rPr b="0" lang="zh-TW" sz="14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第四層</a:t>
            </a:r>
            <a:endParaRPr b="0" lang="en-US" sz="1400" spc="-1" strike="noStrike">
              <a:solidFill>
                <a:srgbClr val="404040"/>
              </a:solidFill>
              <a:latin typeface="Microsoft JhengHei UI"/>
            </a:endParaRPr>
          </a:p>
          <a:p>
            <a:pPr lvl="4" marL="1035720" indent="-285840">
              <a:lnSpc>
                <a:spcPct val="100000"/>
              </a:lnSpc>
              <a:spcBef>
                <a:spcPts val="201"/>
              </a:spcBef>
              <a:spcAft>
                <a:spcPts val="400"/>
              </a:spcAft>
              <a:buClr>
                <a:srgbClr val="1cade4"/>
              </a:buClr>
              <a:buFont typeface="Arial"/>
              <a:buChar char="•"/>
            </a:pPr>
            <a:r>
              <a:rPr b="0" lang="zh-TW" sz="14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第五層</a:t>
            </a:r>
            <a:endParaRPr b="0" lang="en-US" sz="14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18" name="PlaceHolder 4"/>
          <p:cNvSpPr>
            <a:spLocks noGrp="1"/>
          </p:cNvSpPr>
          <p:nvPr>
            <p:ph type="body"/>
          </p:nvPr>
        </p:nvSpPr>
        <p:spPr>
          <a:xfrm>
            <a:off x="4572000" y="2051280"/>
            <a:ext cx="3200040" cy="7358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8000"/>
          </a:bodyPr>
          <a:p>
            <a:pPr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b="0" lang="zh-TW" sz="2400" spc="-1" strike="noStrike" cap="all">
                <a:solidFill>
                  <a:srgbClr val="000000"/>
                </a:solidFill>
                <a:latin typeface="Microsoft JhengHei UI"/>
                <a:ea typeface="Microsoft JhengHei UI"/>
              </a:rPr>
              <a:t>按一下以編輯母片文字樣式</a:t>
            </a:r>
            <a:endParaRPr b="0" lang="en-US" sz="24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19" name="PlaceHolder 5"/>
          <p:cNvSpPr>
            <a:spLocks noGrp="1"/>
          </p:cNvSpPr>
          <p:nvPr>
            <p:ph type="body"/>
          </p:nvPr>
        </p:nvSpPr>
        <p:spPr>
          <a:xfrm>
            <a:off x="4572000" y="2952360"/>
            <a:ext cx="3200040" cy="2910600"/>
          </a:xfrm>
          <a:prstGeom prst="rect">
            <a:avLst/>
          </a:prstGeom>
          <a:noFill/>
          <a:ln w="0">
            <a:noFill/>
          </a:ln>
        </p:spPr>
        <p:txBody>
          <a:bodyPr lIns="0" rIns="0" anchor="t">
            <a:noAutofit/>
          </a:bodyPr>
          <a:p>
            <a:pPr marL="227160" indent="-22716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Arial"/>
              <a:buChar char="•"/>
            </a:pPr>
            <a:r>
              <a:rPr b="0" lang="zh-TW" sz="20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按一下以編輯母片文字樣式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  <a:p>
            <a:pPr lvl="1" marL="487080" indent="-285840">
              <a:lnSpc>
                <a:spcPct val="100000"/>
              </a:lnSpc>
              <a:spcBef>
                <a:spcPts val="201"/>
              </a:spcBef>
              <a:spcAft>
                <a:spcPts val="400"/>
              </a:spcAft>
              <a:buClr>
                <a:srgbClr val="1cade4"/>
              </a:buClr>
              <a:buFont typeface="Arial"/>
              <a:buChar char="•"/>
            </a:pPr>
            <a:r>
              <a:rPr b="0" lang="zh-TW" sz="18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第二層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2" marL="669960" indent="-285840">
              <a:lnSpc>
                <a:spcPct val="100000"/>
              </a:lnSpc>
              <a:spcBef>
                <a:spcPts val="201"/>
              </a:spcBef>
              <a:spcAft>
                <a:spcPts val="400"/>
              </a:spcAft>
              <a:buClr>
                <a:srgbClr val="1cade4"/>
              </a:buClr>
              <a:buFont typeface="Arial"/>
              <a:buChar char="•"/>
            </a:pPr>
            <a:r>
              <a:rPr b="0" lang="zh-TW" sz="14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第三層</a:t>
            </a:r>
            <a:endParaRPr b="0" lang="en-US" sz="1400" spc="-1" strike="noStrike">
              <a:solidFill>
                <a:srgbClr val="404040"/>
              </a:solidFill>
              <a:latin typeface="Microsoft JhengHei UI"/>
            </a:endParaRPr>
          </a:p>
          <a:p>
            <a:pPr lvl="3" marL="852840" indent="-285840">
              <a:lnSpc>
                <a:spcPct val="100000"/>
              </a:lnSpc>
              <a:spcBef>
                <a:spcPts val="201"/>
              </a:spcBef>
              <a:spcAft>
                <a:spcPts val="400"/>
              </a:spcAft>
              <a:buClr>
                <a:srgbClr val="1cade4"/>
              </a:buClr>
              <a:buFont typeface="Arial"/>
              <a:buChar char="•"/>
            </a:pPr>
            <a:r>
              <a:rPr b="0" lang="zh-TW" sz="14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第四層</a:t>
            </a:r>
            <a:endParaRPr b="0" lang="en-US" sz="1400" spc="-1" strike="noStrike">
              <a:solidFill>
                <a:srgbClr val="404040"/>
              </a:solidFill>
              <a:latin typeface="Microsoft JhengHei UI"/>
            </a:endParaRPr>
          </a:p>
          <a:p>
            <a:pPr lvl="4" marL="1035720" indent="-285840">
              <a:lnSpc>
                <a:spcPct val="100000"/>
              </a:lnSpc>
              <a:spcBef>
                <a:spcPts val="201"/>
              </a:spcBef>
              <a:spcAft>
                <a:spcPts val="400"/>
              </a:spcAft>
              <a:buClr>
                <a:srgbClr val="1cade4"/>
              </a:buClr>
              <a:buFont typeface="Arial"/>
              <a:buChar char="•"/>
            </a:pPr>
            <a:r>
              <a:rPr b="0" lang="zh-TW" sz="14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第五層</a:t>
            </a:r>
            <a:endParaRPr b="0" lang="en-US" sz="14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20" name="PlaceHolder 6"/>
          <p:cNvSpPr>
            <a:spLocks noGrp="1"/>
          </p:cNvSpPr>
          <p:nvPr>
            <p:ph type="body"/>
          </p:nvPr>
        </p:nvSpPr>
        <p:spPr>
          <a:xfrm>
            <a:off x="7955280" y="2057400"/>
            <a:ext cx="3200040" cy="7358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8000"/>
          </a:bodyPr>
          <a:p>
            <a:pPr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b="0" lang="zh-TW" sz="2400" spc="-1" strike="noStrike" cap="all">
                <a:solidFill>
                  <a:srgbClr val="000000"/>
                </a:solidFill>
                <a:latin typeface="Microsoft JhengHei UI"/>
                <a:ea typeface="Microsoft JhengHei UI"/>
              </a:rPr>
              <a:t>按一下以編輯母片文字樣式</a:t>
            </a:r>
            <a:endParaRPr b="0" lang="en-US" sz="24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21" name="PlaceHolder 7"/>
          <p:cNvSpPr>
            <a:spLocks noGrp="1"/>
          </p:cNvSpPr>
          <p:nvPr>
            <p:ph type="body"/>
          </p:nvPr>
        </p:nvSpPr>
        <p:spPr>
          <a:xfrm>
            <a:off x="7955280" y="2958120"/>
            <a:ext cx="3200040" cy="2910600"/>
          </a:xfrm>
          <a:prstGeom prst="rect">
            <a:avLst/>
          </a:prstGeom>
          <a:noFill/>
          <a:ln w="0">
            <a:noFill/>
          </a:ln>
        </p:spPr>
        <p:txBody>
          <a:bodyPr lIns="0" rIns="0" anchor="t">
            <a:noAutofit/>
          </a:bodyPr>
          <a:p>
            <a:pPr marL="227160" indent="-22716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Arial"/>
              <a:buChar char="•"/>
            </a:pPr>
            <a:r>
              <a:rPr b="0" lang="zh-TW" sz="20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按一下以編輯母片文字樣式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  <a:p>
            <a:pPr lvl="1" marL="487080" indent="-285840">
              <a:lnSpc>
                <a:spcPct val="100000"/>
              </a:lnSpc>
              <a:spcBef>
                <a:spcPts val="201"/>
              </a:spcBef>
              <a:spcAft>
                <a:spcPts val="400"/>
              </a:spcAft>
              <a:buClr>
                <a:srgbClr val="1cade4"/>
              </a:buClr>
              <a:buFont typeface="Arial"/>
              <a:buChar char="•"/>
            </a:pPr>
            <a:r>
              <a:rPr b="0" lang="zh-TW" sz="18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第二層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2" marL="669960" indent="-285840">
              <a:lnSpc>
                <a:spcPct val="100000"/>
              </a:lnSpc>
              <a:spcBef>
                <a:spcPts val="201"/>
              </a:spcBef>
              <a:spcAft>
                <a:spcPts val="400"/>
              </a:spcAft>
              <a:buClr>
                <a:srgbClr val="1cade4"/>
              </a:buClr>
              <a:buFont typeface="Arial"/>
              <a:buChar char="•"/>
            </a:pPr>
            <a:r>
              <a:rPr b="0" lang="zh-TW" sz="14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第三層</a:t>
            </a:r>
            <a:endParaRPr b="0" lang="en-US" sz="1400" spc="-1" strike="noStrike">
              <a:solidFill>
                <a:srgbClr val="404040"/>
              </a:solidFill>
              <a:latin typeface="Microsoft JhengHei UI"/>
            </a:endParaRPr>
          </a:p>
          <a:p>
            <a:pPr lvl="3" marL="852840" indent="-285840">
              <a:lnSpc>
                <a:spcPct val="100000"/>
              </a:lnSpc>
              <a:spcBef>
                <a:spcPts val="201"/>
              </a:spcBef>
              <a:spcAft>
                <a:spcPts val="400"/>
              </a:spcAft>
              <a:buClr>
                <a:srgbClr val="1cade4"/>
              </a:buClr>
              <a:buFont typeface="Arial"/>
              <a:buChar char="•"/>
            </a:pPr>
            <a:r>
              <a:rPr b="0" lang="zh-TW" sz="14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第四層</a:t>
            </a:r>
            <a:endParaRPr b="0" lang="en-US" sz="1400" spc="-1" strike="noStrike">
              <a:solidFill>
                <a:srgbClr val="404040"/>
              </a:solidFill>
              <a:latin typeface="Microsoft JhengHei UI"/>
            </a:endParaRPr>
          </a:p>
          <a:p>
            <a:pPr lvl="4" marL="1035720" indent="-285840">
              <a:lnSpc>
                <a:spcPct val="100000"/>
              </a:lnSpc>
              <a:spcBef>
                <a:spcPts val="201"/>
              </a:spcBef>
              <a:spcAft>
                <a:spcPts val="400"/>
              </a:spcAft>
              <a:buClr>
                <a:srgbClr val="1cade4"/>
              </a:buClr>
              <a:buFont typeface="Arial"/>
              <a:buChar char="•"/>
            </a:pPr>
            <a:r>
              <a:rPr b="0" lang="zh-TW" sz="14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第五層</a:t>
            </a:r>
            <a:endParaRPr b="0" lang="en-US" sz="14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22" name="PlaceHolder 8"/>
          <p:cNvSpPr>
            <a:spLocks noGrp="1"/>
          </p:cNvSpPr>
          <p:nvPr>
            <p:ph type="ftr" idx="22"/>
          </p:nvPr>
        </p:nvSpPr>
        <p:spPr>
          <a:xfrm>
            <a:off x="1097280" y="6446880"/>
            <a:ext cx="68180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900" spc="-1" strike="noStrike" cap="all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900" spc="-1" strike="noStrike" cap="all">
                <a:solidFill>
                  <a:srgbClr val="ffffff"/>
                </a:solidFill>
                <a:latin typeface="Microsoft JhengHei UI"/>
                <a:ea typeface="Microsoft JhengHei UI"/>
              </a:rPr>
              <a:t>&lt;頁尾&gt;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423" name="PlaceHolder 9"/>
          <p:cNvSpPr>
            <a:spLocks noGrp="1"/>
          </p:cNvSpPr>
          <p:nvPr>
            <p:ph type="dt" idx="23"/>
          </p:nvPr>
        </p:nvSpPr>
        <p:spPr>
          <a:xfrm>
            <a:off x="8218440" y="6446880"/>
            <a:ext cx="25844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&lt;日期/時間&gt;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424" name="PlaceHolder 10"/>
          <p:cNvSpPr>
            <a:spLocks noGrp="1"/>
          </p:cNvSpPr>
          <p:nvPr>
            <p:ph type="sldNum" idx="24"/>
          </p:nvPr>
        </p:nvSpPr>
        <p:spPr>
          <a:xfrm>
            <a:off x="10993680" y="6446880"/>
            <a:ext cx="7797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050" spc="-1" strike="noStrike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>
              <a:lnSpc>
                <a:spcPct val="100000"/>
              </a:lnSpc>
              <a:buNone/>
            </a:pPr>
            <a:fld id="{BC147256-C685-4A47-9BEE-05D2DB45A729}" type="slidenum">
              <a:rPr b="0" lang="en-US" sz="105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&lt;編號&gt;</a:t>
            </a:fld>
            <a:endParaRPr b="0" lang="en-US" sz="105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矩形 6" hidden="1"/>
          <p:cNvSpPr/>
          <p:nvPr/>
        </p:nvSpPr>
        <p:spPr>
          <a:xfrm>
            <a:off x="0" y="6400800"/>
            <a:ext cx="12191760" cy="45684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62" name="直線接點​​(S) 9"/>
          <p:cNvSpPr/>
          <p:nvPr/>
        </p:nvSpPr>
        <p:spPr>
          <a:xfrm>
            <a:off x="1193400" y="1897200"/>
            <a:ext cx="9966960" cy="360"/>
          </a:xfrm>
          <a:prstGeom prst="line">
            <a:avLst/>
          </a:prstGeom>
          <a:ln>
            <a:solidFill>
              <a:srgbClr val="000000">
                <a:lumMod val="75000"/>
                <a:lumOff val="25000"/>
              </a:srgb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63" name="矩形 11"/>
          <p:cNvSpPr/>
          <p:nvPr/>
        </p:nvSpPr>
        <p:spPr>
          <a:xfrm>
            <a:off x="0" y="6400800"/>
            <a:ext cx="12191760" cy="45684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64" name="矩形 5"/>
          <p:cNvSpPr/>
          <p:nvPr/>
        </p:nvSpPr>
        <p:spPr>
          <a:xfrm>
            <a:off x="707400" y="1238400"/>
            <a:ext cx="3635640" cy="435528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65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rmAutofit/>
          </a:bodyPr>
          <a:p>
            <a:r>
              <a:rPr b="0" lang="zh-CN" sz="4800" spc="-1" strike="noStrike">
                <a:solidFill>
                  <a:srgbClr val="000000"/>
                </a:solidFill>
                <a:latin typeface="Calibri"/>
              </a:rPr>
              <a:t>請按這裡編輯題名文字格式</a:t>
            </a:r>
            <a:endParaRPr b="0" lang="en-US" sz="4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66" name="直線接點​​(S) 7"/>
          <p:cNvSpPr/>
          <p:nvPr/>
        </p:nvSpPr>
        <p:spPr>
          <a:xfrm>
            <a:off x="1091880" y="2864880"/>
            <a:ext cx="2926080" cy="360"/>
          </a:xfrm>
          <a:prstGeom prst="line">
            <a:avLst/>
          </a:prstGeom>
          <a:ln w="19050">
            <a:solidFill>
              <a:srgbClr val="1cade4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67" name="PlaceHolder 2"/>
          <p:cNvSpPr>
            <a:spLocks noGrp="1"/>
          </p:cNvSpPr>
          <p:nvPr>
            <p:ph type="body"/>
          </p:nvPr>
        </p:nvSpPr>
        <p:spPr>
          <a:xfrm>
            <a:off x="948600" y="2978280"/>
            <a:ext cx="3153240" cy="2444040"/>
          </a:xfrm>
          <a:prstGeom prst="rect">
            <a:avLst/>
          </a:prstGeom>
          <a:noFill/>
          <a:ln w="0">
            <a:noFill/>
          </a:ln>
        </p:spPr>
        <p:txBody>
          <a:bodyPr rIns="0" anchor="t">
            <a:normAutofit fontScale="75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請按這裡編輯大綱文字格式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第二個大綱層次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第三個大綱層次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第四個大綱層次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第五個大綱層次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第六個大綱層次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第七個大綱層次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68" name="PlaceHolder 3"/>
          <p:cNvSpPr>
            <a:spLocks noGrp="1"/>
          </p:cNvSpPr>
          <p:nvPr>
            <p:ph type="body"/>
          </p:nvPr>
        </p:nvSpPr>
        <p:spPr>
          <a:xfrm>
            <a:off x="4672440" y="1234440"/>
            <a:ext cx="3264120" cy="4352040"/>
          </a:xfrm>
          <a:prstGeom prst="rect">
            <a:avLst/>
          </a:prstGeom>
          <a:solidFill>
            <a:srgbClr val="62a39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請按這裡編輯大綱文字格式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第二個大綱層次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第三個大綱層次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第四個大綱層次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第五個大綱層次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第六個大綱層次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第七個大綱層次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69" name="PlaceHolder 4"/>
          <p:cNvSpPr>
            <a:spLocks noGrp="1"/>
          </p:cNvSpPr>
          <p:nvPr>
            <p:ph type="body"/>
          </p:nvPr>
        </p:nvSpPr>
        <p:spPr>
          <a:xfrm>
            <a:off x="8275320" y="1234440"/>
            <a:ext cx="3264120" cy="4352040"/>
          </a:xfrm>
          <a:prstGeom prst="rect">
            <a:avLst/>
          </a:prstGeom>
          <a:solidFill>
            <a:srgbClr val="62a39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請按這裡編輯大綱文字格式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第二個大綱層次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第三個大綱層次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第四個大綱層次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第五個大綱層次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第六個大綱層次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第七個大綱層次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470" name="PlaceHolder 5"/>
          <p:cNvSpPr>
            <a:spLocks noGrp="1"/>
          </p:cNvSpPr>
          <p:nvPr>
            <p:ph type="ftr" idx="25"/>
          </p:nvPr>
        </p:nvSpPr>
        <p:spPr>
          <a:xfrm>
            <a:off x="1097280" y="6446880"/>
            <a:ext cx="68180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900" spc="-1" strike="noStrike" cap="all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900" spc="-1" strike="noStrike" cap="all">
                <a:solidFill>
                  <a:srgbClr val="ffffff"/>
                </a:solidFill>
                <a:latin typeface="Microsoft JhengHei UI"/>
                <a:ea typeface="Microsoft JhengHei UI"/>
              </a:rPr>
              <a:t>&lt;頁尾&gt;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471" name="PlaceHolder 6"/>
          <p:cNvSpPr>
            <a:spLocks noGrp="1"/>
          </p:cNvSpPr>
          <p:nvPr>
            <p:ph type="dt" idx="26"/>
          </p:nvPr>
        </p:nvSpPr>
        <p:spPr>
          <a:xfrm>
            <a:off x="8218440" y="6446880"/>
            <a:ext cx="25844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&lt;日期/時間&gt;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472" name="PlaceHolder 7"/>
          <p:cNvSpPr>
            <a:spLocks noGrp="1"/>
          </p:cNvSpPr>
          <p:nvPr>
            <p:ph type="sldNum" idx="27"/>
          </p:nvPr>
        </p:nvSpPr>
        <p:spPr>
          <a:xfrm>
            <a:off x="10993680" y="6446880"/>
            <a:ext cx="7797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050" spc="-1" strike="noStrike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>
              <a:lnSpc>
                <a:spcPct val="100000"/>
              </a:lnSpc>
              <a:buNone/>
            </a:pPr>
            <a:fld id="{8106127E-8233-4B11-96AF-0F3662F6AF58}" type="slidenum">
              <a:rPr b="0" lang="en-US" sz="105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&lt;編號&gt;</a:t>
            </a:fld>
            <a:endParaRPr b="0" lang="en-US" sz="105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  <p:sldLayoutId id="2147483790" r:id="rId1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矩形 6" hidden="1"/>
          <p:cNvSpPr/>
          <p:nvPr/>
        </p:nvSpPr>
        <p:spPr>
          <a:xfrm>
            <a:off x="0" y="6400800"/>
            <a:ext cx="12191760" cy="45684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10" name="直線接點​​(S) 9"/>
          <p:cNvSpPr/>
          <p:nvPr/>
        </p:nvSpPr>
        <p:spPr>
          <a:xfrm>
            <a:off x="1193400" y="1897200"/>
            <a:ext cx="9966960" cy="360"/>
          </a:xfrm>
          <a:prstGeom prst="line">
            <a:avLst/>
          </a:prstGeom>
          <a:ln>
            <a:solidFill>
              <a:srgbClr val="000000">
                <a:lumMod val="75000"/>
                <a:lumOff val="25000"/>
              </a:srgb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11" name="矩形 11"/>
          <p:cNvSpPr/>
          <p:nvPr/>
        </p:nvSpPr>
        <p:spPr>
          <a:xfrm>
            <a:off x="0" y="6400800"/>
            <a:ext cx="12191760" cy="45684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12" name="PlaceHolder 1"/>
          <p:cNvSpPr>
            <a:spLocks noGrp="1"/>
          </p:cNvSpPr>
          <p:nvPr>
            <p:ph type="title"/>
          </p:nvPr>
        </p:nvSpPr>
        <p:spPr>
          <a:xfrm>
            <a:off x="7859520" y="635040"/>
            <a:ext cx="3690000" cy="14504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rmAutofit/>
          </a:bodyPr>
          <a:p>
            <a:r>
              <a:rPr b="0" lang="zh-CN" sz="4800" spc="-1" strike="noStrike">
                <a:solidFill>
                  <a:srgbClr val="000000"/>
                </a:solidFill>
                <a:latin typeface="Calibri"/>
              </a:rPr>
              <a:t>請按這裡編輯題名文字格式</a:t>
            </a:r>
            <a:endParaRPr b="0" lang="en-US" sz="4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3" name="直線接點​​(S) 7"/>
          <p:cNvSpPr/>
          <p:nvPr/>
        </p:nvSpPr>
        <p:spPr>
          <a:xfrm>
            <a:off x="7942320" y="2250360"/>
            <a:ext cx="3474720" cy="360"/>
          </a:xfrm>
          <a:prstGeom prst="line">
            <a:avLst/>
          </a:prstGeom>
          <a:ln>
            <a:solidFill>
              <a:srgbClr val="000000">
                <a:lumMod val="75000"/>
                <a:lumOff val="25000"/>
              </a:srgb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14" name="PlaceHolder 2"/>
          <p:cNvSpPr>
            <a:spLocks noGrp="1"/>
          </p:cNvSpPr>
          <p:nvPr>
            <p:ph type="body"/>
          </p:nvPr>
        </p:nvSpPr>
        <p:spPr>
          <a:xfrm>
            <a:off x="631080" y="640080"/>
            <a:ext cx="6912360" cy="5312160"/>
          </a:xfrm>
          <a:prstGeom prst="rect">
            <a:avLst/>
          </a:prstGeom>
          <a:solidFill>
            <a:srgbClr val="62a39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請按這裡編輯大綱文字格式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第二個大綱層次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第三個大綱層次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第四個大綱層次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第五個大綱層次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第六個大綱層次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404040"/>
                </a:solidFill>
                <a:latin typeface="Microsoft JhengHei UI"/>
              </a:rPr>
              <a:t>第七個大綱層次</a:t>
            </a:r>
            <a:endParaRPr b="0" lang="en-US" sz="18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15" name="PlaceHolder 3"/>
          <p:cNvSpPr>
            <a:spLocks noGrp="1"/>
          </p:cNvSpPr>
          <p:nvPr>
            <p:ph type="body"/>
          </p:nvPr>
        </p:nvSpPr>
        <p:spPr>
          <a:xfrm>
            <a:off x="7859520" y="2407320"/>
            <a:ext cx="3690000" cy="3461400"/>
          </a:xfrm>
          <a:prstGeom prst="rect">
            <a:avLst/>
          </a:prstGeom>
          <a:noFill/>
          <a:ln w="0">
            <a:noFill/>
          </a:ln>
        </p:spPr>
        <p:txBody>
          <a:bodyPr lIns="0" rIns="0" anchor="t">
            <a:normAutofit fontScale="93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請按這裡編輯大綱文字格式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第二個大綱層次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第三個大綱層次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第四個大綱層次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第五個大綱層次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第六個大綱層次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2000" spc="-1" strike="noStrike">
                <a:solidFill>
                  <a:srgbClr val="404040"/>
                </a:solidFill>
                <a:latin typeface="Microsoft JhengHei UI"/>
              </a:rPr>
              <a:t>第七個大綱層次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16" name="PlaceHolder 4"/>
          <p:cNvSpPr>
            <a:spLocks noGrp="1"/>
          </p:cNvSpPr>
          <p:nvPr>
            <p:ph type="ftr" idx="28"/>
          </p:nvPr>
        </p:nvSpPr>
        <p:spPr>
          <a:xfrm>
            <a:off x="1097280" y="6446880"/>
            <a:ext cx="68180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900" spc="-1" strike="noStrike" cap="all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900" spc="-1" strike="noStrike" cap="all">
                <a:solidFill>
                  <a:srgbClr val="ffffff"/>
                </a:solidFill>
                <a:latin typeface="Microsoft JhengHei UI"/>
                <a:ea typeface="Microsoft JhengHei UI"/>
              </a:rPr>
              <a:t>&lt;頁尾&gt;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517" name="PlaceHolder 5"/>
          <p:cNvSpPr>
            <a:spLocks noGrp="1"/>
          </p:cNvSpPr>
          <p:nvPr>
            <p:ph type="dt" idx="29"/>
          </p:nvPr>
        </p:nvSpPr>
        <p:spPr>
          <a:xfrm>
            <a:off x="8218440" y="6446880"/>
            <a:ext cx="25844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&lt;日期/時間&gt;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518" name="PlaceHolder 6"/>
          <p:cNvSpPr>
            <a:spLocks noGrp="1"/>
          </p:cNvSpPr>
          <p:nvPr>
            <p:ph type="sldNum" idx="30"/>
          </p:nvPr>
        </p:nvSpPr>
        <p:spPr>
          <a:xfrm>
            <a:off x="10993680" y="6446880"/>
            <a:ext cx="7797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050" spc="-1" strike="noStrike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>
              <a:lnSpc>
                <a:spcPct val="100000"/>
              </a:lnSpc>
              <a:buNone/>
            </a:pPr>
            <a:fld id="{7D32957D-BE28-4B0F-8540-FC444F0AD287}" type="slidenum">
              <a:rPr b="0" lang="en-US" sz="105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&lt;編號&gt;</a:t>
            </a:fld>
            <a:endParaRPr b="0" lang="en-US" sz="105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92" r:id="rId2"/>
    <p:sldLayoutId id="2147483793" r:id="rId3"/>
    <p:sldLayoutId id="2147483794" r:id="rId4"/>
    <p:sldLayoutId id="2147483795" r:id="rId5"/>
    <p:sldLayoutId id="2147483796" r:id="rId6"/>
    <p:sldLayoutId id="2147483797" r:id="rId7"/>
    <p:sldLayoutId id="2147483798" r:id="rId8"/>
    <p:sldLayoutId id="2147483799" r:id="rId9"/>
    <p:sldLayoutId id="2147483800" r:id="rId10"/>
    <p:sldLayoutId id="2147483801" r:id="rId11"/>
    <p:sldLayoutId id="2147483802" r:id="rId12"/>
    <p:sldLayoutId id="214748380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image" Target="../media/image7.jpe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25.xml"/><Relationship Id="rId5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9.jpeg"/><Relationship Id="rId2" Type="http://schemas.openxmlformats.org/officeDocument/2006/relationships/image" Target="../media/image10.jpeg"/><Relationship Id="rId3" Type="http://schemas.openxmlformats.org/officeDocument/2006/relationships/image" Target="../media/image11.jpeg"/><Relationship Id="rId4" Type="http://schemas.openxmlformats.org/officeDocument/2006/relationships/slideLayout" Target="../slideLayouts/slideLayout37.xml"/><Relationship Id="rId5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2.jpeg"/><Relationship Id="rId2" Type="http://schemas.openxmlformats.org/officeDocument/2006/relationships/image" Target="../media/image13.jpeg"/><Relationship Id="rId3" Type="http://schemas.openxmlformats.org/officeDocument/2006/relationships/slideLayout" Target="../slideLayouts/slideLayout121.xml"/><Relationship Id="rId4" Type="http://schemas.openxmlformats.org/officeDocument/2006/relationships/notesSlide" Target="../notesSlides/notesSlide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1" name="圖片版面配置區 7" descr="坐在桌子前的一群人"/>
          <p:cNvPicPr/>
          <p:nvPr/>
        </p:nvPicPr>
        <p:blipFill>
          <a:blip r:embed="rId1"/>
          <a:srcRect l="0" t="3319" r="0" b="3319"/>
          <a:stretch/>
        </p:blipFill>
        <p:spPr>
          <a:xfrm>
            <a:off x="1440" y="0"/>
            <a:ext cx="12188520" cy="6400440"/>
          </a:xfrm>
          <a:prstGeom prst="rect">
            <a:avLst/>
          </a:prstGeom>
          <a:ln w="0">
            <a:noFill/>
          </a:ln>
        </p:spPr>
      </p:pic>
      <p:sp>
        <p:nvSpPr>
          <p:cNvPr id="562" name="PlaceHolder 1"/>
          <p:cNvSpPr>
            <a:spLocks noGrp="1"/>
          </p:cNvSpPr>
          <p:nvPr>
            <p:ph type="title"/>
          </p:nvPr>
        </p:nvSpPr>
        <p:spPr>
          <a:xfrm>
            <a:off x="0" y="3119040"/>
            <a:ext cx="7537320" cy="2462400"/>
          </a:xfrm>
          <a:prstGeom prst="rect">
            <a:avLst/>
          </a:prstGeom>
          <a:solidFill>
            <a:srgbClr val="ffffff">
              <a:alpha val="93000"/>
            </a:srgbClr>
          </a:solidFill>
          <a:ln w="0">
            <a:noFill/>
          </a:ln>
        </p:spPr>
        <p:txBody>
          <a:bodyPr lIns="822960" tIns="731520" anchor="t">
            <a:noAutofit/>
          </a:bodyPr>
          <a:p>
            <a:pPr>
              <a:lnSpc>
                <a:spcPct val="90000"/>
              </a:lnSpc>
              <a:buNone/>
            </a:pPr>
            <a:r>
              <a:rPr b="0" lang="zh-TW" sz="4800" spc="-52" strike="noStrike">
                <a:solidFill>
                  <a:srgbClr val="404040"/>
                </a:solidFill>
                <a:latin typeface="Microsoft JhengHei UI Light"/>
                <a:ea typeface="Microsoft JhengHei UI Light"/>
              </a:rPr>
              <a:t>簡報標題</a:t>
            </a:r>
            <a:endParaRPr b="0" lang="en-US" sz="4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63" name="PlaceHolder 2"/>
          <p:cNvSpPr>
            <a:spLocks noGrp="1"/>
          </p:cNvSpPr>
          <p:nvPr>
            <p:ph type="subTitle"/>
          </p:nvPr>
        </p:nvSpPr>
        <p:spPr>
          <a:xfrm>
            <a:off x="745560" y="4735800"/>
            <a:ext cx="6470280" cy="604800"/>
          </a:xfrm>
          <a:prstGeom prst="rect">
            <a:avLst/>
          </a:prstGeom>
          <a:noFill/>
          <a:ln w="0">
            <a:noFill/>
          </a:ln>
        </p:spPr>
        <p:txBody>
          <a:bodyPr lIns="0" rIns="0" anchor="t">
            <a:noAutofit/>
          </a:bodyPr>
          <a:p>
            <a:pPr marL="91440" indent="-9144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Calibri"/>
              <a:buChar char=" "/>
            </a:pPr>
            <a:r>
              <a:rPr b="0" lang="zh-TW" sz="20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簡報者姓名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PlaceHolder 1"/>
          <p:cNvSpPr>
            <a:spLocks noGrp="1"/>
          </p:cNvSpPr>
          <p:nvPr>
            <p:ph type="title"/>
          </p:nvPr>
        </p:nvSpPr>
        <p:spPr>
          <a:xfrm>
            <a:off x="8081280" y="1118160"/>
            <a:ext cx="3378600" cy="14504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>
              <a:lnSpc>
                <a:spcPct val="90000"/>
              </a:lnSpc>
              <a:buNone/>
            </a:pPr>
            <a:r>
              <a:rPr b="0" lang="zh-TW" sz="4800" spc="-52" strike="noStrike">
                <a:solidFill>
                  <a:srgbClr val="ffffff"/>
                </a:solidFill>
                <a:latin typeface="Microsoft JhengHei UI Light"/>
                <a:ea typeface="Microsoft JhengHei UI Light"/>
              </a:rPr>
              <a:t>議程</a:t>
            </a:r>
            <a:endParaRPr b="0" lang="en-US" sz="4800" spc="-1" strike="noStrike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565" name="圖片版面配置區 8" descr="握手"/>
          <p:cNvPicPr/>
          <p:nvPr/>
        </p:nvPicPr>
        <p:blipFill>
          <a:blip r:embed="rId1"/>
          <a:stretch/>
        </p:blipFill>
        <p:spPr>
          <a:xfrm>
            <a:off x="640080" y="640080"/>
            <a:ext cx="3273120" cy="2395440"/>
          </a:xfrm>
          <a:prstGeom prst="rect">
            <a:avLst/>
          </a:prstGeom>
          <a:ln w="0">
            <a:noFill/>
          </a:ln>
        </p:spPr>
      </p:pic>
      <p:pic>
        <p:nvPicPr>
          <p:cNvPr id="566" name="圖片版面配置區 10" descr="桌子和椅子的特寫"/>
          <p:cNvPicPr/>
          <p:nvPr/>
        </p:nvPicPr>
        <p:blipFill>
          <a:blip r:embed="rId2"/>
          <a:stretch/>
        </p:blipFill>
        <p:spPr>
          <a:xfrm>
            <a:off x="4251960" y="640080"/>
            <a:ext cx="3273120" cy="2395440"/>
          </a:xfrm>
          <a:prstGeom prst="rect">
            <a:avLst/>
          </a:prstGeom>
          <a:ln w="0">
            <a:noFill/>
          </a:ln>
        </p:spPr>
      </p:pic>
      <p:pic>
        <p:nvPicPr>
          <p:cNvPr id="567" name="圖片版面配置區 12" descr="人們坐在桌前使用筆電"/>
          <p:cNvPicPr/>
          <p:nvPr/>
        </p:nvPicPr>
        <p:blipFill>
          <a:blip r:embed="rId3"/>
          <a:stretch/>
        </p:blipFill>
        <p:spPr>
          <a:xfrm>
            <a:off x="640080" y="3364920"/>
            <a:ext cx="3273120" cy="2395440"/>
          </a:xfrm>
          <a:prstGeom prst="rect">
            <a:avLst/>
          </a:prstGeom>
          <a:ln w="0">
            <a:noFill/>
          </a:ln>
        </p:spPr>
      </p:pic>
      <p:pic>
        <p:nvPicPr>
          <p:cNvPr id="568" name="圖片版面配置區 14" descr="桌面的特寫，桌上放著眼鏡、杯子和筆電"/>
          <p:cNvPicPr/>
          <p:nvPr/>
        </p:nvPicPr>
        <p:blipFill>
          <a:blip r:embed="rId4"/>
          <a:stretch/>
        </p:blipFill>
        <p:spPr>
          <a:xfrm>
            <a:off x="4251960" y="3364920"/>
            <a:ext cx="3273120" cy="2395440"/>
          </a:xfrm>
          <a:prstGeom prst="rect">
            <a:avLst/>
          </a:prstGeom>
          <a:ln w="0">
            <a:noFill/>
          </a:ln>
        </p:spPr>
      </p:pic>
      <p:sp>
        <p:nvSpPr>
          <p:cNvPr id="569" name="PlaceHolder 2"/>
          <p:cNvSpPr>
            <a:spLocks noGrp="1"/>
          </p:cNvSpPr>
          <p:nvPr>
            <p:ph/>
          </p:nvPr>
        </p:nvSpPr>
        <p:spPr>
          <a:xfrm>
            <a:off x="8086320" y="2788920"/>
            <a:ext cx="3176280" cy="2706480"/>
          </a:xfrm>
          <a:prstGeom prst="rect">
            <a:avLst/>
          </a:prstGeom>
          <a:noFill/>
          <a:ln w="0">
            <a:noFill/>
          </a:ln>
        </p:spPr>
        <p:txBody>
          <a:bodyPr lIns="0" rIns="0" anchor="t">
            <a:noAutofit/>
          </a:bodyPr>
          <a:p>
            <a:pPr marL="91440" indent="-9144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Calibri"/>
              <a:buChar char=" "/>
            </a:pPr>
            <a:r>
              <a:rPr b="0" lang="zh-TW" sz="200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主題一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  <a:p>
            <a:pPr marL="91440" indent="-9144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Calibri"/>
              <a:buChar char=" "/>
            </a:pPr>
            <a:r>
              <a:rPr b="0" lang="zh-TW" sz="200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主題二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  <a:p>
            <a:pPr marL="91440" indent="-9144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Calibri"/>
              <a:buChar char=" "/>
            </a:pPr>
            <a:r>
              <a:rPr b="0" lang="zh-TW" sz="200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主題三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  <a:p>
            <a:pPr marL="91440" indent="-9144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Calibri"/>
              <a:buChar char=" "/>
            </a:pPr>
            <a:r>
              <a:rPr b="0" lang="zh-TW" sz="200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主題四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  <a:p>
            <a:pPr marL="91440" indent="-9144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Calibri"/>
              <a:buChar char=" "/>
            </a:pPr>
            <a:r>
              <a:rPr b="0" lang="zh-TW" sz="200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主題五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70" name="PlaceHolder 3"/>
          <p:cNvSpPr>
            <a:spLocks noGrp="1"/>
          </p:cNvSpPr>
          <p:nvPr>
            <p:ph type="ftr" idx="34"/>
          </p:nvPr>
        </p:nvSpPr>
        <p:spPr>
          <a:xfrm>
            <a:off x="1097280" y="6446880"/>
            <a:ext cx="68180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zh-TW" sz="900" spc="-1" strike="noStrike" cap="all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zh-TW" sz="900" spc="-1" strike="noStrike" cap="all">
                <a:solidFill>
                  <a:srgbClr val="ffffff"/>
                </a:solidFill>
                <a:latin typeface="Microsoft JhengHei UI"/>
                <a:ea typeface="Microsoft JhengHei UI"/>
              </a:rPr>
              <a:t>範例頁尾文字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571" name="PlaceHolder 4"/>
          <p:cNvSpPr>
            <a:spLocks noGrp="1"/>
          </p:cNvSpPr>
          <p:nvPr>
            <p:ph type="sldNum" idx="35"/>
          </p:nvPr>
        </p:nvSpPr>
        <p:spPr>
          <a:xfrm>
            <a:off x="10993680" y="6446880"/>
            <a:ext cx="7797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050" spc="-1" strike="noStrike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>
              <a:lnSpc>
                <a:spcPct val="100000"/>
              </a:lnSpc>
              <a:buNone/>
            </a:pPr>
            <a:fld id="{7FDD9404-404C-4C36-9E36-C14FF4DA6E1B}" type="slidenum">
              <a:rPr b="0" lang="en-US" sz="105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&lt;編號&gt;</a:t>
            </a:fld>
            <a:endParaRPr b="0" lang="en-US" sz="105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>
              <a:lnSpc>
                <a:spcPct val="90000"/>
              </a:lnSpc>
              <a:buNone/>
            </a:pPr>
            <a:r>
              <a:rPr b="0" lang="zh-TW" sz="4800" spc="-52" strike="noStrike">
                <a:solidFill>
                  <a:srgbClr val="404040"/>
                </a:solidFill>
                <a:latin typeface="Microsoft JhengHei UI Light"/>
                <a:ea typeface="Microsoft JhengHei UI Light"/>
              </a:rPr>
              <a:t>簡介</a:t>
            </a:r>
            <a:endParaRPr b="0" lang="en-US" sz="4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3" name="PlaceHolder 2"/>
          <p:cNvSpPr>
            <a:spLocks noGrp="1"/>
          </p:cNvSpPr>
          <p:nvPr>
            <p:ph/>
          </p:nvPr>
        </p:nvSpPr>
        <p:spPr>
          <a:xfrm>
            <a:off x="1097280" y="2108160"/>
            <a:ext cx="3556800" cy="3760560"/>
          </a:xfrm>
          <a:prstGeom prst="rect">
            <a:avLst/>
          </a:prstGeom>
          <a:noFill/>
          <a:ln w="0">
            <a:noFill/>
          </a:ln>
        </p:spPr>
        <p:txBody>
          <a:bodyPr lIns="0" rIns="0" anchor="t">
            <a:noAutofit/>
          </a:bodyPr>
          <a:p>
            <a:pPr marL="91440" indent="-9144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Calibri"/>
              <a:buChar char=" "/>
            </a:pPr>
            <a:r>
              <a:rPr b="0" lang="zh-TW" sz="20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使用 </a:t>
            </a:r>
            <a:r>
              <a:rPr b="0" lang="en-US" sz="20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PowerPoint</a:t>
            </a:r>
            <a:r>
              <a:rPr b="0" lang="zh-TW" sz="20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，您可以隨時隨地建立簡報並與其他人分享。在此處輸入任何文字以開始使用。您也可以在這個範本上新增影像、美工圖案和影片。儲存至 </a:t>
            </a:r>
            <a:r>
              <a:rPr b="0" lang="en-US" sz="20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OneDrive </a:t>
            </a:r>
            <a:r>
              <a:rPr b="0" lang="zh-TW" sz="20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並從電腦、平板電腦或手機存取您的簡報。 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pic>
        <p:nvPicPr>
          <p:cNvPr id="574" name="圖片版面配置區 7" descr="在電腦前面帶微笑的女士"/>
          <p:cNvPicPr/>
          <p:nvPr/>
        </p:nvPicPr>
        <p:blipFill>
          <a:blip r:embed="rId1"/>
          <a:srcRect l="0" t="137" r="0" b="137"/>
          <a:stretch/>
        </p:blipFill>
        <p:spPr>
          <a:xfrm>
            <a:off x="4974480" y="2112120"/>
            <a:ext cx="3035520" cy="1837440"/>
          </a:xfrm>
          <a:prstGeom prst="rect">
            <a:avLst/>
          </a:prstGeom>
          <a:ln w="0">
            <a:noFill/>
          </a:ln>
        </p:spPr>
      </p:pic>
      <p:pic>
        <p:nvPicPr>
          <p:cNvPr id="575" name="圖片版面配置區 11" descr="坐在桌前的商務人士們"/>
          <p:cNvPicPr/>
          <p:nvPr/>
        </p:nvPicPr>
        <p:blipFill>
          <a:blip r:embed="rId2"/>
          <a:srcRect l="0" t="98" r="0" b="98"/>
          <a:stretch/>
        </p:blipFill>
        <p:spPr>
          <a:xfrm>
            <a:off x="4974480" y="4032360"/>
            <a:ext cx="3035520" cy="1837440"/>
          </a:xfrm>
          <a:prstGeom prst="rect">
            <a:avLst/>
          </a:prstGeom>
          <a:ln w="0">
            <a:noFill/>
          </a:ln>
        </p:spPr>
      </p:pic>
      <p:pic>
        <p:nvPicPr>
          <p:cNvPr id="576" name="圖片版面配置區 9" descr="坐在桌子前的一群人"/>
          <p:cNvPicPr/>
          <p:nvPr/>
        </p:nvPicPr>
        <p:blipFill>
          <a:blip r:embed="rId3"/>
          <a:srcRect l="59" t="0" r="59" b="0"/>
          <a:stretch/>
        </p:blipFill>
        <p:spPr>
          <a:xfrm>
            <a:off x="8110800" y="2112120"/>
            <a:ext cx="3035520" cy="3757680"/>
          </a:xfrm>
          <a:prstGeom prst="rect">
            <a:avLst/>
          </a:prstGeom>
          <a:ln w="0">
            <a:noFill/>
          </a:ln>
        </p:spPr>
      </p:pic>
      <p:sp>
        <p:nvSpPr>
          <p:cNvPr id="577" name="PlaceHolder 3"/>
          <p:cNvSpPr>
            <a:spLocks noGrp="1"/>
          </p:cNvSpPr>
          <p:nvPr>
            <p:ph type="ftr" idx="36"/>
          </p:nvPr>
        </p:nvSpPr>
        <p:spPr>
          <a:xfrm>
            <a:off x="1097280" y="6446880"/>
            <a:ext cx="68180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zh-TW" sz="900" spc="-1" strike="noStrike" cap="all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zh-TW" sz="900" spc="-1" strike="noStrike" cap="all">
                <a:solidFill>
                  <a:srgbClr val="ffffff"/>
                </a:solidFill>
                <a:latin typeface="Microsoft JhengHei UI"/>
                <a:ea typeface="Microsoft JhengHei UI"/>
              </a:rPr>
              <a:t>範例頁尾文字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578" name="PlaceHolder 4"/>
          <p:cNvSpPr>
            <a:spLocks noGrp="1"/>
          </p:cNvSpPr>
          <p:nvPr>
            <p:ph type="sldNum" idx="37"/>
          </p:nvPr>
        </p:nvSpPr>
        <p:spPr>
          <a:xfrm>
            <a:off x="10993680" y="6446880"/>
            <a:ext cx="7797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050" spc="-1" strike="noStrike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>
              <a:lnSpc>
                <a:spcPct val="100000"/>
              </a:lnSpc>
              <a:buNone/>
            </a:pPr>
            <a:fld id="{05A25CFC-2238-4C06-B196-53FE2EAA2D53}" type="slidenum">
              <a:rPr b="0" lang="en-US" sz="105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&lt;編號&gt;</a:t>
            </a:fld>
            <a:endParaRPr b="0" lang="en-US" sz="105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PlaceHolder 1"/>
          <p:cNvSpPr>
            <a:spLocks noGrp="1"/>
          </p:cNvSpPr>
          <p:nvPr>
            <p:ph type="title"/>
          </p:nvPr>
        </p:nvSpPr>
        <p:spPr>
          <a:xfrm>
            <a:off x="1065240" y="5120640"/>
            <a:ext cx="10058040" cy="82260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>
              <a:lnSpc>
                <a:spcPct val="90000"/>
              </a:lnSpc>
              <a:buNone/>
            </a:pPr>
            <a:r>
              <a:rPr b="0" lang="zh-TW" sz="4800" spc="-52" strike="noStrike">
                <a:solidFill>
                  <a:srgbClr val="ffffff"/>
                </a:solidFill>
                <a:latin typeface="Microsoft JhengHei UI Light"/>
                <a:ea typeface="Microsoft JhengHei UI Light"/>
              </a:rPr>
              <a:t>主題一</a:t>
            </a:r>
            <a:r>
              <a:rPr b="0" lang="en-US" sz="4800" spc="-52" strike="noStrike">
                <a:solidFill>
                  <a:srgbClr val="ffffff"/>
                </a:solidFill>
                <a:latin typeface="Microsoft JhengHei UI Light"/>
                <a:ea typeface="Microsoft JhengHei UI Light"/>
              </a:rPr>
              <a:t>	</a:t>
            </a:r>
            <a:endParaRPr b="0" lang="en-US" sz="4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80" name="PlaceHolder 2"/>
          <p:cNvSpPr>
            <a:spLocks noGrp="1"/>
          </p:cNvSpPr>
          <p:nvPr>
            <p:ph type="subTitle"/>
          </p:nvPr>
        </p:nvSpPr>
        <p:spPr>
          <a:xfrm>
            <a:off x="1065240" y="5943600"/>
            <a:ext cx="10058040" cy="543240"/>
          </a:xfrm>
          <a:prstGeom prst="rect">
            <a:avLst/>
          </a:prstGeom>
          <a:noFill/>
          <a:ln w="0">
            <a:noFill/>
          </a:ln>
        </p:spPr>
        <p:txBody>
          <a:bodyPr lIns="0" rIns="0" anchor="t">
            <a:noAutofit/>
          </a:bodyPr>
          <a:p>
            <a:pPr marL="91440" indent="-9144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Calibri"/>
              <a:buChar char=" "/>
            </a:pPr>
            <a:r>
              <a:rPr b="0" lang="zh-TW" sz="200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副標題</a:t>
            </a:r>
            <a:endParaRPr b="0" lang="en-US" sz="2000" spc="-1" strike="noStrike">
              <a:latin typeface="Arial"/>
            </a:endParaRPr>
          </a:p>
        </p:txBody>
      </p:sp>
      <p:pic>
        <p:nvPicPr>
          <p:cNvPr id="581" name="圖片版面配置區 7" descr="坐在桌前的商務人士"/>
          <p:cNvPicPr/>
          <p:nvPr/>
        </p:nvPicPr>
        <p:blipFill>
          <a:blip r:embed="rId1"/>
          <a:srcRect l="41" t="0" r="41" b="0"/>
          <a:stretch/>
        </p:blipFill>
        <p:spPr>
          <a:xfrm>
            <a:off x="635040" y="640080"/>
            <a:ext cx="3544560" cy="3931560"/>
          </a:xfrm>
          <a:prstGeom prst="rect">
            <a:avLst/>
          </a:prstGeom>
          <a:ln w="0">
            <a:noFill/>
          </a:ln>
        </p:spPr>
      </p:pic>
      <p:pic>
        <p:nvPicPr>
          <p:cNvPr id="582" name="圖片版面配置區 9" descr="握手"/>
          <p:cNvPicPr/>
          <p:nvPr/>
        </p:nvPicPr>
        <p:blipFill>
          <a:blip r:embed="rId2"/>
          <a:srcRect l="41" t="0" r="41" b="0"/>
          <a:stretch/>
        </p:blipFill>
        <p:spPr>
          <a:xfrm>
            <a:off x="4343400" y="640080"/>
            <a:ext cx="3544560" cy="3931560"/>
          </a:xfrm>
          <a:prstGeom prst="rect">
            <a:avLst/>
          </a:prstGeom>
          <a:ln w="0">
            <a:noFill/>
          </a:ln>
        </p:spPr>
      </p:pic>
      <p:pic>
        <p:nvPicPr>
          <p:cNvPr id="583" name="圖片版面配置區 11" descr="在會議室中的一群人"/>
          <p:cNvPicPr/>
          <p:nvPr/>
        </p:nvPicPr>
        <p:blipFill>
          <a:blip r:embed="rId3"/>
          <a:srcRect l="0" t="37" r="0" b="37"/>
          <a:stretch/>
        </p:blipFill>
        <p:spPr>
          <a:xfrm>
            <a:off x="8028360" y="640080"/>
            <a:ext cx="3544560" cy="3931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>
              <a:lnSpc>
                <a:spcPct val="90000"/>
              </a:lnSpc>
              <a:buNone/>
            </a:pPr>
            <a:r>
              <a:rPr b="0" lang="zh-TW" sz="4800" spc="-52" strike="noStrike">
                <a:solidFill>
                  <a:srgbClr val="404040"/>
                </a:solidFill>
                <a:latin typeface="Microsoft JhengHei UI Light"/>
                <a:ea typeface="Microsoft JhengHei UI Light"/>
              </a:rPr>
              <a:t>表格</a:t>
            </a:r>
            <a:endParaRPr b="0" lang="en-US" sz="4800" spc="-1" strike="noStrike">
              <a:solidFill>
                <a:srgbClr val="000000"/>
              </a:solidFill>
              <a:latin typeface="Calibri"/>
            </a:endParaRPr>
          </a:p>
        </p:txBody>
      </p:sp>
      <p:graphicFrame>
        <p:nvGraphicFramePr>
          <p:cNvPr id="585" name="表格 4"/>
          <p:cNvGraphicFramePr/>
          <p:nvPr/>
        </p:nvGraphicFramePr>
        <p:xfrm>
          <a:off x="1189080" y="2313000"/>
          <a:ext cx="10058040" cy="251604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502920">
                <a:tc>
                  <a:tcPr anchor="ctr" marL="91440" marR="91440">
                    <a:lnL w="6480">
                      <a:solidFill>
                        <a:srgbClr val="62a39f"/>
                      </a:solidFill>
                    </a:lnL>
                    <a:lnR w="6480">
                      <a:solidFill>
                        <a:srgbClr val="62a39f"/>
                      </a:solidFill>
                    </a:lnR>
                    <a:lnT w="6480">
                      <a:solidFill>
                        <a:srgbClr val="62a39f"/>
                      </a:solidFill>
                    </a:lnT>
                    <a:lnB w="6480">
                      <a:solidFill>
                        <a:srgbClr val="62a39f"/>
                      </a:solidFill>
                    </a:lnB>
                    <a:solidFill>
                      <a:srgbClr val="62a39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zh-TW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類別 </a:t>
                      </a:r>
                      <a:r>
                        <a:rPr b="1" lang="en-US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1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ctr" marL="91440" marR="91440">
                    <a:lnL w="6480">
                      <a:solidFill>
                        <a:srgbClr val="62a39f"/>
                      </a:solidFill>
                    </a:lnL>
                    <a:lnR w="6480">
                      <a:solidFill>
                        <a:srgbClr val="62a39f"/>
                      </a:solidFill>
                    </a:lnR>
                    <a:lnT w="6480">
                      <a:solidFill>
                        <a:srgbClr val="62a39f"/>
                      </a:solidFill>
                    </a:lnT>
                    <a:lnB w="6480">
                      <a:solidFill>
                        <a:srgbClr val="62a39f"/>
                      </a:solidFill>
                    </a:lnB>
                    <a:solidFill>
                      <a:srgbClr val="62a39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zh-TW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類別 </a:t>
                      </a:r>
                      <a:r>
                        <a:rPr b="1" lang="en-US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2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ctr" marL="91440" marR="91440">
                    <a:lnL w="6480">
                      <a:solidFill>
                        <a:srgbClr val="62a39f"/>
                      </a:solidFill>
                    </a:lnL>
                    <a:lnR w="6480">
                      <a:solidFill>
                        <a:srgbClr val="62a39f"/>
                      </a:solidFill>
                    </a:lnR>
                    <a:lnT w="6480">
                      <a:solidFill>
                        <a:srgbClr val="62a39f"/>
                      </a:solidFill>
                    </a:lnT>
                    <a:lnB w="6480">
                      <a:solidFill>
                        <a:srgbClr val="62a39f"/>
                      </a:solidFill>
                    </a:lnB>
                    <a:solidFill>
                      <a:srgbClr val="62a39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zh-TW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類別 </a:t>
                      </a:r>
                      <a:r>
                        <a:rPr b="1" lang="en-US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3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ctr" marL="91440" marR="91440">
                    <a:lnL w="6480">
                      <a:solidFill>
                        <a:srgbClr val="62a39f"/>
                      </a:solidFill>
                    </a:lnL>
                    <a:lnR w="6480">
                      <a:solidFill>
                        <a:srgbClr val="62a39f"/>
                      </a:solidFill>
                    </a:lnR>
                    <a:lnT w="6480">
                      <a:solidFill>
                        <a:srgbClr val="62a39f"/>
                      </a:solidFill>
                    </a:lnT>
                    <a:lnB w="6480">
                      <a:solidFill>
                        <a:srgbClr val="62a39f"/>
                      </a:solidFill>
                    </a:lnB>
                    <a:solidFill>
                      <a:srgbClr val="62a39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zh-TW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類別 </a:t>
                      </a:r>
                      <a:r>
                        <a:rPr b="1" lang="en-US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4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ctr" marL="91440" marR="91440">
                    <a:lnL w="6480">
                      <a:solidFill>
                        <a:srgbClr val="62a39f"/>
                      </a:solidFill>
                    </a:lnL>
                    <a:lnR w="6480">
                      <a:solidFill>
                        <a:srgbClr val="62a39f"/>
                      </a:solidFill>
                    </a:lnR>
                    <a:lnT w="6480">
                      <a:solidFill>
                        <a:srgbClr val="62a39f"/>
                      </a:solidFill>
                    </a:lnT>
                    <a:lnB w="6480">
                      <a:solidFill>
                        <a:srgbClr val="62a39f"/>
                      </a:solidFill>
                    </a:lnB>
                    <a:solidFill>
                      <a:srgbClr val="62a39f"/>
                    </a:solidFill>
                  </a:tcPr>
                </a:tc>
              </a:tr>
              <a:tr h="50292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zh-TW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項目 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1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ctr" marL="91440" marR="91440">
                    <a:lnL w="6480">
                      <a:solidFill>
                        <a:srgbClr val="62a39f"/>
                      </a:solidFill>
                    </a:lnL>
                    <a:lnR w="6480">
                      <a:solidFill>
                        <a:srgbClr val="62a39f"/>
                      </a:solidFill>
                    </a:lnR>
                    <a:lnT w="6480">
                      <a:solidFill>
                        <a:srgbClr val="62a39f"/>
                      </a:solidFill>
                    </a:lnT>
                    <a:lnB w="6480">
                      <a:solidFill>
                        <a:srgbClr val="62a39f"/>
                      </a:solidFill>
                    </a:lnB>
                    <a:solidFill>
                      <a:srgbClr val="eaf0e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4.5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ctr" marL="91440" marR="91440">
                    <a:lnL w="6480">
                      <a:solidFill>
                        <a:srgbClr val="62a39f"/>
                      </a:solidFill>
                    </a:lnL>
                    <a:lnR w="6480">
                      <a:solidFill>
                        <a:srgbClr val="62a39f"/>
                      </a:solidFill>
                    </a:lnR>
                    <a:lnT w="6480">
                      <a:solidFill>
                        <a:srgbClr val="62a39f"/>
                      </a:solidFill>
                    </a:lnT>
                    <a:lnB w="6480">
                      <a:solidFill>
                        <a:srgbClr val="62a39f"/>
                      </a:solidFill>
                    </a:lnB>
                    <a:solidFill>
                      <a:srgbClr val="eaf0e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2.3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ctr" marL="91440" marR="91440">
                    <a:lnL w="6480">
                      <a:solidFill>
                        <a:srgbClr val="62a39f"/>
                      </a:solidFill>
                    </a:lnL>
                    <a:lnR w="6480">
                      <a:solidFill>
                        <a:srgbClr val="62a39f"/>
                      </a:solidFill>
                    </a:lnR>
                    <a:lnT w="6480">
                      <a:solidFill>
                        <a:srgbClr val="62a39f"/>
                      </a:solidFill>
                    </a:lnT>
                    <a:lnB w="6480">
                      <a:solidFill>
                        <a:srgbClr val="62a39f"/>
                      </a:solidFill>
                    </a:lnB>
                    <a:solidFill>
                      <a:srgbClr val="eaf0e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1.7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ctr" marL="91440" marR="91440">
                    <a:lnL w="6480">
                      <a:solidFill>
                        <a:srgbClr val="62a39f"/>
                      </a:solidFill>
                    </a:lnL>
                    <a:lnR w="6480">
                      <a:solidFill>
                        <a:srgbClr val="62a39f"/>
                      </a:solidFill>
                    </a:lnR>
                    <a:lnT w="6480">
                      <a:solidFill>
                        <a:srgbClr val="62a39f"/>
                      </a:solidFill>
                    </a:lnT>
                    <a:lnB w="6480">
                      <a:solidFill>
                        <a:srgbClr val="62a39f"/>
                      </a:solidFill>
                    </a:lnB>
                    <a:solidFill>
                      <a:srgbClr val="eaf0e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5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.0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ctr" marL="91440" marR="91440">
                    <a:lnL w="6480">
                      <a:solidFill>
                        <a:srgbClr val="62a39f"/>
                      </a:solidFill>
                    </a:lnL>
                    <a:lnR w="6480">
                      <a:solidFill>
                        <a:srgbClr val="62a39f"/>
                      </a:solidFill>
                    </a:lnR>
                    <a:lnT w="6480">
                      <a:solidFill>
                        <a:srgbClr val="62a39f"/>
                      </a:solidFill>
                    </a:lnT>
                    <a:lnB w="6480">
                      <a:solidFill>
                        <a:srgbClr val="62a39f"/>
                      </a:solidFill>
                    </a:lnB>
                    <a:solidFill>
                      <a:srgbClr val="eaf0ef"/>
                    </a:solidFill>
                  </a:tcPr>
                </a:tc>
              </a:tr>
              <a:tr h="50292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zh-TW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項目 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2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ctr" marL="91440" marR="91440">
                    <a:lnL w="6480">
                      <a:solidFill>
                        <a:srgbClr val="62a39f"/>
                      </a:solidFill>
                    </a:lnL>
                    <a:lnR w="6480">
                      <a:solidFill>
                        <a:srgbClr val="62a39f"/>
                      </a:solidFill>
                    </a:lnR>
                    <a:lnT w="6480">
                      <a:solidFill>
                        <a:srgbClr val="62a39f"/>
                      </a:solidFill>
                    </a:lnT>
                    <a:lnB w="6480">
                      <a:solidFill>
                        <a:srgbClr val="62a39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3.2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ctr" marL="91440" marR="91440">
                    <a:lnL w="6480">
                      <a:solidFill>
                        <a:srgbClr val="62a39f"/>
                      </a:solidFill>
                    </a:lnL>
                    <a:lnR w="6480">
                      <a:solidFill>
                        <a:srgbClr val="62a39f"/>
                      </a:solidFill>
                    </a:lnR>
                    <a:lnT w="6480">
                      <a:solidFill>
                        <a:srgbClr val="62a39f"/>
                      </a:solidFill>
                    </a:lnT>
                    <a:lnB w="6480">
                      <a:solidFill>
                        <a:srgbClr val="62a39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5.1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ctr" marL="91440" marR="91440">
                    <a:lnL w="6480">
                      <a:solidFill>
                        <a:srgbClr val="62a39f"/>
                      </a:solidFill>
                    </a:lnL>
                    <a:lnR w="6480">
                      <a:solidFill>
                        <a:srgbClr val="62a39f"/>
                      </a:solidFill>
                    </a:lnR>
                    <a:lnT w="6480">
                      <a:solidFill>
                        <a:srgbClr val="62a39f"/>
                      </a:solidFill>
                    </a:lnT>
                    <a:lnB w="6480">
                      <a:solidFill>
                        <a:srgbClr val="62a39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4.4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ctr" marL="91440" marR="91440">
                    <a:lnL w="6480">
                      <a:solidFill>
                        <a:srgbClr val="62a39f"/>
                      </a:solidFill>
                    </a:lnL>
                    <a:lnR w="6480">
                      <a:solidFill>
                        <a:srgbClr val="62a39f"/>
                      </a:solidFill>
                    </a:lnR>
                    <a:lnT w="6480">
                      <a:solidFill>
                        <a:srgbClr val="62a39f"/>
                      </a:solidFill>
                    </a:lnT>
                    <a:lnB w="6480">
                      <a:solidFill>
                        <a:srgbClr val="62a39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3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.0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ctr" marL="91440" marR="91440">
                    <a:lnL w="6480">
                      <a:solidFill>
                        <a:srgbClr val="62a39f"/>
                      </a:solidFill>
                    </a:lnL>
                    <a:lnR w="6480">
                      <a:solidFill>
                        <a:srgbClr val="62a39f"/>
                      </a:solidFill>
                    </a:lnR>
                    <a:lnT w="6480">
                      <a:solidFill>
                        <a:srgbClr val="62a39f"/>
                      </a:solidFill>
                    </a:lnT>
                    <a:lnB w="6480">
                      <a:solidFill>
                        <a:srgbClr val="62a39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zh-TW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項目 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3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ctr" marL="91440" marR="91440">
                    <a:lnL w="6480">
                      <a:solidFill>
                        <a:srgbClr val="62a39f"/>
                      </a:solidFill>
                    </a:lnL>
                    <a:lnR w="6480">
                      <a:solidFill>
                        <a:srgbClr val="62a39f"/>
                      </a:solidFill>
                    </a:lnR>
                    <a:lnT w="6480">
                      <a:solidFill>
                        <a:srgbClr val="62a39f"/>
                      </a:solidFill>
                    </a:lnT>
                    <a:lnB w="6480">
                      <a:solidFill>
                        <a:srgbClr val="62a39f"/>
                      </a:solidFill>
                    </a:lnB>
                    <a:solidFill>
                      <a:srgbClr val="eaf0e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2.1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ctr" marL="91440" marR="91440">
                    <a:lnL w="6480">
                      <a:solidFill>
                        <a:srgbClr val="62a39f"/>
                      </a:solidFill>
                    </a:lnL>
                    <a:lnR w="6480">
                      <a:solidFill>
                        <a:srgbClr val="62a39f"/>
                      </a:solidFill>
                    </a:lnR>
                    <a:lnT w="6480">
                      <a:solidFill>
                        <a:srgbClr val="62a39f"/>
                      </a:solidFill>
                    </a:lnT>
                    <a:lnB w="6480">
                      <a:solidFill>
                        <a:srgbClr val="62a39f"/>
                      </a:solidFill>
                    </a:lnB>
                    <a:solidFill>
                      <a:srgbClr val="eaf0e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1.7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ctr" marL="91440" marR="91440">
                    <a:lnL w="6480">
                      <a:solidFill>
                        <a:srgbClr val="62a39f"/>
                      </a:solidFill>
                    </a:lnL>
                    <a:lnR w="6480">
                      <a:solidFill>
                        <a:srgbClr val="62a39f"/>
                      </a:solidFill>
                    </a:lnR>
                    <a:lnT w="6480">
                      <a:solidFill>
                        <a:srgbClr val="62a39f"/>
                      </a:solidFill>
                    </a:lnT>
                    <a:lnB w="6480">
                      <a:solidFill>
                        <a:srgbClr val="62a39f"/>
                      </a:solidFill>
                    </a:lnB>
                    <a:solidFill>
                      <a:srgbClr val="eaf0e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2.5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ctr" marL="91440" marR="91440">
                    <a:lnL w="6480">
                      <a:solidFill>
                        <a:srgbClr val="62a39f"/>
                      </a:solidFill>
                    </a:lnL>
                    <a:lnR w="6480">
                      <a:solidFill>
                        <a:srgbClr val="62a39f"/>
                      </a:solidFill>
                    </a:lnR>
                    <a:lnT w="6480">
                      <a:solidFill>
                        <a:srgbClr val="62a39f"/>
                      </a:solidFill>
                    </a:lnT>
                    <a:lnB w="6480">
                      <a:solidFill>
                        <a:srgbClr val="62a39f"/>
                      </a:solidFill>
                    </a:lnB>
                    <a:solidFill>
                      <a:srgbClr val="eaf0e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2.8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ctr" marL="91440" marR="91440">
                    <a:lnL w="6480">
                      <a:solidFill>
                        <a:srgbClr val="62a39f"/>
                      </a:solidFill>
                    </a:lnL>
                    <a:lnR w="6480">
                      <a:solidFill>
                        <a:srgbClr val="62a39f"/>
                      </a:solidFill>
                    </a:lnR>
                    <a:lnT w="6480">
                      <a:solidFill>
                        <a:srgbClr val="62a39f"/>
                      </a:solidFill>
                    </a:lnT>
                    <a:lnB w="6480">
                      <a:solidFill>
                        <a:srgbClr val="62a39f"/>
                      </a:solidFill>
                    </a:lnB>
                    <a:solidFill>
                      <a:srgbClr val="eaf0ef"/>
                    </a:solidFill>
                  </a:tcPr>
                </a:tc>
              </a:tr>
              <a:tr h="50436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zh-TW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項目 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4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ctr" marL="91440" marR="91440">
                    <a:lnL w="6480">
                      <a:solidFill>
                        <a:srgbClr val="62a39f"/>
                      </a:solidFill>
                    </a:lnL>
                    <a:lnR w="6480">
                      <a:solidFill>
                        <a:srgbClr val="62a39f"/>
                      </a:solidFill>
                    </a:lnR>
                    <a:lnT w="6480">
                      <a:solidFill>
                        <a:srgbClr val="62a39f"/>
                      </a:solidFill>
                    </a:lnT>
                    <a:lnB w="6480">
                      <a:solidFill>
                        <a:srgbClr val="62a39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4.5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ctr" marL="91440" marR="91440">
                    <a:lnL w="6480">
                      <a:solidFill>
                        <a:srgbClr val="62a39f"/>
                      </a:solidFill>
                    </a:lnL>
                    <a:lnR w="6480">
                      <a:solidFill>
                        <a:srgbClr val="62a39f"/>
                      </a:solidFill>
                    </a:lnR>
                    <a:lnT w="6480">
                      <a:solidFill>
                        <a:srgbClr val="62a39f"/>
                      </a:solidFill>
                    </a:lnT>
                    <a:lnB w="6480">
                      <a:solidFill>
                        <a:srgbClr val="62a39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2.2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ctr" marL="91440" marR="91440">
                    <a:lnL w="6480">
                      <a:solidFill>
                        <a:srgbClr val="62a39f"/>
                      </a:solidFill>
                    </a:lnL>
                    <a:lnR w="6480">
                      <a:solidFill>
                        <a:srgbClr val="62a39f"/>
                      </a:solidFill>
                    </a:lnR>
                    <a:lnT w="6480">
                      <a:solidFill>
                        <a:srgbClr val="62a39f"/>
                      </a:solidFill>
                    </a:lnT>
                    <a:lnB w="6480">
                      <a:solidFill>
                        <a:srgbClr val="62a39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1.7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ctr" marL="91440" marR="91440">
                    <a:lnL w="6480">
                      <a:solidFill>
                        <a:srgbClr val="62a39f"/>
                      </a:solidFill>
                    </a:lnL>
                    <a:lnR w="6480">
                      <a:solidFill>
                        <a:srgbClr val="62a39f"/>
                      </a:solidFill>
                    </a:lnR>
                    <a:lnT w="6480">
                      <a:solidFill>
                        <a:srgbClr val="62a39f"/>
                      </a:solidFill>
                    </a:lnT>
                    <a:lnB w="6480">
                      <a:solidFill>
                        <a:srgbClr val="62a39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7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Microsoft JhengHei UI"/>
                          <a:ea typeface="Microsoft JhengHei UI"/>
                        </a:rPr>
                        <a:t>.0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anchor="ctr" marL="91440" marR="91440">
                    <a:lnL w="6480">
                      <a:solidFill>
                        <a:srgbClr val="62a39f"/>
                      </a:solidFill>
                    </a:lnL>
                    <a:lnR w="6480">
                      <a:solidFill>
                        <a:srgbClr val="62a39f"/>
                      </a:solidFill>
                    </a:lnR>
                    <a:lnT w="6480">
                      <a:solidFill>
                        <a:srgbClr val="62a39f"/>
                      </a:solidFill>
                    </a:lnT>
                    <a:lnB w="6480">
                      <a:solidFill>
                        <a:srgbClr val="62a39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86" name="PlaceHolder 2"/>
          <p:cNvSpPr>
            <a:spLocks noGrp="1"/>
          </p:cNvSpPr>
          <p:nvPr>
            <p:ph type="ftr" idx="38"/>
          </p:nvPr>
        </p:nvSpPr>
        <p:spPr>
          <a:xfrm>
            <a:off x="1097280" y="6446880"/>
            <a:ext cx="68180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zh-TW" sz="900" spc="-1" strike="noStrike" cap="all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zh-TW" sz="900" spc="-1" strike="noStrike" cap="all">
                <a:solidFill>
                  <a:srgbClr val="ffffff"/>
                </a:solidFill>
                <a:latin typeface="Microsoft JhengHei UI"/>
                <a:ea typeface="Microsoft JhengHei UI"/>
              </a:rPr>
              <a:t>範例頁尾文字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587" name="PlaceHolder 3"/>
          <p:cNvSpPr>
            <a:spLocks noGrp="1"/>
          </p:cNvSpPr>
          <p:nvPr>
            <p:ph type="sldNum" idx="39"/>
          </p:nvPr>
        </p:nvSpPr>
        <p:spPr>
          <a:xfrm>
            <a:off x="10993680" y="6446880"/>
            <a:ext cx="7797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050" spc="-1" strike="noStrike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>
              <a:lnSpc>
                <a:spcPct val="100000"/>
              </a:lnSpc>
              <a:buNone/>
            </a:pPr>
            <a:fld id="{A26397BD-1C97-4CC2-961A-76C9199E696D}" type="slidenum">
              <a:rPr b="0" lang="en-US" sz="105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&lt;編號&gt;</a:t>
            </a:fld>
            <a:endParaRPr b="0" lang="en-US" sz="105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>
              <a:lnSpc>
                <a:spcPct val="90000"/>
              </a:lnSpc>
              <a:buNone/>
            </a:pPr>
            <a:r>
              <a:rPr b="0" lang="zh-TW" sz="4800" spc="-52" strike="noStrike">
                <a:solidFill>
                  <a:srgbClr val="404040"/>
                </a:solidFill>
                <a:latin typeface="Microsoft JhengHei UI Light"/>
                <a:ea typeface="Microsoft JhengHei UI Light"/>
              </a:rPr>
              <a:t>內容</a:t>
            </a:r>
            <a:endParaRPr b="0" lang="en-US" sz="4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89" name="PlaceHolder 2"/>
          <p:cNvSpPr>
            <a:spLocks noGrp="1"/>
          </p:cNvSpPr>
          <p:nvPr>
            <p:ph/>
          </p:nvPr>
        </p:nvSpPr>
        <p:spPr>
          <a:xfrm>
            <a:off x="1188720" y="2057400"/>
            <a:ext cx="4639320" cy="7358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b="0" lang="zh-TW" sz="2400" spc="-1" strike="noStrike" cap="all">
                <a:solidFill>
                  <a:srgbClr val="000000"/>
                </a:solidFill>
                <a:latin typeface="Microsoft JhengHei UI"/>
                <a:ea typeface="Microsoft JhengHei UI"/>
              </a:rPr>
              <a:t>副標題</a:t>
            </a:r>
            <a:endParaRPr b="0" lang="en-US" sz="24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90" name="PlaceHolder 3"/>
          <p:cNvSpPr>
            <a:spLocks noGrp="1"/>
          </p:cNvSpPr>
          <p:nvPr>
            <p:ph/>
          </p:nvPr>
        </p:nvSpPr>
        <p:spPr>
          <a:xfrm>
            <a:off x="1188720" y="2958120"/>
            <a:ext cx="4639320" cy="2910600"/>
          </a:xfrm>
          <a:prstGeom prst="rect">
            <a:avLst/>
          </a:prstGeom>
          <a:noFill/>
          <a:ln w="0">
            <a:noFill/>
          </a:ln>
        </p:spPr>
        <p:txBody>
          <a:bodyPr lIns="0" rIns="0" anchor="t">
            <a:noAutofit/>
          </a:bodyPr>
          <a:p>
            <a:pPr marL="343080" indent="-18288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Arial"/>
              <a:buChar char="•"/>
            </a:pPr>
            <a:r>
              <a:rPr b="0" lang="zh-TW" sz="20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新增文字、影像、美工圖案和影片。 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  <a:p>
            <a:pPr marL="343080" indent="-18288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Arial"/>
              <a:buChar char="•"/>
            </a:pPr>
            <a:r>
              <a:rPr b="0" lang="zh-TW" sz="20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新增轉場效果、動畫和動態效果。 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  <a:p>
            <a:pPr marL="343080" indent="-18288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Arial"/>
              <a:buChar char="•"/>
            </a:pPr>
            <a:r>
              <a:rPr b="0" lang="zh-TW" sz="20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儲存至 </a:t>
            </a:r>
            <a:r>
              <a:rPr b="0" lang="en-US" sz="20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OneDrive </a:t>
            </a:r>
            <a:r>
              <a:rPr b="0" lang="zh-TW" sz="20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以便從電腦、平板電腦或手機取得您的簡報。 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91" name="PlaceHolder 4"/>
          <p:cNvSpPr>
            <a:spLocks noGrp="1"/>
          </p:cNvSpPr>
          <p:nvPr>
            <p:ph/>
          </p:nvPr>
        </p:nvSpPr>
        <p:spPr>
          <a:xfrm>
            <a:off x="6516000" y="2057400"/>
            <a:ext cx="4639320" cy="7358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b="0" lang="zh-TW" sz="2400" spc="-1" strike="noStrike" cap="all">
                <a:solidFill>
                  <a:srgbClr val="000000"/>
                </a:solidFill>
                <a:latin typeface="Microsoft JhengHei UI"/>
                <a:ea typeface="Microsoft JhengHei UI"/>
              </a:rPr>
              <a:t>副標題</a:t>
            </a:r>
            <a:endParaRPr b="0" lang="en-US" sz="24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92" name="PlaceHolder 5"/>
          <p:cNvSpPr>
            <a:spLocks noGrp="1"/>
          </p:cNvSpPr>
          <p:nvPr>
            <p:ph/>
          </p:nvPr>
        </p:nvSpPr>
        <p:spPr>
          <a:xfrm>
            <a:off x="6516000" y="2958120"/>
            <a:ext cx="4639320" cy="2910600"/>
          </a:xfrm>
          <a:prstGeom prst="rect">
            <a:avLst/>
          </a:prstGeom>
          <a:noFill/>
          <a:ln w="0">
            <a:noFill/>
          </a:ln>
        </p:spPr>
        <p:txBody>
          <a:bodyPr lIns="0" rIns="0" anchor="t">
            <a:noAutofit/>
          </a:bodyPr>
          <a:p>
            <a:pPr marL="343080" indent="-18288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Arial"/>
              <a:buChar char="•"/>
            </a:pPr>
            <a:r>
              <a:rPr b="0" lang="zh-TW" sz="20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開啟 </a:t>
            </a:r>
            <a:r>
              <a:rPr b="0" lang="en-US" sz="20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[</a:t>
            </a:r>
            <a:r>
              <a:rPr b="0" lang="zh-TW" sz="20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設計構想</a:t>
            </a:r>
            <a:r>
              <a:rPr b="0" lang="en-US" sz="20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] </a:t>
            </a:r>
            <a:r>
              <a:rPr b="0" lang="zh-TW" sz="20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窗格即時美化投影片。 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  <a:p>
            <a:pPr marL="343080" indent="-18288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Arial"/>
              <a:buChar char="•"/>
            </a:pPr>
            <a:r>
              <a:rPr b="0" lang="zh-TW" sz="2000" spc="-1" strike="noStrike">
                <a:solidFill>
                  <a:srgbClr val="404040"/>
                </a:solidFill>
                <a:latin typeface="Microsoft JhengHei UI"/>
                <a:ea typeface="Microsoft JhengHei UI"/>
              </a:rPr>
              <a:t>當我們有設計構想時，就會在這裡將它們展示給您。 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None/>
            </a:pP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sp>
        <p:nvSpPr>
          <p:cNvPr id="593" name="PlaceHolder 6"/>
          <p:cNvSpPr>
            <a:spLocks noGrp="1"/>
          </p:cNvSpPr>
          <p:nvPr>
            <p:ph type="ftr" idx="40"/>
          </p:nvPr>
        </p:nvSpPr>
        <p:spPr>
          <a:xfrm>
            <a:off x="1097280" y="6446880"/>
            <a:ext cx="68180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zh-TW" sz="900" spc="-1" strike="noStrike" cap="all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zh-TW" sz="900" spc="-1" strike="noStrike" cap="all">
                <a:solidFill>
                  <a:srgbClr val="ffffff"/>
                </a:solidFill>
                <a:latin typeface="Microsoft JhengHei UI"/>
                <a:ea typeface="Microsoft JhengHei UI"/>
              </a:rPr>
              <a:t>範例頁尾文字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594" name="PlaceHolder 7"/>
          <p:cNvSpPr>
            <a:spLocks noGrp="1"/>
          </p:cNvSpPr>
          <p:nvPr>
            <p:ph type="sldNum" idx="41"/>
          </p:nvPr>
        </p:nvSpPr>
        <p:spPr>
          <a:xfrm>
            <a:off x="10993680" y="6446880"/>
            <a:ext cx="7797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050" spc="-1" strike="noStrike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>
              <a:lnSpc>
                <a:spcPct val="100000"/>
              </a:lnSpc>
              <a:buNone/>
            </a:pPr>
            <a:fld id="{70C57BF4-BA09-4CAD-BFD1-FB35C075CFA4}" type="slidenum">
              <a:rPr b="0" lang="en-US" sz="105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&lt;編號&gt;</a:t>
            </a:fld>
            <a:endParaRPr b="0" lang="en-US" sz="105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PlaceHolder 1"/>
          <p:cNvSpPr>
            <a:spLocks noGrp="1"/>
          </p:cNvSpPr>
          <p:nvPr>
            <p:ph type="title"/>
          </p:nvPr>
        </p:nvSpPr>
        <p:spPr>
          <a:xfrm>
            <a:off x="948600" y="1419120"/>
            <a:ext cx="3153240" cy="13579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>
              <a:lnSpc>
                <a:spcPct val="90000"/>
              </a:lnSpc>
              <a:buNone/>
            </a:pPr>
            <a:r>
              <a:rPr b="0" lang="zh-TW" sz="4800" spc="-52" strike="noStrike">
                <a:solidFill>
                  <a:srgbClr val="ffffff"/>
                </a:solidFill>
                <a:latin typeface="Microsoft JhengHei UI Light"/>
                <a:ea typeface="Microsoft JhengHei UI Light"/>
              </a:rPr>
              <a:t>摘要</a:t>
            </a:r>
            <a:endParaRPr b="0" lang="en-US" sz="4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96" name="PlaceHolder 2"/>
          <p:cNvSpPr>
            <a:spLocks noGrp="1"/>
          </p:cNvSpPr>
          <p:nvPr>
            <p:ph/>
          </p:nvPr>
        </p:nvSpPr>
        <p:spPr>
          <a:xfrm>
            <a:off x="948600" y="2978280"/>
            <a:ext cx="3153240" cy="2444040"/>
          </a:xfrm>
          <a:prstGeom prst="rect">
            <a:avLst/>
          </a:prstGeom>
          <a:noFill/>
          <a:ln w="0">
            <a:noFill/>
          </a:ln>
        </p:spPr>
        <p:txBody>
          <a:bodyPr rIns="0" anchor="t">
            <a:normAutofit fontScale="95000"/>
          </a:bodyPr>
          <a:p>
            <a:pPr marL="91440" indent="-9144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Calibri"/>
              <a:buChar char=" "/>
            </a:pPr>
            <a:r>
              <a:rPr b="0" lang="zh-TW" sz="200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使用 </a:t>
            </a:r>
            <a:r>
              <a:rPr b="0" lang="en-US" sz="200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PowerPoint</a:t>
            </a:r>
            <a:r>
              <a:rPr b="0" lang="zh-TW" sz="200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，您可以隨時隨地建立簡報並與其他人分享。在此處輸入任何文字以開始使用。您也可以在這個範本上新增影像、美工圖案和影片。儲存到 </a:t>
            </a:r>
            <a:r>
              <a:rPr b="0" lang="en-US" sz="200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OneDrive </a:t>
            </a:r>
            <a:r>
              <a:rPr b="0" lang="zh-TW" sz="200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並從電腦、平板電腦或手機存取您的簡報。</a:t>
            </a:r>
            <a:endParaRPr b="0" lang="en-US" sz="2000" spc="-1" strike="noStrike">
              <a:solidFill>
                <a:srgbClr val="404040"/>
              </a:solidFill>
              <a:latin typeface="Microsoft JhengHei UI"/>
            </a:endParaRPr>
          </a:p>
        </p:txBody>
      </p:sp>
      <p:pic>
        <p:nvPicPr>
          <p:cNvPr id="597" name="圖片版面配置區 6" descr="桌面的特寫，桌上放著眼鏡、杯子和筆電"/>
          <p:cNvPicPr/>
          <p:nvPr/>
        </p:nvPicPr>
        <p:blipFill>
          <a:blip r:embed="rId1"/>
          <a:srcRect l="66" t="0" r="66" b="0"/>
          <a:stretch/>
        </p:blipFill>
        <p:spPr>
          <a:xfrm>
            <a:off x="4672440" y="1234440"/>
            <a:ext cx="3264120" cy="4352040"/>
          </a:xfrm>
          <a:prstGeom prst="rect">
            <a:avLst/>
          </a:prstGeom>
          <a:ln w="0">
            <a:noFill/>
          </a:ln>
        </p:spPr>
      </p:pic>
      <p:pic>
        <p:nvPicPr>
          <p:cNvPr id="598" name="圖片版面配置區 8" descr="在拍賣會上舉手的人們 "/>
          <p:cNvPicPr/>
          <p:nvPr/>
        </p:nvPicPr>
        <p:blipFill>
          <a:blip r:embed="rId2"/>
          <a:srcRect l="0" t="50" r="0" b="50"/>
          <a:stretch/>
        </p:blipFill>
        <p:spPr>
          <a:xfrm>
            <a:off x="8275320" y="1234440"/>
            <a:ext cx="3264120" cy="4352040"/>
          </a:xfrm>
          <a:prstGeom prst="rect">
            <a:avLst/>
          </a:prstGeom>
          <a:ln w="0">
            <a:noFill/>
          </a:ln>
        </p:spPr>
      </p:pic>
      <p:sp>
        <p:nvSpPr>
          <p:cNvPr id="599" name="PlaceHolder 3"/>
          <p:cNvSpPr>
            <a:spLocks noGrp="1"/>
          </p:cNvSpPr>
          <p:nvPr>
            <p:ph type="ftr" idx="42"/>
          </p:nvPr>
        </p:nvSpPr>
        <p:spPr>
          <a:xfrm>
            <a:off x="1097280" y="6446880"/>
            <a:ext cx="68180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zh-TW" sz="900" spc="-1" strike="noStrike" cap="all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zh-TW" sz="900" spc="-1" strike="noStrike" cap="all">
                <a:solidFill>
                  <a:srgbClr val="ffffff"/>
                </a:solidFill>
                <a:latin typeface="Microsoft JhengHei UI"/>
                <a:ea typeface="Microsoft JhengHei UI"/>
              </a:rPr>
              <a:t>範例頁尾文字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600" name="PlaceHolder 4"/>
          <p:cNvSpPr>
            <a:spLocks noGrp="1"/>
          </p:cNvSpPr>
          <p:nvPr>
            <p:ph type="sldNum" idx="43"/>
          </p:nvPr>
        </p:nvSpPr>
        <p:spPr>
          <a:xfrm>
            <a:off x="10993680" y="6446880"/>
            <a:ext cx="7797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050" spc="-1" strike="noStrike">
                <a:solidFill>
                  <a:srgbClr val="ffffff"/>
                </a:solidFill>
                <a:latin typeface="Microsoft JhengHei UI"/>
                <a:ea typeface="Microsoft JhengHei UI"/>
              </a:defRPr>
            </a:lvl1pPr>
          </a:lstStyle>
          <a:p>
            <a:pPr>
              <a:lnSpc>
                <a:spcPct val="100000"/>
              </a:lnSpc>
              <a:buNone/>
            </a:pPr>
            <a:fld id="{7E83EBEB-F863-48E2-BF06-54F014DD77FB}" type="slidenum">
              <a:rPr b="0" lang="en-US" sz="1050" spc="-1" strike="noStrike">
                <a:solidFill>
                  <a:srgbClr val="ffffff"/>
                </a:solidFill>
                <a:latin typeface="Microsoft JhengHei UI"/>
                <a:ea typeface="Microsoft JhengHei UI"/>
              </a:rPr>
              <a:t>&lt;編號&gt;</a:t>
            </a:fld>
            <a:endParaRPr b="0" lang="en-US" sz="105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15FCB62-95E4-4C92-B513-7B00BDB2A85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7806859-B29F-4F92-B2F0-76FC253972D6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77A2FD3F-46AE-4866-A9EA-54986E912C1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_RetrospectVTI</Template>
  <TotalTime>2</TotalTime>
  <Application>LibreOffice/7.3.7.2$Linux_X86_64 LibreOffice_project/30$Build-2</Application>
  <AppVersion>15.0000</AppVersion>
  <Words>583</Words>
  <Paragraphs>116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2026-01-09T05:14:12Z</dcterms:created>
  <dc:creator/>
  <dc:description/>
  <dc:language>zh-TW</dc:language>
  <cp:lastModifiedBy/>
  <dcterms:modified xsi:type="dcterms:W3CDTF">2026-01-09T15:58:28Z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Notes">
    <vt:i4>12</vt:i4>
  </property>
  <property fmtid="{D5CDD505-2E9C-101B-9397-08002B2CF9AE}" pid="4" name="PresentationFormat">
    <vt:lpwstr>寬螢幕</vt:lpwstr>
  </property>
  <property fmtid="{D5CDD505-2E9C-101B-9397-08002B2CF9AE}" pid="5" name="Slides">
    <vt:i4>12</vt:i4>
  </property>
</Properties>
</file>