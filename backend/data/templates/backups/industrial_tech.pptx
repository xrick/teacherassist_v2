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OOXDiagramDataRels1_1.svg" ContentType="image/svg"/>
  <Override PartName="/ppt/media/OOXDiagramDataRels1_2.svg" ContentType="image/svg"/>
  <Override PartName="/ppt/media/OOXDiagramDataRels1_4.svg" ContentType="image/svg"/>
  <Override PartName="/ppt/media/OOXDiagramDataRels1_6.svg" ContentType="image/svg"/>
  <Override PartName="/ppt/media/OOXDiagramDataRels1_8.svg" ContentType="image/svg"/>
  <Override PartName="/ppt/media/OOXDiagramDrawingRels1_1.svg" ContentType="image/svg"/>
  <Override PartName="/ppt/media/OOXDiagramDrawingRels1_2.svg" ContentType="image/svg"/>
  <Override PartName="/ppt/media/OOXDiagramDrawingRels1_4.svg" ContentType="image/svg"/>
  <Override PartName="/ppt/media/OOXDiagramDrawingRels1_6.svg" ContentType="image/svg"/>
  <Override PartName="/ppt/media/OOXDiagramDrawingRels1_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Relationship Id="rId10" Type="http://schemas.openxmlformats.org/officeDocument/2006/relationships/image" Target="../media/OOXDiagramDataRels1_1.svg"/></Relationships>
</file>

<file path=ppt/diagrams/_rels/drawing1.xml.rels><?xml version='1.0' encoding='UTF-8' standalone='yes'?>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Relationship Id="rId10" Type="http://schemas.openxmlformats.org/officeDocument/2006/relationships/image" Target="../media/OOXDiagramDrawingRels1_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Industrial Tech">
      <a:dk1>
        <a:sysClr val="windowText" lastClr="000000"/>
      </a:dk1>
      <a:lt1>
        <a:sysClr val="window" lastClr="FFFFFF"/>
      </a:lt1>
      <a:dk2>
        <a:srgbClr val="16213E"/>
      </a:dk2>
      <a:lt2>
        <a:srgbClr val="E8E8E8"/>
      </a:lt2>
      <a:accent1>
        <a:srgbClr val="0F4C75"/>
      </a:accent1>
      <a:accent2>
        <a:srgbClr val="3282B8"/>
      </a:accent2>
      <a:accent3>
        <a:srgbClr val="00A8CC"/>
      </a:accent3>
      <a:accent4>
        <a:srgbClr val="4ECCA3"/>
      </a:accent4>
      <a:accent5>
        <a:srgbClr val="232931"/>
      </a:accent5>
      <a:accent6>
        <a:srgbClr val="393E46"/>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