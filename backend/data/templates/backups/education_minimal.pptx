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OOXDiagramDrawingRels1_0.png" ContentType="image/png"/>
  <Override PartName="/ppt/media/OOXDiagramDataRels1_6.svg" ContentType="image/svg"/>
  <Override PartName="/ppt/media/image1.jpeg" ContentType="image/jpeg"/>
  <Override PartName="/ppt/media/OOXDiagramDataRels1_8.svg" ContentType="image/svg"/>
  <Override PartName="/ppt/media/OOXDiagramDataRels1_7.png" ContentType="image/png"/>
  <Override PartName="/ppt/media/OOXDiagramDataRels1_4.svg" ContentType="image/svg"/>
  <Override PartName="/ppt/media/image5.png" ContentType="image/png"/>
  <Override PartName="/ppt/media/OOXDiagramDataRels1_3.png" ContentType="image/png"/>
  <Override PartName="/ppt/media/OOXDiagramDataRels1_5.png" ContentType="image/png"/>
  <Override PartName="/ppt/media/OOXDiagramDataRels1_2.svg" ContentType="image/svg"/>
  <Override PartName="/ppt/media/image6.jpeg" ContentType="image/jpeg"/>
  <Override PartName="/ppt/media/OOXDiagramDrawingRels1_1.svg" ContentType="image/svg"/>
  <Override PartName="/ppt/media/image3.jpeg" ContentType="image/jpeg"/>
  <Override PartName="/ppt/media/OOXDiagramDrawingRels1_9.png" ContentType="image/png"/>
  <Override PartName="/ppt/media/OOXDiagramDrawingRels1_6.svg" ContentType="image/svg"/>
  <Override PartName="/ppt/media/OOXDiagramDrawingRels1_8.svg" ContentType="image/svg"/>
  <Override PartName="/ppt/media/OOXDiagramDrawingRels1_7.png" ContentType="image/png"/>
  <Override PartName="/ppt/media/OOXDiagramDrawingRels1_5.png" ContentType="image/png"/>
  <Override PartName="/ppt/media/OOXDiagramDrawingRels1_2.svg" ContentType="image/svg"/>
  <Override PartName="/ppt/media/OOXDiagramDataRels1_9.png" ContentType="image/png"/>
  <Override PartName="/ppt/media/OOXDiagramDataRels1_0.png" ContentType="image/png"/>
  <Override PartName="/ppt/media/OOXDiagramDrawingRels1_3.png" ContentType="image/png"/>
  <Override PartName="/ppt/media/OOXDiagramDataRels1_1.svg" ContentType="image/svg"/>
  <Override PartName="/ppt/media/image2.png" ContentType="image/png"/>
  <Override PartName="/ppt/media/OOXDiagramDrawingRels1_4.svg" ContentType="image/svg"/>
  <Override PartName="/ppt/media/image4.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3.xml" ContentType="application/vnd.openxmlformats-officedocument.presentationml.slideLayou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10" Type="http://schemas.openxmlformats.org/officeDocument/2006/relationships/image" Target="../media/OOXDiagramDataRels1_1.sv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10" Type="http://schemas.openxmlformats.org/officeDocument/2006/relationships/image" Target="../media/OOXDiagramDrawingRels1_1.sv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
</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 Id="rId14" Type="http://schemas.openxmlformats.org/officeDocument/2006/relationships/slideLayout" Target="../slideLayouts/slideLayout13.xml"/></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