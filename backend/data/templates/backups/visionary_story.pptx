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media/OOXDiagramDataRels1_1.svg" ContentType="image/svg"/>
  <Override PartName="/ppt/media/OOXDiagramDataRels1_2.svg" ContentType="image/svg"/>
  <Override PartName="/ppt/media/OOXDiagramDataRels1_4.svg" ContentType="image/svg"/>
  <Override PartName="/ppt/media/OOXDiagramDataRels1_6.svg" ContentType="image/svg"/>
  <Override PartName="/ppt/media/OOXDiagramDataRels1_8.svg" ContentType="image/svg"/>
  <Override PartName="/ppt/media/OOXDiagramDrawingRels1_1.svg" ContentType="image/svg"/>
  <Override PartName="/ppt/media/OOXDiagramDrawingRels1_2.svg" ContentType="image/svg"/>
  <Override PartName="/ppt/media/OOXDiagramDrawingRels1_4.svg" ContentType="image/svg"/>
  <Override PartName="/ppt/media/OOXDiagramDrawingRels1_6.svg" ContentType="image/svg"/>
  <Override PartName="/ppt/media/OOXDiagramDrawingRels1_8.svg" ContentType="image/sv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customXml" Target="customXml/item1.xml"/><Relationship Id="rId5" Type="http://schemas.openxmlformats.org/officeDocument/2006/relationships/customXml" Target="customXml/item2.xml"/><Relationship Id="rId6" Type="http://schemas.openxmlformats.org/officeDocument/2006/relationships/customXml" Target="customXml/item3.xml"/><Relationship Id="rId7"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 id="2147483700" r:id="rId6"/>
    <p:sldMasterId id="2147483713" r:id="rId7"/>
    <p:sldMasterId id="2147483726" r:id="rId8"/>
  </p:sldMasterIdLst>
  <p:notesMasterIdLst>
    <p:notesMasterId r:id="rId9"/>
  </p:notesMasterIdLst>
  <p:sldIdLst>
    <p:sldId id="256" r:id="rId10"/>
    <p:sldId id="257" r:id="rId11"/>
    <p:sldId id="258" r:id="rId12"/>
    <p:sldId id="259" r:id="rId13"/>
    <p:sldId id="260" r:id="rId14"/>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notesMaster" Target="notesMasters/notesMaster1.xml"/><Relationship Id="rId10"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presProps" Target="presProps.xml"/></Relationships>
</file>

<file path=ppt/diagrams/_rels/data1.xml.rels><?xml version='1.0' encoding='UTF-8' standalone='yes'?>
<Relationships xmlns="http://schemas.openxmlformats.org/package/2006/relationships"><Relationship Id="rId1" Type="http://schemas.openxmlformats.org/officeDocument/2006/relationships/image" Target="../media/OOXDiagramDataRels1_0.png"/><Relationship Id="rId2" Type="http://schemas.openxmlformats.org/officeDocument/2006/relationships/image" Target="../media/OOXDiagramDataRels1_2.svg"/><Relationship Id="rId3" Type="http://schemas.openxmlformats.org/officeDocument/2006/relationships/image" Target="../media/OOXDiagramDataRels1_3.png"/><Relationship Id="rId4" Type="http://schemas.openxmlformats.org/officeDocument/2006/relationships/image" Target="../media/OOXDiagramDataRels1_4.svg"/><Relationship Id="rId5" Type="http://schemas.openxmlformats.org/officeDocument/2006/relationships/image" Target="../media/OOXDiagramDataRels1_5.png"/><Relationship Id="rId6" Type="http://schemas.openxmlformats.org/officeDocument/2006/relationships/image" Target="../media/OOXDiagramDataRels1_6.svg"/><Relationship Id="rId7" Type="http://schemas.openxmlformats.org/officeDocument/2006/relationships/image" Target="../media/OOXDiagramDataRels1_7.png"/><Relationship Id="rId8" Type="http://schemas.openxmlformats.org/officeDocument/2006/relationships/image" Target="../media/OOXDiagramDataRels1_8.svg"/><Relationship Id="rId9" Type="http://schemas.openxmlformats.org/officeDocument/2006/relationships/image" Target="../media/OOXDiagramDataRels1_9.png"/><Relationship Id="rId10" Type="http://schemas.openxmlformats.org/officeDocument/2006/relationships/image" Target="../media/OOXDiagramDataRels1_1.svg"/></Relationships>
</file>

<file path=ppt/diagrams/_rels/drawing1.xml.rels><?xml version='1.0' encoding='UTF-8' standalone='yes'?>
<Relationships xmlns="http://schemas.openxmlformats.org/package/2006/relationships"><Relationship Id="rId1" Type="http://schemas.openxmlformats.org/officeDocument/2006/relationships/image" Target="../media/OOXDiagramDrawingRels1_0.png"/><Relationship Id="rId2" Type="http://schemas.openxmlformats.org/officeDocument/2006/relationships/image" Target="../media/OOXDiagramDrawingRels1_2.svg"/><Relationship Id="rId3" Type="http://schemas.openxmlformats.org/officeDocument/2006/relationships/image" Target="../media/OOXDiagramDrawingRels1_3.png"/><Relationship Id="rId4" Type="http://schemas.openxmlformats.org/officeDocument/2006/relationships/image" Target="../media/OOXDiagramDrawingRels1_4.svg"/><Relationship Id="rId5" Type="http://schemas.openxmlformats.org/officeDocument/2006/relationships/image" Target="../media/OOXDiagramDrawingRels1_5.png"/><Relationship Id="rId6" Type="http://schemas.openxmlformats.org/officeDocument/2006/relationships/image" Target="../media/OOXDiagramDrawingRels1_6.svg"/><Relationship Id="rId7" Type="http://schemas.openxmlformats.org/officeDocument/2006/relationships/image" Target="../media/OOXDiagramDrawingRels1_7.png"/><Relationship Id="rId8" Type="http://schemas.openxmlformats.org/officeDocument/2006/relationships/image" Target="../media/OOXDiagramDrawingRels1_8.svg"/><Relationship Id="rId9" Type="http://schemas.openxmlformats.org/officeDocument/2006/relationships/image" Target="../media/OOXDiagramDrawingRels1_9.png"/><Relationship Id="rId10" Type="http://schemas.openxmlformats.org/officeDocument/2006/relationships/image" Target="../media/OOXDiagramDrawingRels1_1.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0F07F19-1F50-4B42-A7A0-278DF9D25BB1}" type="doc">
      <dgm:prSet loTypeId="urn:microsoft.com/office/officeart/2018/2/layout/IconVerticalSolidList" loCatId="icon" qsTypeId="urn:microsoft.com/office/officeart/2005/8/quickstyle/simple1" qsCatId="simple" csTypeId="urn:microsoft.com/office/officeart/2005/8/colors/accent2_2" csCatId="accent2" phldr="1"/>
      <dgm:spPr/>
      <dgm:t>
        <a:bodyPr rtlCol="0"/>
        <a:lstStyle>
          <a:defPPr>
            <a:defRPr lang="zh-TW"/>
          </a:defPPr>
        </a:lstStyle>
        <a:p>
          <a:pPr rtl="0"/>
          <a:endParaRPr lang="zh-TW"/>
        </a:p>
      </dgm:t>
    </dgm:pt>
    <dgm:pt modelId="{2EE95FC5-CD6B-4A50-9262-DC414E16C3EA}">
      <dgm:prSet/>
      <dgm:spPr/>
      <dgm:t>
        <a:bodyPr rtlCol="0"/>
        <a:lstStyle>
          <a:defPPr>
            <a:defRPr lang="zh-TW"/>
          </a:defPPr>
        </a:lstStyle>
        <a:p>
          <a:pPr rtl="0"/>
          <a:r>
            <a:rPr lang="zh-TW" dirty="0">
              <a:solidFill>
                <a:schemeClr val="accent1">
                  <a:lumMod val="50000"/>
                </a:schemeClr>
              </a:solidFill>
            </a:rPr>
            <a:t>第 1 課。</a:t>
          </a:r>
          <a:r>
            <a:rPr lang="zh-TW" dirty="0">
              <a:solidFill>
                <a:schemeClr val="tx1">
                  <a:alpha val="60000"/>
                </a:schemeClr>
              </a:solidFill>
            </a:rPr>
            <a:t>Lorem ipsum dolor sit amet</a:t>
          </a:r>
        </a:p>
      </dgm:t>
    </dgm:pt>
    <dgm:pt modelId="{75374347-884B-4721-8CFF-DF080F5B1C79}" type="parTrans" cxnId="{B3F19EC2-A372-4EC3-BFE0-C62FFDFE3DF6}">
      <dgm:prSet/>
      <dgm:spPr/>
      <dgm:t>
        <a:bodyPr rtlCol="0"/>
        <a:lstStyle>
          <a:defPPr>
            <a:defRPr lang="zh-TW"/>
          </a:defPPr>
        </a:lstStyle>
        <a:p>
          <a:pPr rtl="0"/>
          <a:endParaRPr lang="zh-TW"/>
        </a:p>
      </dgm:t>
    </dgm:pt>
    <dgm:pt modelId="{C99EBBB1-E916-471C-83C9-ABE85B42AC26}" type="sibTrans" cxnId="{B3F19EC2-A372-4EC3-BFE0-C62FFDFE3DF6}">
      <dgm:prSet/>
      <dgm:spPr/>
      <dgm:t>
        <a:bodyPr rtlCol="0"/>
        <a:lstStyle>
          <a:defPPr>
            <a:defRPr lang="zh-TW"/>
          </a:defPPr>
        </a:lstStyle>
        <a:p>
          <a:pPr rtl="0"/>
          <a:endParaRPr lang="zh-TW"/>
        </a:p>
      </dgm:t>
    </dgm:pt>
    <dgm:pt modelId="{F05611F0-8256-4954-B6CB-ED6B4F2DD397}">
      <dgm:prSet/>
      <dgm:spPr/>
      <dgm:t>
        <a:bodyPr rtlCol="0"/>
        <a:lstStyle>
          <a:defPPr>
            <a:defRPr lang="zh-TW"/>
          </a:defPPr>
        </a:lstStyle>
        <a:p>
          <a:pPr rtl="0"/>
          <a:r>
            <a:rPr lang="zh-TW">
              <a:solidFill>
                <a:schemeClr val="accent1">
                  <a:lumMod val="50000"/>
                </a:schemeClr>
              </a:solidFill>
            </a:rPr>
            <a:t>第 2 課。</a:t>
          </a:r>
          <a:r>
            <a:rPr lang="zh-TW" b="0" i="0">
              <a:solidFill>
                <a:schemeClr val="tx1">
                  <a:alpha val="60000"/>
                </a:schemeClr>
              </a:solidFill>
            </a:rPr>
            <a:t>Sed ut perspiciatis unde</a:t>
          </a:r>
          <a:endParaRPr lang="zh-TW" dirty="0">
            <a:solidFill>
              <a:schemeClr val="tx1">
                <a:alpha val="60000"/>
              </a:schemeClr>
            </a:solidFill>
          </a:endParaRPr>
        </a:p>
      </dgm:t>
    </dgm:pt>
    <dgm:pt modelId="{CD7328D6-9FAE-4506-9BDB-E06A571EC1D4}" type="parTrans" cxnId="{914FACD2-336A-4471-9E99-312B3F8EAB04}">
      <dgm:prSet/>
      <dgm:spPr/>
      <dgm:t>
        <a:bodyPr rtlCol="0"/>
        <a:lstStyle>
          <a:defPPr>
            <a:defRPr lang="zh-TW"/>
          </a:defPPr>
        </a:lstStyle>
        <a:p>
          <a:pPr rtl="0"/>
          <a:endParaRPr lang="zh-TW"/>
        </a:p>
      </dgm:t>
    </dgm:pt>
    <dgm:pt modelId="{6BD5265A-8333-420D-BDB2-65F10B3EBD76}" type="sibTrans" cxnId="{914FACD2-336A-4471-9E99-312B3F8EAB04}">
      <dgm:prSet/>
      <dgm:spPr/>
      <dgm:t>
        <a:bodyPr rtlCol="0"/>
        <a:lstStyle>
          <a:defPPr>
            <a:defRPr lang="zh-TW"/>
          </a:defPPr>
        </a:lstStyle>
        <a:p>
          <a:pPr rtl="0"/>
          <a:endParaRPr lang="zh-TW"/>
        </a:p>
      </dgm:t>
    </dgm:pt>
    <dgm:pt modelId="{22625139-F93A-4F3F-A7AA-4923A01AEDF3}">
      <dgm:prSet/>
      <dgm:spPr/>
      <dgm:t>
        <a:bodyPr rtlCol="0"/>
        <a:lstStyle>
          <a:defPPr>
            <a:defRPr lang="zh-TW"/>
          </a:defPPr>
        </a:lstStyle>
        <a:p>
          <a:pPr rtl="0"/>
          <a:r>
            <a:rPr lang="zh-TW">
              <a:solidFill>
                <a:schemeClr val="accent1">
                  <a:lumMod val="50000"/>
                </a:schemeClr>
              </a:solidFill>
            </a:rPr>
            <a:t>第 3 課。</a:t>
          </a:r>
          <a:r>
            <a:rPr lang="zh-TW">
              <a:solidFill>
                <a:schemeClr val="tx1">
                  <a:alpha val="60000"/>
                </a:schemeClr>
              </a:solidFill>
            </a:rPr>
            <a:t>Lorem ipsum dolor sit amet</a:t>
          </a:r>
        </a:p>
      </dgm:t>
    </dgm:pt>
    <dgm:pt modelId="{F549A0EB-6BE9-4749-8336-B02A279AE302}" type="parTrans" cxnId="{FC7721F0-429B-4CE7-BE98-C2F3C41FE9C7}">
      <dgm:prSet/>
      <dgm:spPr/>
      <dgm:t>
        <a:bodyPr rtlCol="0"/>
        <a:lstStyle>
          <a:defPPr>
            <a:defRPr lang="zh-TW"/>
          </a:defPPr>
        </a:lstStyle>
        <a:p>
          <a:pPr rtl="0"/>
          <a:endParaRPr lang="zh-TW"/>
        </a:p>
      </dgm:t>
    </dgm:pt>
    <dgm:pt modelId="{A8E2FA08-4DD4-4654-A85D-9A99162D6201}" type="sibTrans" cxnId="{FC7721F0-429B-4CE7-BE98-C2F3C41FE9C7}">
      <dgm:prSet/>
      <dgm:spPr/>
      <dgm:t>
        <a:bodyPr rtlCol="0"/>
        <a:lstStyle>
          <a:defPPr>
            <a:defRPr lang="zh-TW"/>
          </a:defPPr>
        </a:lstStyle>
        <a:p>
          <a:pPr rtl="0"/>
          <a:endParaRPr lang="zh-TW"/>
        </a:p>
      </dgm:t>
    </dgm:pt>
    <dgm:pt modelId="{140952D0-0E1D-4F48-9F16-53581487CFA0}">
      <dgm:prSet/>
      <dgm:spPr/>
      <dgm:t>
        <a:bodyPr rtlCol="0"/>
        <a:lstStyle>
          <a:defPPr>
            <a:defRPr lang="zh-TW"/>
          </a:defPPr>
        </a:lstStyle>
        <a:p>
          <a:pPr rtl="0"/>
          <a:r>
            <a:rPr lang="zh-TW">
              <a:solidFill>
                <a:schemeClr val="accent1">
                  <a:lumMod val="50000"/>
                </a:schemeClr>
              </a:solidFill>
            </a:rPr>
            <a:t>第 4 課。</a:t>
          </a:r>
          <a:r>
            <a:rPr lang="zh-TW" b="0" i="0">
              <a:solidFill>
                <a:schemeClr val="tx1">
                  <a:alpha val="60000"/>
                </a:schemeClr>
              </a:solidFill>
            </a:rPr>
            <a:t>Sed ut perspiciatis unde</a:t>
          </a:r>
          <a:endParaRPr lang="zh-TW" dirty="0">
            <a:solidFill>
              <a:schemeClr val="tx1">
                <a:alpha val="60000"/>
              </a:schemeClr>
            </a:solidFill>
          </a:endParaRPr>
        </a:p>
      </dgm:t>
    </dgm:pt>
    <dgm:pt modelId="{790C446F-6917-41E7-BE01-7AFE2676D505}" type="parTrans" cxnId="{B07163E8-ADEC-492A-8F07-7E5786AB23AE}">
      <dgm:prSet/>
      <dgm:spPr/>
      <dgm:t>
        <a:bodyPr rtlCol="0"/>
        <a:lstStyle>
          <a:defPPr>
            <a:defRPr lang="zh-TW"/>
          </a:defPPr>
        </a:lstStyle>
        <a:p>
          <a:pPr rtl="0"/>
          <a:endParaRPr lang="zh-TW"/>
        </a:p>
      </dgm:t>
    </dgm:pt>
    <dgm:pt modelId="{2804F27C-9BA9-4D07-AB02-74BE7DFA2C0E}" type="sibTrans" cxnId="{B07163E8-ADEC-492A-8F07-7E5786AB23AE}">
      <dgm:prSet/>
      <dgm:spPr/>
      <dgm:t>
        <a:bodyPr rtlCol="0"/>
        <a:lstStyle>
          <a:defPPr>
            <a:defRPr lang="zh-TW"/>
          </a:defPPr>
        </a:lstStyle>
        <a:p>
          <a:pPr rtl="0"/>
          <a:endParaRPr lang="zh-TW"/>
        </a:p>
      </dgm:t>
    </dgm:pt>
    <dgm:pt modelId="{C2F8C7F7-44C4-414A-BCCD-56E91DD0A777}">
      <dgm:prSet/>
      <dgm:spPr/>
      <dgm:t>
        <a:bodyPr rtlCol="0"/>
        <a:lstStyle>
          <a:defPPr>
            <a:defRPr lang="zh-TW"/>
          </a:defPPr>
        </a:lstStyle>
        <a:p>
          <a:pPr rtl="0"/>
          <a:r>
            <a:rPr lang="zh-TW">
              <a:solidFill>
                <a:schemeClr val="accent1">
                  <a:lumMod val="50000"/>
                </a:schemeClr>
              </a:solidFill>
            </a:rPr>
            <a:t>第 5 課。</a:t>
          </a:r>
          <a:r>
            <a:rPr lang="zh-TW">
              <a:solidFill>
                <a:schemeClr val="tx1">
                  <a:alpha val="60000"/>
                </a:schemeClr>
              </a:solidFill>
            </a:rPr>
            <a:t>Lorem ipsum dolor sit amet</a:t>
          </a:r>
        </a:p>
      </dgm:t>
    </dgm:pt>
    <dgm:pt modelId="{E6C6DF88-9436-40D7-BA84-18FE896A6151}" type="parTrans" cxnId="{14D43B81-F92D-4CD8-9D1E-78CBF092C750}">
      <dgm:prSet/>
      <dgm:spPr/>
      <dgm:t>
        <a:bodyPr rtlCol="0"/>
        <a:lstStyle>
          <a:defPPr>
            <a:defRPr lang="zh-TW"/>
          </a:defPPr>
        </a:lstStyle>
        <a:p>
          <a:pPr rtl="0"/>
          <a:endParaRPr lang="zh-TW"/>
        </a:p>
      </dgm:t>
    </dgm:pt>
    <dgm:pt modelId="{4E39967D-43EF-4F15-814A-2F491D900D43}" type="sibTrans" cxnId="{14D43B81-F92D-4CD8-9D1E-78CBF092C750}">
      <dgm:prSet/>
      <dgm:spPr/>
      <dgm:t>
        <a:bodyPr rtlCol="0"/>
        <a:lstStyle>
          <a:defPPr>
            <a:defRPr lang="zh-TW"/>
          </a:defPPr>
        </a:lstStyle>
        <a:p>
          <a:pPr rtl="0"/>
          <a:endParaRPr lang="zh-TW"/>
        </a:p>
      </dgm:t>
    </dgm:pt>
    <dgm:pt modelId="{539F0B2D-763D-4639-B4AA-CC4EE0B8029F}" type="pres">
      <dgm:prSet presAssocID="{D0F07F19-1F50-4B42-A7A0-278DF9D25BB1}" presName="root" presStyleCnt="0">
        <dgm:presLayoutVars>
          <dgm:dir/>
          <dgm:resizeHandles val="exact"/>
        </dgm:presLayoutVars>
      </dgm:prSet>
      <dgm:spPr/>
    </dgm:pt>
    <dgm:pt modelId="{7C57C5FD-BC94-4852-B3EC-3A72C51988CA}" type="pres">
      <dgm:prSet presAssocID="{2EE95FC5-CD6B-4A50-9262-DC414E16C3EA}" presName="compNode" presStyleCnt="0"/>
      <dgm:spPr/>
    </dgm:pt>
    <dgm:pt modelId="{8D5BCCB0-FE2C-4B39-92FA-86E015360BFE}" type="pres">
      <dgm:prSet presAssocID="{2EE95FC5-CD6B-4A50-9262-DC414E16C3EA}" presName="bgRect" presStyleLbl="bgShp" presStyleIdx="0" presStyleCnt="5"/>
      <dgm:spPr>
        <a:prstGeom prst="rect">
          <a:avLst/>
        </a:prstGeom>
        <a:solidFill>
          <a:schemeClr val="accent1">
            <a:lumMod val="40000"/>
            <a:lumOff val="60000"/>
            <a:alpha val="50000"/>
          </a:schemeClr>
        </a:solidFill>
      </dgm:spPr>
    </dgm:pt>
    <dgm:pt modelId="{B970FC54-593D-4FE9-AFCD-C77EE53A4F01}" type="pres">
      <dgm:prSet presAssocID="{2EE95FC5-CD6B-4A50-9262-DC414E16C3EA}" presName="iconRect" presStyleLbl="node1" presStyleIdx="0" presStyleCnt="5"/>
      <dgm:spPr>
        <a:blipFill dpi="0" rotWithShape="1">
          <a:blip xmlns:r="http://schemas.openxmlformats.org/officeDocument/2006/relationships" r:embed="rId1">
            <a:alphaModFix amt="50000"/>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Pencil"/>
        </a:ext>
      </dgm:extLst>
    </dgm:pt>
    <dgm:pt modelId="{8B0477A4-6C5F-46E6-8910-A51FA1F661B5}" type="pres">
      <dgm:prSet presAssocID="{2EE95FC5-CD6B-4A50-9262-DC414E16C3EA}" presName="spaceRect" presStyleCnt="0"/>
      <dgm:spPr/>
    </dgm:pt>
    <dgm:pt modelId="{1002F504-21FD-4710-AB54-6DD4AE8B1DEB}" type="pres">
      <dgm:prSet presAssocID="{2EE95FC5-CD6B-4A50-9262-DC414E16C3EA}" presName="parTx" presStyleLbl="revTx" presStyleIdx="0" presStyleCnt="5" custLinFactNeighborX="-2848">
        <dgm:presLayoutVars>
          <dgm:chMax val="0"/>
          <dgm:chPref val="0"/>
        </dgm:presLayoutVars>
      </dgm:prSet>
      <dgm:spPr/>
    </dgm:pt>
    <dgm:pt modelId="{C5D2D154-D04C-4060-B371-4FA5C99B7538}" type="pres">
      <dgm:prSet presAssocID="{C99EBBB1-E916-471C-83C9-ABE85B42AC26}" presName="sibTrans" presStyleCnt="0"/>
      <dgm:spPr/>
    </dgm:pt>
    <dgm:pt modelId="{0E0B23C8-D5E1-4B41-BDA7-2CE57755BE6A}" type="pres">
      <dgm:prSet presAssocID="{F05611F0-8256-4954-B6CB-ED6B4F2DD397}" presName="compNode" presStyleCnt="0"/>
      <dgm:spPr/>
    </dgm:pt>
    <dgm:pt modelId="{CD05AFB1-E184-456B-B0D2-9C36C4272D02}" type="pres">
      <dgm:prSet presAssocID="{F05611F0-8256-4954-B6CB-ED6B4F2DD397}" presName="bgRect" presStyleLbl="bgShp" presStyleIdx="1" presStyleCnt="5"/>
      <dgm:spPr>
        <a:prstGeom prst="rect">
          <a:avLst/>
        </a:prstGeom>
        <a:solidFill>
          <a:schemeClr val="accent1">
            <a:lumMod val="40000"/>
            <a:lumOff val="60000"/>
            <a:alpha val="50000"/>
          </a:schemeClr>
        </a:solidFill>
      </dgm:spPr>
    </dgm:pt>
    <dgm:pt modelId="{74FDC127-8DFD-4460-AE93-0411105DEB60}" type="pres">
      <dgm:prSet presAssocID="{F05611F0-8256-4954-B6CB-ED6B4F2DD397}" presName="iconRect" presStyleLbl="node1" presStyleIdx="1" presStyleCnt="5"/>
      <dgm:spPr>
        <a:blipFill dpi="0" rotWithShape="1">
          <a:blip xmlns:r="http://schemas.openxmlformats.org/officeDocument/2006/relationships" r:embed="rId3">
            <a:alphaModFix amt="50000"/>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Beaker"/>
        </a:ext>
      </dgm:extLst>
    </dgm:pt>
    <dgm:pt modelId="{58414D7F-A9B2-47FB-8B18-5EF591AE26CC}" type="pres">
      <dgm:prSet presAssocID="{F05611F0-8256-4954-B6CB-ED6B4F2DD397}" presName="spaceRect" presStyleCnt="0"/>
      <dgm:spPr/>
    </dgm:pt>
    <dgm:pt modelId="{1A91019B-6FF6-4E88-A622-AA77E19BE965}" type="pres">
      <dgm:prSet presAssocID="{F05611F0-8256-4954-B6CB-ED6B4F2DD397}" presName="parTx" presStyleLbl="revTx" presStyleIdx="1" presStyleCnt="5" custLinFactNeighborX="-2848">
        <dgm:presLayoutVars>
          <dgm:chMax val="0"/>
          <dgm:chPref val="0"/>
        </dgm:presLayoutVars>
      </dgm:prSet>
      <dgm:spPr/>
    </dgm:pt>
    <dgm:pt modelId="{7016EE3B-7F4A-42C5-A09F-919C1401C4BC}" type="pres">
      <dgm:prSet presAssocID="{6BD5265A-8333-420D-BDB2-65F10B3EBD76}" presName="sibTrans" presStyleCnt="0"/>
      <dgm:spPr/>
    </dgm:pt>
    <dgm:pt modelId="{815AA52A-6D18-4177-AE6D-E0559FAFDE78}" type="pres">
      <dgm:prSet presAssocID="{22625139-F93A-4F3F-A7AA-4923A01AEDF3}" presName="compNode" presStyleCnt="0"/>
      <dgm:spPr/>
    </dgm:pt>
    <dgm:pt modelId="{A8176E5D-B119-4234-91AB-EFE9C2CF80B7}" type="pres">
      <dgm:prSet presAssocID="{22625139-F93A-4F3F-A7AA-4923A01AEDF3}" presName="bgRect" presStyleLbl="bgShp" presStyleIdx="2" presStyleCnt="5"/>
      <dgm:spPr>
        <a:prstGeom prst="rect">
          <a:avLst/>
        </a:prstGeom>
        <a:solidFill>
          <a:schemeClr val="accent1">
            <a:lumMod val="40000"/>
            <a:lumOff val="60000"/>
            <a:alpha val="50000"/>
          </a:schemeClr>
        </a:solidFill>
      </dgm:spPr>
    </dgm:pt>
    <dgm:pt modelId="{DB85AE0A-C466-4604-9C2E-87F8EA52DD0F}" type="pres">
      <dgm:prSet presAssocID="{22625139-F93A-4F3F-A7AA-4923A01AEDF3}" presName="iconRect" presStyleLbl="node1" presStyleIdx="2" presStyleCnt="5"/>
      <dgm:spPr>
        <a:blipFill dpi="0" rotWithShape="1">
          <a:blip xmlns:r="http://schemas.openxmlformats.org/officeDocument/2006/relationships" r:embed="rId5">
            <a:alphaModFix amt="50000"/>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Open Book"/>
        </a:ext>
      </dgm:extLst>
    </dgm:pt>
    <dgm:pt modelId="{A8722341-C6F1-4D89-89A6-4EF02F8B76E1}" type="pres">
      <dgm:prSet presAssocID="{22625139-F93A-4F3F-A7AA-4923A01AEDF3}" presName="spaceRect" presStyleCnt="0"/>
      <dgm:spPr/>
    </dgm:pt>
    <dgm:pt modelId="{5A5E0268-7557-41F6-A6CC-892DF11AAC18}" type="pres">
      <dgm:prSet presAssocID="{22625139-F93A-4F3F-A7AA-4923A01AEDF3}" presName="parTx" presStyleLbl="revTx" presStyleIdx="2" presStyleCnt="5" custLinFactNeighborX="-2848">
        <dgm:presLayoutVars>
          <dgm:chMax val="0"/>
          <dgm:chPref val="0"/>
        </dgm:presLayoutVars>
      </dgm:prSet>
      <dgm:spPr/>
    </dgm:pt>
    <dgm:pt modelId="{5ACA2613-1755-4541-BF52-A7AD043980F4}" type="pres">
      <dgm:prSet presAssocID="{A8E2FA08-4DD4-4654-A85D-9A99162D6201}" presName="sibTrans" presStyleCnt="0"/>
      <dgm:spPr/>
    </dgm:pt>
    <dgm:pt modelId="{D58F1FE7-CDEB-42F6-BC01-82FB71EDF9C0}" type="pres">
      <dgm:prSet presAssocID="{140952D0-0E1D-4F48-9F16-53581487CFA0}" presName="compNode" presStyleCnt="0"/>
      <dgm:spPr/>
    </dgm:pt>
    <dgm:pt modelId="{A102E018-9C2C-4317-8572-9362E8FC1AF8}" type="pres">
      <dgm:prSet presAssocID="{140952D0-0E1D-4F48-9F16-53581487CFA0}" presName="bgRect" presStyleLbl="bgShp" presStyleIdx="3" presStyleCnt="5"/>
      <dgm:spPr>
        <a:prstGeom prst="rect">
          <a:avLst/>
        </a:prstGeom>
        <a:solidFill>
          <a:schemeClr val="accent1">
            <a:lumMod val="40000"/>
            <a:lumOff val="60000"/>
            <a:alpha val="50000"/>
          </a:schemeClr>
        </a:solidFill>
      </dgm:spPr>
    </dgm:pt>
    <dgm:pt modelId="{3353CF1D-5822-47BA-A6C2-AC7DC94D5A9C}" type="pres">
      <dgm:prSet presAssocID="{140952D0-0E1D-4F48-9F16-53581487CFA0}" presName="iconRect" presStyleLbl="node1" presStyleIdx="3" presStyleCnt="5"/>
      <dgm:spPr>
        <a:blipFill dpi="0" rotWithShape="1">
          <a:blip xmlns:r="http://schemas.openxmlformats.org/officeDocument/2006/relationships" r:embed="rId7">
            <a:alphaModFix amt="50000"/>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a:blipFill>
        <a:ln>
          <a:noFill/>
        </a:ln>
      </dgm:spPr>
      <dgm:extLst>
        <a:ext uri="{E40237B7-FDA0-4F09-8148-C483321AD2D9}">
          <dgm14:cNvPr xmlns:dgm14="http://schemas.microsoft.com/office/drawing/2010/diagram" id="0" name="" descr="Microscope"/>
        </a:ext>
      </dgm:extLst>
    </dgm:pt>
    <dgm:pt modelId="{0326715C-7787-454B-B5D4-2E4B73514584}" type="pres">
      <dgm:prSet presAssocID="{140952D0-0E1D-4F48-9F16-53581487CFA0}" presName="spaceRect" presStyleCnt="0"/>
      <dgm:spPr/>
    </dgm:pt>
    <dgm:pt modelId="{B05634FC-081B-4BC5-BE4E-70E96448CBC7}" type="pres">
      <dgm:prSet presAssocID="{140952D0-0E1D-4F48-9F16-53581487CFA0}" presName="parTx" presStyleLbl="revTx" presStyleIdx="3" presStyleCnt="5" custLinFactNeighborX="-2848">
        <dgm:presLayoutVars>
          <dgm:chMax val="0"/>
          <dgm:chPref val="0"/>
        </dgm:presLayoutVars>
      </dgm:prSet>
      <dgm:spPr/>
    </dgm:pt>
    <dgm:pt modelId="{941E5EAA-3190-4C8A-9550-C01AB013F3B6}" type="pres">
      <dgm:prSet presAssocID="{2804F27C-9BA9-4D07-AB02-74BE7DFA2C0E}" presName="sibTrans" presStyleCnt="0"/>
      <dgm:spPr/>
    </dgm:pt>
    <dgm:pt modelId="{E4485791-256C-479D-93C2-2AB8EE372B1D}" type="pres">
      <dgm:prSet presAssocID="{C2F8C7F7-44C4-414A-BCCD-56E91DD0A777}" presName="compNode" presStyleCnt="0"/>
      <dgm:spPr/>
    </dgm:pt>
    <dgm:pt modelId="{E3FB0205-9E6F-404E-BB9F-D3662F49AF1C}" type="pres">
      <dgm:prSet presAssocID="{C2F8C7F7-44C4-414A-BCCD-56E91DD0A777}" presName="bgRect" presStyleLbl="bgShp" presStyleIdx="4" presStyleCnt="5"/>
      <dgm:spPr>
        <a:prstGeom prst="rect">
          <a:avLst/>
        </a:prstGeom>
        <a:solidFill>
          <a:schemeClr val="accent1">
            <a:lumMod val="40000"/>
            <a:lumOff val="60000"/>
            <a:alpha val="50000"/>
          </a:schemeClr>
        </a:solidFill>
      </dgm:spPr>
    </dgm:pt>
    <dgm:pt modelId="{7169F0BE-38ED-4AA0-BD0F-6AEA778C8DB9}" type="pres">
      <dgm:prSet presAssocID="{C2F8C7F7-44C4-414A-BCCD-56E91DD0A777}" presName="iconRect" presStyleLbl="node1" presStyleIdx="4" presStyleCnt="5"/>
      <dgm:spPr>
        <a:blipFill dpi="0" rotWithShape="1">
          <a:blip xmlns:r="http://schemas.openxmlformats.org/officeDocument/2006/relationships" r:embed="rId9">
            <a:alphaModFix amt="50000"/>
            <a:extLst>
              <a:ext uri="{96DAC541-7B7A-43D3-8B79-37D633B846F1}">
                <asvg:svgBlip xmlns:asvg="http://schemas.microsoft.com/office/drawing/2016/SVG/main" r:embed="rId10"/>
              </a:ext>
            </a:extLst>
          </a:blip>
          <a:srcRect/>
          <a:stretch>
            <a:fillRect/>
          </a:stretch>
        </a:blipFill>
        <a:ln>
          <a:noFill/>
        </a:ln>
      </dgm:spPr>
      <dgm:extLst>
        <a:ext uri="{E40237B7-FDA0-4F09-8148-C483321AD2D9}">
          <dgm14:cNvPr xmlns:dgm14="http://schemas.microsoft.com/office/drawing/2010/diagram" id="0" name="" descr="Flask"/>
        </a:ext>
      </dgm:extLst>
    </dgm:pt>
    <dgm:pt modelId="{58BC7B20-3838-469F-BE20-773F9621E096}" type="pres">
      <dgm:prSet presAssocID="{C2F8C7F7-44C4-414A-BCCD-56E91DD0A777}" presName="spaceRect" presStyleCnt="0"/>
      <dgm:spPr/>
    </dgm:pt>
    <dgm:pt modelId="{EB0F5FA3-DAEB-4780-B272-E569966A52CF}" type="pres">
      <dgm:prSet presAssocID="{C2F8C7F7-44C4-414A-BCCD-56E91DD0A777}" presName="parTx" presStyleLbl="revTx" presStyleIdx="4" presStyleCnt="5" custLinFactNeighborX="-3204">
        <dgm:presLayoutVars>
          <dgm:chMax val="0"/>
          <dgm:chPref val="0"/>
        </dgm:presLayoutVars>
      </dgm:prSet>
      <dgm:spPr/>
    </dgm:pt>
  </dgm:ptLst>
  <dgm:cxnLst>
    <dgm:cxn modelId="{FAEA9C64-F0D3-4558-9A35-23F0581DC7BF}" type="presOf" srcId="{140952D0-0E1D-4F48-9F16-53581487CFA0}" destId="{B05634FC-081B-4BC5-BE4E-70E96448CBC7}" srcOrd="0" destOrd="0" presId="urn:microsoft.com/office/officeart/2018/2/layout/IconVerticalSolidList"/>
    <dgm:cxn modelId="{E901F845-631E-42AD-82B2-653DA40B389B}" type="presOf" srcId="{C2F8C7F7-44C4-414A-BCCD-56E91DD0A777}" destId="{EB0F5FA3-DAEB-4780-B272-E569966A52CF}" srcOrd="0" destOrd="0" presId="urn:microsoft.com/office/officeart/2018/2/layout/IconVerticalSolidList"/>
    <dgm:cxn modelId="{D28FE450-D56C-43DC-901C-B2275D62B369}" type="presOf" srcId="{2EE95FC5-CD6B-4A50-9262-DC414E16C3EA}" destId="{1002F504-21FD-4710-AB54-6DD4AE8B1DEB}" srcOrd="0" destOrd="0" presId="urn:microsoft.com/office/officeart/2018/2/layout/IconVerticalSolidList"/>
    <dgm:cxn modelId="{09B52955-21F8-4660-80B5-8AC2F661638E}" type="presOf" srcId="{22625139-F93A-4F3F-A7AA-4923A01AEDF3}" destId="{5A5E0268-7557-41F6-A6CC-892DF11AAC18}" srcOrd="0" destOrd="0" presId="urn:microsoft.com/office/officeart/2018/2/layout/IconVerticalSolidList"/>
    <dgm:cxn modelId="{14D43B81-F92D-4CD8-9D1E-78CBF092C750}" srcId="{D0F07F19-1F50-4B42-A7A0-278DF9D25BB1}" destId="{C2F8C7F7-44C4-414A-BCCD-56E91DD0A777}" srcOrd="4" destOrd="0" parTransId="{E6C6DF88-9436-40D7-BA84-18FE896A6151}" sibTransId="{4E39967D-43EF-4F15-814A-2F491D900D43}"/>
    <dgm:cxn modelId="{FA896689-06F0-4649-9FF7-0D3A04B5B25E}" type="presOf" srcId="{D0F07F19-1F50-4B42-A7A0-278DF9D25BB1}" destId="{539F0B2D-763D-4639-B4AA-CC4EE0B8029F}" srcOrd="0" destOrd="0" presId="urn:microsoft.com/office/officeart/2018/2/layout/IconVerticalSolidList"/>
    <dgm:cxn modelId="{B3F19EC2-A372-4EC3-BFE0-C62FFDFE3DF6}" srcId="{D0F07F19-1F50-4B42-A7A0-278DF9D25BB1}" destId="{2EE95FC5-CD6B-4A50-9262-DC414E16C3EA}" srcOrd="0" destOrd="0" parTransId="{75374347-884B-4721-8CFF-DF080F5B1C79}" sibTransId="{C99EBBB1-E916-471C-83C9-ABE85B42AC26}"/>
    <dgm:cxn modelId="{914FACD2-336A-4471-9E99-312B3F8EAB04}" srcId="{D0F07F19-1F50-4B42-A7A0-278DF9D25BB1}" destId="{F05611F0-8256-4954-B6CB-ED6B4F2DD397}" srcOrd="1" destOrd="0" parTransId="{CD7328D6-9FAE-4506-9BDB-E06A571EC1D4}" sibTransId="{6BD5265A-8333-420D-BDB2-65F10B3EBD76}"/>
    <dgm:cxn modelId="{B07163E8-ADEC-492A-8F07-7E5786AB23AE}" srcId="{D0F07F19-1F50-4B42-A7A0-278DF9D25BB1}" destId="{140952D0-0E1D-4F48-9F16-53581487CFA0}" srcOrd="3" destOrd="0" parTransId="{790C446F-6917-41E7-BE01-7AFE2676D505}" sibTransId="{2804F27C-9BA9-4D07-AB02-74BE7DFA2C0E}"/>
    <dgm:cxn modelId="{FC7721F0-429B-4CE7-BE98-C2F3C41FE9C7}" srcId="{D0F07F19-1F50-4B42-A7A0-278DF9D25BB1}" destId="{22625139-F93A-4F3F-A7AA-4923A01AEDF3}" srcOrd="2" destOrd="0" parTransId="{F549A0EB-6BE9-4749-8336-B02A279AE302}" sibTransId="{A8E2FA08-4DD4-4654-A85D-9A99162D6201}"/>
    <dgm:cxn modelId="{3CC82EFE-ECBC-4EF1-9AD1-94F2F4D0F7F0}" type="presOf" srcId="{F05611F0-8256-4954-B6CB-ED6B4F2DD397}" destId="{1A91019B-6FF6-4E88-A622-AA77E19BE965}" srcOrd="0" destOrd="0" presId="urn:microsoft.com/office/officeart/2018/2/layout/IconVerticalSolidList"/>
    <dgm:cxn modelId="{3141AECC-0824-4D33-B56E-0AA0BF76ADC4}" type="presParOf" srcId="{539F0B2D-763D-4639-B4AA-CC4EE0B8029F}" destId="{7C57C5FD-BC94-4852-B3EC-3A72C51988CA}" srcOrd="0" destOrd="0" presId="urn:microsoft.com/office/officeart/2018/2/layout/IconVerticalSolidList"/>
    <dgm:cxn modelId="{91B124C7-32BD-48C5-A045-6B89C6FA61EE}" type="presParOf" srcId="{7C57C5FD-BC94-4852-B3EC-3A72C51988CA}" destId="{8D5BCCB0-FE2C-4B39-92FA-86E015360BFE}" srcOrd="0" destOrd="0" presId="urn:microsoft.com/office/officeart/2018/2/layout/IconVerticalSolidList"/>
    <dgm:cxn modelId="{5C408221-FD1D-4546-A6E6-8330B2208253}" type="presParOf" srcId="{7C57C5FD-BC94-4852-B3EC-3A72C51988CA}" destId="{B970FC54-593D-4FE9-AFCD-C77EE53A4F01}" srcOrd="1" destOrd="0" presId="urn:microsoft.com/office/officeart/2018/2/layout/IconVerticalSolidList"/>
    <dgm:cxn modelId="{935E623E-CFDC-4AF8-B6EA-214446B4F401}" type="presParOf" srcId="{7C57C5FD-BC94-4852-B3EC-3A72C51988CA}" destId="{8B0477A4-6C5F-46E6-8910-A51FA1F661B5}" srcOrd="2" destOrd="0" presId="urn:microsoft.com/office/officeart/2018/2/layout/IconVerticalSolidList"/>
    <dgm:cxn modelId="{1E88C30E-19D9-4E39-B8C1-CD0573176A9E}" type="presParOf" srcId="{7C57C5FD-BC94-4852-B3EC-3A72C51988CA}" destId="{1002F504-21FD-4710-AB54-6DD4AE8B1DEB}" srcOrd="3" destOrd="0" presId="urn:microsoft.com/office/officeart/2018/2/layout/IconVerticalSolidList"/>
    <dgm:cxn modelId="{D98E3B47-5678-4183-ABFE-C52A79C56F19}" type="presParOf" srcId="{539F0B2D-763D-4639-B4AA-CC4EE0B8029F}" destId="{C5D2D154-D04C-4060-B371-4FA5C99B7538}" srcOrd="1" destOrd="0" presId="urn:microsoft.com/office/officeart/2018/2/layout/IconVerticalSolidList"/>
    <dgm:cxn modelId="{1C8B9CA9-55DE-4C4A-B6C3-9BF7170578A8}" type="presParOf" srcId="{539F0B2D-763D-4639-B4AA-CC4EE0B8029F}" destId="{0E0B23C8-D5E1-4B41-BDA7-2CE57755BE6A}" srcOrd="2" destOrd="0" presId="urn:microsoft.com/office/officeart/2018/2/layout/IconVerticalSolidList"/>
    <dgm:cxn modelId="{59E394A4-2CB8-4285-8A2E-C7AD9707C88A}" type="presParOf" srcId="{0E0B23C8-D5E1-4B41-BDA7-2CE57755BE6A}" destId="{CD05AFB1-E184-456B-B0D2-9C36C4272D02}" srcOrd="0" destOrd="0" presId="urn:microsoft.com/office/officeart/2018/2/layout/IconVerticalSolidList"/>
    <dgm:cxn modelId="{017797BA-DA8F-42A6-9B4B-2E3B232A9487}" type="presParOf" srcId="{0E0B23C8-D5E1-4B41-BDA7-2CE57755BE6A}" destId="{74FDC127-8DFD-4460-AE93-0411105DEB60}" srcOrd="1" destOrd="0" presId="urn:microsoft.com/office/officeart/2018/2/layout/IconVerticalSolidList"/>
    <dgm:cxn modelId="{75F07183-B2DD-4414-A5B8-8308084B8E3F}" type="presParOf" srcId="{0E0B23C8-D5E1-4B41-BDA7-2CE57755BE6A}" destId="{58414D7F-A9B2-47FB-8B18-5EF591AE26CC}" srcOrd="2" destOrd="0" presId="urn:microsoft.com/office/officeart/2018/2/layout/IconVerticalSolidList"/>
    <dgm:cxn modelId="{04F8BED2-D78F-4CD5-BBBC-7FC8C9F8F207}" type="presParOf" srcId="{0E0B23C8-D5E1-4B41-BDA7-2CE57755BE6A}" destId="{1A91019B-6FF6-4E88-A622-AA77E19BE965}" srcOrd="3" destOrd="0" presId="urn:microsoft.com/office/officeart/2018/2/layout/IconVerticalSolidList"/>
    <dgm:cxn modelId="{BCFD135B-FCED-466E-9159-B02BFE9D4001}" type="presParOf" srcId="{539F0B2D-763D-4639-B4AA-CC4EE0B8029F}" destId="{7016EE3B-7F4A-42C5-A09F-919C1401C4BC}" srcOrd="3" destOrd="0" presId="urn:microsoft.com/office/officeart/2018/2/layout/IconVerticalSolidList"/>
    <dgm:cxn modelId="{58EF4718-ACD6-43F8-805B-D62F90D9A920}" type="presParOf" srcId="{539F0B2D-763D-4639-B4AA-CC4EE0B8029F}" destId="{815AA52A-6D18-4177-AE6D-E0559FAFDE78}" srcOrd="4" destOrd="0" presId="urn:microsoft.com/office/officeart/2018/2/layout/IconVerticalSolidList"/>
    <dgm:cxn modelId="{D1615F48-ADED-4C2B-BB8A-59749B8AE730}" type="presParOf" srcId="{815AA52A-6D18-4177-AE6D-E0559FAFDE78}" destId="{A8176E5D-B119-4234-91AB-EFE9C2CF80B7}" srcOrd="0" destOrd="0" presId="urn:microsoft.com/office/officeart/2018/2/layout/IconVerticalSolidList"/>
    <dgm:cxn modelId="{79312827-D440-4AF8-9B00-B884A9E4A3BB}" type="presParOf" srcId="{815AA52A-6D18-4177-AE6D-E0559FAFDE78}" destId="{DB85AE0A-C466-4604-9C2E-87F8EA52DD0F}" srcOrd="1" destOrd="0" presId="urn:microsoft.com/office/officeart/2018/2/layout/IconVerticalSolidList"/>
    <dgm:cxn modelId="{E7924D5D-988A-4115-9A93-08F335B8947A}" type="presParOf" srcId="{815AA52A-6D18-4177-AE6D-E0559FAFDE78}" destId="{A8722341-C6F1-4D89-89A6-4EF02F8B76E1}" srcOrd="2" destOrd="0" presId="urn:microsoft.com/office/officeart/2018/2/layout/IconVerticalSolidList"/>
    <dgm:cxn modelId="{C6AD5C36-9185-4F14-9584-D2A1D2C97E1C}" type="presParOf" srcId="{815AA52A-6D18-4177-AE6D-E0559FAFDE78}" destId="{5A5E0268-7557-41F6-A6CC-892DF11AAC18}" srcOrd="3" destOrd="0" presId="urn:microsoft.com/office/officeart/2018/2/layout/IconVerticalSolidList"/>
    <dgm:cxn modelId="{7CC5D15E-F8FA-444A-AC16-03C2AF2F8435}" type="presParOf" srcId="{539F0B2D-763D-4639-B4AA-CC4EE0B8029F}" destId="{5ACA2613-1755-4541-BF52-A7AD043980F4}" srcOrd="5" destOrd="0" presId="urn:microsoft.com/office/officeart/2018/2/layout/IconVerticalSolidList"/>
    <dgm:cxn modelId="{459894C0-6852-4DFB-AB0C-15C59FA57691}" type="presParOf" srcId="{539F0B2D-763D-4639-B4AA-CC4EE0B8029F}" destId="{D58F1FE7-CDEB-42F6-BC01-82FB71EDF9C0}" srcOrd="6" destOrd="0" presId="urn:microsoft.com/office/officeart/2018/2/layout/IconVerticalSolidList"/>
    <dgm:cxn modelId="{14EE37A9-59E2-472A-B59D-2230A528B9EE}" type="presParOf" srcId="{D58F1FE7-CDEB-42F6-BC01-82FB71EDF9C0}" destId="{A102E018-9C2C-4317-8572-9362E8FC1AF8}" srcOrd="0" destOrd="0" presId="urn:microsoft.com/office/officeart/2018/2/layout/IconVerticalSolidList"/>
    <dgm:cxn modelId="{DA750973-958E-459C-8387-641E8911B272}" type="presParOf" srcId="{D58F1FE7-CDEB-42F6-BC01-82FB71EDF9C0}" destId="{3353CF1D-5822-47BA-A6C2-AC7DC94D5A9C}" srcOrd="1" destOrd="0" presId="urn:microsoft.com/office/officeart/2018/2/layout/IconVerticalSolidList"/>
    <dgm:cxn modelId="{62D5D3B0-A3FA-4D1D-8E7C-76B0202DCF7E}" type="presParOf" srcId="{D58F1FE7-CDEB-42F6-BC01-82FB71EDF9C0}" destId="{0326715C-7787-454B-B5D4-2E4B73514584}" srcOrd="2" destOrd="0" presId="urn:microsoft.com/office/officeart/2018/2/layout/IconVerticalSolidList"/>
    <dgm:cxn modelId="{BB5FA47B-6E17-41EB-8EF7-D7734FFE7C72}" type="presParOf" srcId="{D58F1FE7-CDEB-42F6-BC01-82FB71EDF9C0}" destId="{B05634FC-081B-4BC5-BE4E-70E96448CBC7}" srcOrd="3" destOrd="0" presId="urn:microsoft.com/office/officeart/2018/2/layout/IconVerticalSolidList"/>
    <dgm:cxn modelId="{45BA8686-C800-4DF7-8561-A1CCEF354961}" type="presParOf" srcId="{539F0B2D-763D-4639-B4AA-CC4EE0B8029F}" destId="{941E5EAA-3190-4C8A-9550-C01AB013F3B6}" srcOrd="7" destOrd="0" presId="urn:microsoft.com/office/officeart/2018/2/layout/IconVerticalSolidList"/>
    <dgm:cxn modelId="{68B47999-4EDD-48C8-9446-785154B26990}" type="presParOf" srcId="{539F0B2D-763D-4639-B4AA-CC4EE0B8029F}" destId="{E4485791-256C-479D-93C2-2AB8EE372B1D}" srcOrd="8" destOrd="0" presId="urn:microsoft.com/office/officeart/2018/2/layout/IconVerticalSolidList"/>
    <dgm:cxn modelId="{68222549-0ADC-4DDE-8A37-85CDBE618F3B}" type="presParOf" srcId="{E4485791-256C-479D-93C2-2AB8EE372B1D}" destId="{E3FB0205-9E6F-404E-BB9F-D3662F49AF1C}" srcOrd="0" destOrd="0" presId="urn:microsoft.com/office/officeart/2018/2/layout/IconVerticalSolidList"/>
    <dgm:cxn modelId="{B22CD18D-75A5-4D43-BC73-FCFE070FDE52}" type="presParOf" srcId="{E4485791-256C-479D-93C2-2AB8EE372B1D}" destId="{7169F0BE-38ED-4AA0-BD0F-6AEA778C8DB9}" srcOrd="1" destOrd="0" presId="urn:microsoft.com/office/officeart/2018/2/layout/IconVerticalSolidList"/>
    <dgm:cxn modelId="{E9EF9AA2-ACFB-454C-A417-FD4BEC0253A5}" type="presParOf" srcId="{E4485791-256C-479D-93C2-2AB8EE372B1D}" destId="{58BC7B20-3838-469F-BE20-773F9621E096}" srcOrd="2" destOrd="0" presId="urn:microsoft.com/office/officeart/2018/2/layout/IconVerticalSolidList"/>
    <dgm:cxn modelId="{A0770496-1BBC-4289-8714-0247E119A24C}" type="presParOf" srcId="{E4485791-256C-479D-93C2-2AB8EE372B1D}" destId="{EB0F5FA3-DAEB-4780-B272-E569966A52CF}"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5BCCB0-FE2C-4B39-92FA-86E015360BFE}">
      <dsp:nvSpPr>
        <dsp:cNvPr id="0" name=""/>
        <dsp:cNvSpPr/>
      </dsp:nvSpPr>
      <dsp:spPr>
        <a:xfrm>
          <a:off x="0" y="2928"/>
          <a:ext cx="4954587" cy="623705"/>
        </a:xfrm>
        <a:prstGeom prst="rect">
          <a:avLst/>
        </a:prstGeom>
        <a:solidFill>
          <a:schemeClr val="accent1">
            <a:lumMod val="40000"/>
            <a:lumOff val="60000"/>
            <a:alpha val="50000"/>
          </a:schemeClr>
        </a:solidFill>
        <a:ln>
          <a:noFill/>
        </a:ln>
        <a:effectLst/>
      </dsp:spPr>
      <dsp:style>
        <a:lnRef idx="0">
          <a:scrgbClr r="0" g="0" b="0"/>
        </a:lnRef>
        <a:fillRef idx="1">
          <a:scrgbClr r="0" g="0" b="0"/>
        </a:fillRef>
        <a:effectRef idx="0">
          <a:scrgbClr r="0" g="0" b="0"/>
        </a:effectRef>
        <a:fontRef idx="minor"/>
      </dsp:style>
    </dsp:sp>
    <dsp:sp modelId="{B970FC54-593D-4FE9-AFCD-C77EE53A4F01}">
      <dsp:nvSpPr>
        <dsp:cNvPr id="0" name=""/>
        <dsp:cNvSpPr/>
      </dsp:nvSpPr>
      <dsp:spPr>
        <a:xfrm>
          <a:off x="188670" y="143261"/>
          <a:ext cx="343037" cy="343037"/>
        </a:xfrm>
        <a:prstGeom prst="rect">
          <a:avLst/>
        </a:prstGeom>
        <a:blipFill dpi="0" rotWithShape="1">
          <a:blip xmlns:r="http://schemas.openxmlformats.org/officeDocument/2006/relationships" r:embed="rId1">
            <a:alphaModFix amt="50000"/>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002F504-21FD-4710-AB54-6DD4AE8B1DEB}">
      <dsp:nvSpPr>
        <dsp:cNvPr id="0" name=""/>
        <dsp:cNvSpPr/>
      </dsp:nvSpPr>
      <dsp:spPr>
        <a:xfrm>
          <a:off x="599789" y="2928"/>
          <a:ext cx="4234207" cy="6237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009" tIns="66009" rIns="66009" bIns="66009" numCol="1" spcCol="1270" rtlCol="0" anchor="ctr" anchorCtr="0">
          <a:noAutofit/>
        </a:bodyPr>
        <a:lstStyle/>
        <a:p>
          <a:pPr marL="0" lvl="0" indent="0" algn="l" defTabSz="844550" rtl="0">
            <a:lnSpc>
              <a:spcPct val="90000"/>
            </a:lnSpc>
            <a:spcBef>
              <a:spcPct val="0"/>
            </a:spcBef>
            <a:spcAft>
              <a:spcPct val="35000"/>
            </a:spcAft>
            <a:buNone/>
          </a:pPr>
          <a:r>
            <a:rPr lang="zh-TW" sz="1900" kern="1200" dirty="0">
              <a:solidFill>
                <a:schemeClr val="accent1">
                  <a:lumMod val="50000"/>
                </a:schemeClr>
              </a:solidFill>
            </a:rPr>
            <a:t>第 1 課。</a:t>
          </a:r>
          <a:r>
            <a:rPr lang="zh-TW" sz="1900" kern="1200" dirty="0">
              <a:solidFill>
                <a:schemeClr val="tx1">
                  <a:alpha val="60000"/>
                </a:schemeClr>
              </a:solidFill>
            </a:rPr>
            <a:t>Lorem ipsum dolor sit amet</a:t>
          </a:r>
        </a:p>
      </dsp:txBody>
      <dsp:txXfrm>
        <a:off x="599789" y="2928"/>
        <a:ext cx="4234207" cy="623705"/>
      </dsp:txXfrm>
    </dsp:sp>
    <dsp:sp modelId="{CD05AFB1-E184-456B-B0D2-9C36C4272D02}">
      <dsp:nvSpPr>
        <dsp:cNvPr id="0" name=""/>
        <dsp:cNvSpPr/>
      </dsp:nvSpPr>
      <dsp:spPr>
        <a:xfrm>
          <a:off x="0" y="782559"/>
          <a:ext cx="4954587" cy="623705"/>
        </a:xfrm>
        <a:prstGeom prst="rect">
          <a:avLst/>
        </a:prstGeom>
        <a:solidFill>
          <a:schemeClr val="accent1">
            <a:lumMod val="40000"/>
            <a:lumOff val="60000"/>
            <a:alpha val="50000"/>
          </a:schemeClr>
        </a:solidFill>
        <a:ln>
          <a:noFill/>
        </a:ln>
        <a:effectLst/>
      </dsp:spPr>
      <dsp:style>
        <a:lnRef idx="0">
          <a:scrgbClr r="0" g="0" b="0"/>
        </a:lnRef>
        <a:fillRef idx="1">
          <a:scrgbClr r="0" g="0" b="0"/>
        </a:fillRef>
        <a:effectRef idx="0">
          <a:scrgbClr r="0" g="0" b="0"/>
        </a:effectRef>
        <a:fontRef idx="minor"/>
      </dsp:style>
    </dsp:sp>
    <dsp:sp modelId="{74FDC127-8DFD-4460-AE93-0411105DEB60}">
      <dsp:nvSpPr>
        <dsp:cNvPr id="0" name=""/>
        <dsp:cNvSpPr/>
      </dsp:nvSpPr>
      <dsp:spPr>
        <a:xfrm>
          <a:off x="188670" y="922893"/>
          <a:ext cx="343037" cy="343037"/>
        </a:xfrm>
        <a:prstGeom prst="rect">
          <a:avLst/>
        </a:prstGeom>
        <a:blipFill dpi="0" rotWithShape="1">
          <a:blip xmlns:r="http://schemas.openxmlformats.org/officeDocument/2006/relationships" r:embed="rId3">
            <a:alphaModFix amt="50000"/>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A91019B-6FF6-4E88-A622-AA77E19BE965}">
      <dsp:nvSpPr>
        <dsp:cNvPr id="0" name=""/>
        <dsp:cNvSpPr/>
      </dsp:nvSpPr>
      <dsp:spPr>
        <a:xfrm>
          <a:off x="599789" y="782559"/>
          <a:ext cx="4234207" cy="6237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009" tIns="66009" rIns="66009" bIns="66009" numCol="1" spcCol="1270" rtlCol="0" anchor="ctr" anchorCtr="0">
          <a:noAutofit/>
        </a:bodyPr>
        <a:lstStyle/>
        <a:p>
          <a:pPr marL="0" lvl="0" indent="0" algn="l" defTabSz="844550" rtl="0">
            <a:lnSpc>
              <a:spcPct val="90000"/>
            </a:lnSpc>
            <a:spcBef>
              <a:spcPct val="0"/>
            </a:spcBef>
            <a:spcAft>
              <a:spcPct val="35000"/>
            </a:spcAft>
            <a:buNone/>
          </a:pPr>
          <a:r>
            <a:rPr lang="zh-TW" sz="1900" kern="1200">
              <a:solidFill>
                <a:schemeClr val="accent1">
                  <a:lumMod val="50000"/>
                </a:schemeClr>
              </a:solidFill>
            </a:rPr>
            <a:t>第 2 課。</a:t>
          </a:r>
          <a:r>
            <a:rPr lang="zh-TW" sz="1900" b="0" i="0" kern="1200">
              <a:solidFill>
                <a:schemeClr val="tx1">
                  <a:alpha val="60000"/>
                </a:schemeClr>
              </a:solidFill>
            </a:rPr>
            <a:t>Sed ut perspiciatis unde</a:t>
          </a:r>
          <a:endParaRPr lang="zh-TW" sz="1900" kern="1200" dirty="0">
            <a:solidFill>
              <a:schemeClr val="tx1">
                <a:alpha val="60000"/>
              </a:schemeClr>
            </a:solidFill>
          </a:endParaRPr>
        </a:p>
      </dsp:txBody>
      <dsp:txXfrm>
        <a:off x="599789" y="782559"/>
        <a:ext cx="4234207" cy="623705"/>
      </dsp:txXfrm>
    </dsp:sp>
    <dsp:sp modelId="{A8176E5D-B119-4234-91AB-EFE9C2CF80B7}">
      <dsp:nvSpPr>
        <dsp:cNvPr id="0" name=""/>
        <dsp:cNvSpPr/>
      </dsp:nvSpPr>
      <dsp:spPr>
        <a:xfrm>
          <a:off x="0" y="1562191"/>
          <a:ext cx="4954587" cy="623705"/>
        </a:xfrm>
        <a:prstGeom prst="rect">
          <a:avLst/>
        </a:prstGeom>
        <a:solidFill>
          <a:schemeClr val="accent1">
            <a:lumMod val="40000"/>
            <a:lumOff val="60000"/>
            <a:alpha val="50000"/>
          </a:schemeClr>
        </a:solidFill>
        <a:ln>
          <a:noFill/>
        </a:ln>
        <a:effectLst/>
      </dsp:spPr>
      <dsp:style>
        <a:lnRef idx="0">
          <a:scrgbClr r="0" g="0" b="0"/>
        </a:lnRef>
        <a:fillRef idx="1">
          <a:scrgbClr r="0" g="0" b="0"/>
        </a:fillRef>
        <a:effectRef idx="0">
          <a:scrgbClr r="0" g="0" b="0"/>
        </a:effectRef>
        <a:fontRef idx="minor"/>
      </dsp:style>
    </dsp:sp>
    <dsp:sp modelId="{DB85AE0A-C466-4604-9C2E-87F8EA52DD0F}">
      <dsp:nvSpPr>
        <dsp:cNvPr id="0" name=""/>
        <dsp:cNvSpPr/>
      </dsp:nvSpPr>
      <dsp:spPr>
        <a:xfrm>
          <a:off x="188670" y="1702525"/>
          <a:ext cx="343037" cy="343037"/>
        </a:xfrm>
        <a:prstGeom prst="rect">
          <a:avLst/>
        </a:prstGeom>
        <a:blipFill dpi="0" rotWithShape="1">
          <a:blip xmlns:r="http://schemas.openxmlformats.org/officeDocument/2006/relationships" r:embed="rId5">
            <a:alphaModFix amt="50000"/>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A5E0268-7557-41F6-A6CC-892DF11AAC18}">
      <dsp:nvSpPr>
        <dsp:cNvPr id="0" name=""/>
        <dsp:cNvSpPr/>
      </dsp:nvSpPr>
      <dsp:spPr>
        <a:xfrm>
          <a:off x="599789" y="1562191"/>
          <a:ext cx="4234207" cy="6237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009" tIns="66009" rIns="66009" bIns="66009" numCol="1" spcCol="1270" rtlCol="0" anchor="ctr" anchorCtr="0">
          <a:noAutofit/>
        </a:bodyPr>
        <a:lstStyle/>
        <a:p>
          <a:pPr marL="0" lvl="0" indent="0" algn="l" defTabSz="844550" rtl="0">
            <a:lnSpc>
              <a:spcPct val="90000"/>
            </a:lnSpc>
            <a:spcBef>
              <a:spcPct val="0"/>
            </a:spcBef>
            <a:spcAft>
              <a:spcPct val="35000"/>
            </a:spcAft>
            <a:buNone/>
          </a:pPr>
          <a:r>
            <a:rPr lang="zh-TW" sz="1900" kern="1200">
              <a:solidFill>
                <a:schemeClr val="accent1">
                  <a:lumMod val="50000"/>
                </a:schemeClr>
              </a:solidFill>
            </a:rPr>
            <a:t>第 3 課。</a:t>
          </a:r>
          <a:r>
            <a:rPr lang="zh-TW" sz="1900" kern="1200">
              <a:solidFill>
                <a:schemeClr val="tx1">
                  <a:alpha val="60000"/>
                </a:schemeClr>
              </a:solidFill>
            </a:rPr>
            <a:t>Lorem ipsum dolor sit amet</a:t>
          </a:r>
        </a:p>
      </dsp:txBody>
      <dsp:txXfrm>
        <a:off x="599789" y="1562191"/>
        <a:ext cx="4234207" cy="623705"/>
      </dsp:txXfrm>
    </dsp:sp>
    <dsp:sp modelId="{A102E018-9C2C-4317-8572-9362E8FC1AF8}">
      <dsp:nvSpPr>
        <dsp:cNvPr id="0" name=""/>
        <dsp:cNvSpPr/>
      </dsp:nvSpPr>
      <dsp:spPr>
        <a:xfrm>
          <a:off x="0" y="2341822"/>
          <a:ext cx="4954587" cy="623705"/>
        </a:xfrm>
        <a:prstGeom prst="rect">
          <a:avLst/>
        </a:prstGeom>
        <a:solidFill>
          <a:schemeClr val="accent1">
            <a:lumMod val="40000"/>
            <a:lumOff val="60000"/>
            <a:alpha val="50000"/>
          </a:schemeClr>
        </a:solidFill>
        <a:ln>
          <a:noFill/>
        </a:ln>
        <a:effectLst/>
      </dsp:spPr>
      <dsp:style>
        <a:lnRef idx="0">
          <a:scrgbClr r="0" g="0" b="0"/>
        </a:lnRef>
        <a:fillRef idx="1">
          <a:scrgbClr r="0" g="0" b="0"/>
        </a:fillRef>
        <a:effectRef idx="0">
          <a:scrgbClr r="0" g="0" b="0"/>
        </a:effectRef>
        <a:fontRef idx="minor"/>
      </dsp:style>
    </dsp:sp>
    <dsp:sp modelId="{3353CF1D-5822-47BA-A6C2-AC7DC94D5A9C}">
      <dsp:nvSpPr>
        <dsp:cNvPr id="0" name=""/>
        <dsp:cNvSpPr/>
      </dsp:nvSpPr>
      <dsp:spPr>
        <a:xfrm>
          <a:off x="188670" y="2482156"/>
          <a:ext cx="343037" cy="343037"/>
        </a:xfrm>
        <a:prstGeom prst="rect">
          <a:avLst/>
        </a:prstGeom>
        <a:blipFill dpi="0" rotWithShape="1">
          <a:blip xmlns:r="http://schemas.openxmlformats.org/officeDocument/2006/relationships" r:embed="rId7">
            <a:alphaModFix amt="50000"/>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05634FC-081B-4BC5-BE4E-70E96448CBC7}">
      <dsp:nvSpPr>
        <dsp:cNvPr id="0" name=""/>
        <dsp:cNvSpPr/>
      </dsp:nvSpPr>
      <dsp:spPr>
        <a:xfrm>
          <a:off x="599789" y="2341822"/>
          <a:ext cx="4234207" cy="6237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009" tIns="66009" rIns="66009" bIns="66009" numCol="1" spcCol="1270" rtlCol="0" anchor="ctr" anchorCtr="0">
          <a:noAutofit/>
        </a:bodyPr>
        <a:lstStyle/>
        <a:p>
          <a:pPr marL="0" lvl="0" indent="0" algn="l" defTabSz="844550" rtl="0">
            <a:lnSpc>
              <a:spcPct val="90000"/>
            </a:lnSpc>
            <a:spcBef>
              <a:spcPct val="0"/>
            </a:spcBef>
            <a:spcAft>
              <a:spcPct val="35000"/>
            </a:spcAft>
            <a:buNone/>
          </a:pPr>
          <a:r>
            <a:rPr lang="zh-TW" sz="1900" kern="1200">
              <a:solidFill>
                <a:schemeClr val="accent1">
                  <a:lumMod val="50000"/>
                </a:schemeClr>
              </a:solidFill>
            </a:rPr>
            <a:t>第 4 課。</a:t>
          </a:r>
          <a:r>
            <a:rPr lang="zh-TW" sz="1900" b="0" i="0" kern="1200">
              <a:solidFill>
                <a:schemeClr val="tx1">
                  <a:alpha val="60000"/>
                </a:schemeClr>
              </a:solidFill>
            </a:rPr>
            <a:t>Sed ut perspiciatis unde</a:t>
          </a:r>
          <a:endParaRPr lang="zh-TW" sz="1900" kern="1200" dirty="0">
            <a:solidFill>
              <a:schemeClr val="tx1">
                <a:alpha val="60000"/>
              </a:schemeClr>
            </a:solidFill>
          </a:endParaRPr>
        </a:p>
      </dsp:txBody>
      <dsp:txXfrm>
        <a:off x="599789" y="2341822"/>
        <a:ext cx="4234207" cy="623705"/>
      </dsp:txXfrm>
    </dsp:sp>
    <dsp:sp modelId="{E3FB0205-9E6F-404E-BB9F-D3662F49AF1C}">
      <dsp:nvSpPr>
        <dsp:cNvPr id="0" name=""/>
        <dsp:cNvSpPr/>
      </dsp:nvSpPr>
      <dsp:spPr>
        <a:xfrm>
          <a:off x="0" y="3121454"/>
          <a:ext cx="4954587" cy="623705"/>
        </a:xfrm>
        <a:prstGeom prst="rect">
          <a:avLst/>
        </a:prstGeom>
        <a:solidFill>
          <a:schemeClr val="accent1">
            <a:lumMod val="40000"/>
            <a:lumOff val="60000"/>
            <a:alpha val="50000"/>
          </a:schemeClr>
        </a:solidFill>
        <a:ln>
          <a:noFill/>
        </a:ln>
        <a:effectLst/>
      </dsp:spPr>
      <dsp:style>
        <a:lnRef idx="0">
          <a:scrgbClr r="0" g="0" b="0"/>
        </a:lnRef>
        <a:fillRef idx="1">
          <a:scrgbClr r="0" g="0" b="0"/>
        </a:fillRef>
        <a:effectRef idx="0">
          <a:scrgbClr r="0" g="0" b="0"/>
        </a:effectRef>
        <a:fontRef idx="minor"/>
      </dsp:style>
    </dsp:sp>
    <dsp:sp modelId="{7169F0BE-38ED-4AA0-BD0F-6AEA778C8DB9}">
      <dsp:nvSpPr>
        <dsp:cNvPr id="0" name=""/>
        <dsp:cNvSpPr/>
      </dsp:nvSpPr>
      <dsp:spPr>
        <a:xfrm>
          <a:off x="188670" y="3261788"/>
          <a:ext cx="343037" cy="343037"/>
        </a:xfrm>
        <a:prstGeom prst="rect">
          <a:avLst/>
        </a:prstGeom>
        <a:blipFill dpi="0" rotWithShape="1">
          <a:blip xmlns:r="http://schemas.openxmlformats.org/officeDocument/2006/relationships" r:embed="rId9">
            <a:alphaModFix amt="50000"/>
            <a:extLst>
              <a:ext uri="{96DAC541-7B7A-43D3-8B79-37D633B846F1}">
                <asvg:svgBlip xmlns:asvg="http://schemas.microsoft.com/office/drawing/2016/SVG/main" r:embed="rId10"/>
              </a:ext>
            </a:extLst>
          </a:blip>
          <a:srcRect/>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B0F5FA3-DAEB-4780-B272-E569966A52CF}">
      <dsp:nvSpPr>
        <dsp:cNvPr id="0" name=""/>
        <dsp:cNvSpPr/>
      </dsp:nvSpPr>
      <dsp:spPr>
        <a:xfrm>
          <a:off x="584715" y="3121454"/>
          <a:ext cx="4234207" cy="6237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009" tIns="66009" rIns="66009" bIns="66009" numCol="1" spcCol="1270" rtlCol="0" anchor="ctr" anchorCtr="0">
          <a:noAutofit/>
        </a:bodyPr>
        <a:lstStyle/>
        <a:p>
          <a:pPr marL="0" lvl="0" indent="0" algn="l" defTabSz="844550" rtl="0">
            <a:lnSpc>
              <a:spcPct val="90000"/>
            </a:lnSpc>
            <a:spcBef>
              <a:spcPct val="0"/>
            </a:spcBef>
            <a:spcAft>
              <a:spcPct val="35000"/>
            </a:spcAft>
            <a:buNone/>
          </a:pPr>
          <a:r>
            <a:rPr lang="zh-TW" sz="1900" kern="1200">
              <a:solidFill>
                <a:schemeClr val="accent1">
                  <a:lumMod val="50000"/>
                </a:schemeClr>
              </a:solidFill>
            </a:rPr>
            <a:t>第 5 課。</a:t>
          </a:r>
          <a:r>
            <a:rPr lang="zh-TW" sz="1900" kern="1200">
              <a:solidFill>
                <a:schemeClr val="tx1">
                  <a:alpha val="60000"/>
                </a:schemeClr>
              </a:solidFill>
            </a:rPr>
            <a:t>Lorem ipsum dolor sit amet</a:t>
          </a:r>
        </a:p>
      </dsp:txBody>
      <dsp:txXfrm>
        <a:off x="584715" y="3121454"/>
        <a:ext cx="4234207" cy="623705"/>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圖示垂直實心清單"/>
  <dgm:desc val="用來顯示一系列，由上到下層級 1 或層級 1 跟層級 2 按圖形分組文字的視覺效果。適合用於圖示或較長描述的小圖片。"/>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1"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zh-TW" sz="1800" spc="-1" strike="noStrike">
                <a:solidFill>
                  <a:srgbClr val="000000"/>
                </a:solidFill>
                <a:latin typeface="Microsoft JhengHei UI"/>
              </a:rPr>
              <a:t>請按這裡移動投影片</a:t>
            </a:r>
            <a:endParaRPr b="0" lang="en-US" sz="1800" spc="-1" strike="noStrike">
              <a:solidFill>
                <a:srgbClr val="000000"/>
              </a:solidFill>
              <a:latin typeface="Microsoft JhengHei UI"/>
            </a:endParaRPr>
          </a:p>
        </p:txBody>
      </p:sp>
      <p:sp>
        <p:nvSpPr>
          <p:cNvPr id="322"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zh-TW" sz="2000" spc="-1" strike="noStrike">
                <a:latin typeface="Arial"/>
              </a:rPr>
              <a:t>請按這裡編輯備註格式</a:t>
            </a:r>
            <a:endParaRPr b="0" lang="en-US" sz="2000" spc="-1" strike="noStrike">
              <a:latin typeface="Arial"/>
            </a:endParaRPr>
          </a:p>
        </p:txBody>
      </p:sp>
      <p:sp>
        <p:nvSpPr>
          <p:cNvPr id="323" name="PlaceHolder 3"/>
          <p:cNvSpPr>
            <a:spLocks noGrp="1"/>
          </p:cNvSpPr>
          <p:nvPr>
            <p:ph type="hdr"/>
          </p:nvPr>
        </p:nvSpPr>
        <p:spPr>
          <a:xfrm>
            <a:off x="0" y="0"/>
            <a:ext cx="3280680" cy="534240"/>
          </a:xfrm>
          <a:prstGeom prst="rect">
            <a:avLst/>
          </a:prstGeom>
          <a:noFill/>
          <a:ln w="0">
            <a:noFill/>
          </a:ln>
        </p:spPr>
        <p:txBody>
          <a:bodyPr lIns="0" rIns="0" tIns="0" bIns="0" anchor="t">
            <a:noAutofit/>
          </a:bodyPr>
          <a:p>
            <a:r>
              <a:rPr b="0" lang="en-US" sz="1400" spc="-1" strike="noStrike">
                <a:latin typeface="Times New Roman"/>
              </a:rPr>
              <a:t>&lt;頁首&gt;</a:t>
            </a:r>
            <a:endParaRPr b="0" lang="en-US" sz="1400" spc="-1" strike="noStrike">
              <a:latin typeface="Times New Roman"/>
            </a:endParaRPr>
          </a:p>
        </p:txBody>
      </p:sp>
      <p:sp>
        <p:nvSpPr>
          <p:cNvPr id="324" name="PlaceHolder 4"/>
          <p:cNvSpPr>
            <a:spLocks noGrp="1"/>
          </p:cNvSpPr>
          <p:nvPr>
            <p:ph type="dt" idx="22"/>
          </p:nvPr>
        </p:nvSpPr>
        <p:spPr>
          <a:xfrm>
            <a:off x="4278960" y="0"/>
            <a:ext cx="3280680" cy="534240"/>
          </a:xfrm>
          <a:prstGeom prst="rect">
            <a:avLst/>
          </a:prstGeom>
          <a:noFill/>
          <a:ln w="0">
            <a:noFill/>
          </a:ln>
        </p:spPr>
        <p:txBody>
          <a:bodyPr lIns="0" rIns="0" tIns="0" bIns="0" anchor="t">
            <a:noAutofit/>
          </a:bodyPr>
          <a:lstStyle>
            <a:lvl1pPr algn="r">
              <a:buNone/>
              <a:defRPr b="0" lang="en-US" sz="1400" spc="-1" strike="noStrike">
                <a:latin typeface="Times New Roman"/>
              </a:defRPr>
            </a:lvl1pPr>
          </a:lstStyle>
          <a:p>
            <a:pPr algn="r">
              <a:buNone/>
            </a:pPr>
            <a:r>
              <a:rPr b="0" lang="en-US" sz="1400" spc="-1" strike="noStrike">
                <a:latin typeface="Times New Roman"/>
              </a:rPr>
              <a:t>&lt;日期/時間&gt;</a:t>
            </a:r>
            <a:endParaRPr b="0" lang="en-US" sz="1400" spc="-1" strike="noStrike">
              <a:latin typeface="Times New Roman"/>
            </a:endParaRPr>
          </a:p>
        </p:txBody>
      </p:sp>
      <p:sp>
        <p:nvSpPr>
          <p:cNvPr id="325" name="PlaceHolder 5"/>
          <p:cNvSpPr>
            <a:spLocks noGrp="1"/>
          </p:cNvSpPr>
          <p:nvPr>
            <p:ph type="ftr" idx="23"/>
          </p:nvPr>
        </p:nvSpPr>
        <p:spPr>
          <a:xfrm>
            <a:off x="0" y="10157400"/>
            <a:ext cx="3280680" cy="534240"/>
          </a:xfrm>
          <a:prstGeom prst="rect">
            <a:avLst/>
          </a:prstGeom>
          <a:noFill/>
          <a:ln w="0">
            <a:noFill/>
          </a:ln>
        </p:spPr>
        <p:txBody>
          <a:bodyPr lIns="0" rIns="0" tIns="0" bIns="0" anchor="b">
            <a:noAutofit/>
          </a:bodyPr>
          <a:lstStyle>
            <a:lvl1pPr>
              <a:defRPr b="0" lang="en-US" sz="1400" spc="-1" strike="noStrike">
                <a:latin typeface="Times New Roman"/>
              </a:defRPr>
            </a:lvl1pPr>
          </a:lstStyle>
          <a:p>
            <a:r>
              <a:rPr b="0" lang="en-US" sz="1400" spc="-1" strike="noStrike">
                <a:latin typeface="Times New Roman"/>
              </a:rPr>
              <a:t>&lt;頁尾&gt;</a:t>
            </a:r>
            <a:endParaRPr b="0" lang="en-US" sz="1400" spc="-1" strike="noStrike">
              <a:latin typeface="Times New Roman"/>
            </a:endParaRPr>
          </a:p>
        </p:txBody>
      </p:sp>
      <p:sp>
        <p:nvSpPr>
          <p:cNvPr id="326" name="PlaceHolder 6"/>
          <p:cNvSpPr>
            <a:spLocks noGrp="1"/>
          </p:cNvSpPr>
          <p:nvPr>
            <p:ph type="sldNum" idx="24"/>
          </p:nvPr>
        </p:nvSpPr>
        <p:spPr>
          <a:xfrm>
            <a:off x="4278960" y="10157400"/>
            <a:ext cx="3280680" cy="534240"/>
          </a:xfrm>
          <a:prstGeom prst="rect">
            <a:avLst/>
          </a:prstGeom>
          <a:noFill/>
          <a:ln w="0">
            <a:noFill/>
          </a:ln>
        </p:spPr>
        <p:txBody>
          <a:bodyPr lIns="0" rIns="0" tIns="0" bIns="0" anchor="b">
            <a:noAutofit/>
          </a:bodyPr>
          <a:lstStyle>
            <a:lvl1pPr algn="r">
              <a:buNone/>
              <a:defRPr b="0" lang="en-US" sz="1400" spc="-1" strike="noStrike">
                <a:latin typeface="Times New Roman"/>
              </a:defRPr>
            </a:lvl1pPr>
          </a:lstStyle>
          <a:p>
            <a:pPr algn="r">
              <a:buNone/>
            </a:pPr>
            <a:fld id="{6E0B2BA8-A62B-4755-8018-9D1464642EE1}" type="slidenum">
              <a:rPr b="0" lang="en-US" sz="1400" spc="-1" strike="noStrike">
                <a:latin typeface="Times New Roman"/>
              </a:rPr>
              <a:t>&lt;編號&gt;</a:t>
            </a:fld>
            <a:endParaRPr b="0" lang="en-US"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2" name="PlaceHolder 1"/>
          <p:cNvSpPr>
            <a:spLocks noGrp="1"/>
          </p:cNvSpPr>
          <p:nvPr>
            <p:ph type="sldImg"/>
          </p:nvPr>
        </p:nvSpPr>
        <p:spPr>
          <a:xfrm>
            <a:off x="685800" y="1143000"/>
            <a:ext cx="5486040" cy="3085920"/>
          </a:xfrm>
          <a:prstGeom prst="rect">
            <a:avLst/>
          </a:prstGeom>
          <a:ln w="0">
            <a:noFill/>
          </a:ln>
        </p:spPr>
      </p:sp>
      <p:sp>
        <p:nvSpPr>
          <p:cNvPr id="353"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354" name="PlaceHolder 3"/>
          <p:cNvSpPr>
            <a:spLocks noGrp="1"/>
          </p:cNvSpPr>
          <p:nvPr>
            <p:ph type="sldNum" idx="31"/>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B000A5EA-334A-4B34-9201-CEEEAB10F928}" type="slidenum">
              <a:rPr b="0" lang="en-US" sz="1200" spc="-1" strike="noStrike">
                <a:latin typeface="Times New Roman"/>
              </a:rPr>
              <a:t>5</a:t>
            </a:fld>
            <a:endParaRPr b="0" lang="en-US" sz="1200" spc="-1" strike="noStrike">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5" name="PlaceHolder 1"/>
          <p:cNvSpPr>
            <a:spLocks noGrp="1"/>
          </p:cNvSpPr>
          <p:nvPr>
            <p:ph type="sldImg"/>
          </p:nvPr>
        </p:nvSpPr>
        <p:spPr>
          <a:xfrm>
            <a:off x="685800" y="1143000"/>
            <a:ext cx="5486040" cy="3085920"/>
          </a:xfrm>
          <a:prstGeom prst="rect">
            <a:avLst/>
          </a:prstGeom>
          <a:ln w="0">
            <a:noFill/>
          </a:ln>
        </p:spPr>
      </p:sp>
      <p:sp>
        <p:nvSpPr>
          <p:cNvPr id="356"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357" name="PlaceHolder 3"/>
          <p:cNvSpPr>
            <a:spLocks noGrp="1"/>
          </p:cNvSpPr>
          <p:nvPr>
            <p:ph type="sldNum" idx="32"/>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9DFB852F-CE68-4A33-A0B8-9AE1EB88F6EE}" type="slidenum">
              <a:rPr b="0" lang="en-US" sz="1200" spc="-1" strike="noStrike">
                <a:latin typeface="Times New Roman"/>
              </a:rPr>
              <a:t>5</a:t>
            </a:fld>
            <a:endParaRPr b="0" lang="en-US" sz="1200" spc="-1" strike="noStrike">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8" name="PlaceHolder 1"/>
          <p:cNvSpPr>
            <a:spLocks noGrp="1"/>
          </p:cNvSpPr>
          <p:nvPr>
            <p:ph type="sldImg"/>
          </p:nvPr>
        </p:nvSpPr>
        <p:spPr>
          <a:xfrm>
            <a:off x="685800" y="1143000"/>
            <a:ext cx="5486040" cy="3085920"/>
          </a:xfrm>
          <a:prstGeom prst="rect">
            <a:avLst/>
          </a:prstGeom>
          <a:ln w="0">
            <a:noFill/>
          </a:ln>
        </p:spPr>
      </p:sp>
      <p:sp>
        <p:nvSpPr>
          <p:cNvPr id="359"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360" name="PlaceHolder 3"/>
          <p:cNvSpPr>
            <a:spLocks noGrp="1"/>
          </p:cNvSpPr>
          <p:nvPr>
            <p:ph type="sldNum" idx="33"/>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C846EB67-21FD-4AE3-B86C-0723710F7CC0}" type="slidenum">
              <a:rPr b="0" lang="en-US" sz="1200" spc="-1" strike="noStrike">
                <a:latin typeface="Times New Roman"/>
              </a:rPr>
              <a:t>5</a:t>
            </a:fld>
            <a:endParaRPr b="0" lang="en-US" sz="1200" spc="-1" strike="noStrike">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1" name="PlaceHolder 1"/>
          <p:cNvSpPr>
            <a:spLocks noGrp="1"/>
          </p:cNvSpPr>
          <p:nvPr>
            <p:ph type="sldImg"/>
          </p:nvPr>
        </p:nvSpPr>
        <p:spPr>
          <a:xfrm>
            <a:off x="685800" y="1143000"/>
            <a:ext cx="5486040" cy="3085920"/>
          </a:xfrm>
          <a:prstGeom prst="rect">
            <a:avLst/>
          </a:prstGeom>
          <a:ln w="0">
            <a:noFill/>
          </a:ln>
        </p:spPr>
      </p:sp>
      <p:sp>
        <p:nvSpPr>
          <p:cNvPr id="362"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363" name="PlaceHolder 3"/>
          <p:cNvSpPr>
            <a:spLocks noGrp="1"/>
          </p:cNvSpPr>
          <p:nvPr>
            <p:ph type="sldNum" idx="34"/>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D25396C4-4932-4E1A-BB7A-D545F68EFBBF}" type="slidenum">
              <a:rPr b="0" lang="en-US" sz="1200" spc="-1" strike="noStrike">
                <a:latin typeface="Times New Roman"/>
              </a:rPr>
              <a:t>5</a:t>
            </a:fld>
            <a:endParaRPr b="0" lang="en-US" sz="1200" spc="-1" strike="noStrike">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4" name="PlaceHolder 1"/>
          <p:cNvSpPr>
            <a:spLocks noGrp="1"/>
          </p:cNvSpPr>
          <p:nvPr>
            <p:ph type="sldImg"/>
          </p:nvPr>
        </p:nvSpPr>
        <p:spPr>
          <a:xfrm>
            <a:off x="685800" y="1143000"/>
            <a:ext cx="5486040" cy="3085920"/>
          </a:xfrm>
          <a:prstGeom prst="rect">
            <a:avLst/>
          </a:prstGeom>
          <a:ln w="0">
            <a:noFill/>
          </a:ln>
        </p:spPr>
      </p:sp>
      <p:sp>
        <p:nvSpPr>
          <p:cNvPr id="365"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US" sz="2000" spc="-1" strike="noStrike">
              <a:latin typeface="Arial"/>
            </a:endParaRPr>
          </a:p>
        </p:txBody>
      </p:sp>
      <p:sp>
        <p:nvSpPr>
          <p:cNvPr id="366" name="PlaceHolder 3"/>
          <p:cNvSpPr>
            <a:spLocks noGrp="1"/>
          </p:cNvSpPr>
          <p:nvPr>
            <p:ph type="sldNum" idx="35"/>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latin typeface="Times New Roman"/>
              </a:defRPr>
            </a:lvl1pPr>
          </a:lstStyle>
          <a:p>
            <a:pPr algn="r">
              <a:lnSpc>
                <a:spcPct val="100000"/>
              </a:lnSpc>
              <a:buNone/>
            </a:pPr>
            <a:fld id="{BFB2C6FE-B928-458E-BE53-7595E71C2F07}" type="slidenum">
              <a:rPr b="0" lang="en-US" sz="1200" spc="-1" strike="noStrike">
                <a:latin typeface="Times New Roman"/>
              </a:rPr>
              <a:t>5</a:t>
            </a:fld>
            <a:endParaRPr b="0" lang="en-US" sz="1200" spc="-1" strike="noStrike">
              <a:latin typeface="Times New Roman"/>
            </a:endParaRPr>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8E733885-8C8F-46A2-98E4-67FA95CDA066}" type="slidenum">
              <a:t>&lt;#&gt;</a:t>
            </a:fld>
          </a:p>
        </p:txBody>
      </p:sp>
      <p:sp>
        <p:nvSpPr>
          <p:cNvPr id="4" name="PlaceHolder 3"/>
          <p:cNvSpPr>
            <a:spLocks noGrp="1"/>
          </p:cNvSpPr>
          <p:nvPr>
            <p:ph type="dt" idx="1"/>
          </p:nvPr>
        </p:nvSpPr>
        <p:spPr/>
        <p:txBody>
          <a:bodyPr/>
          <a:p>
            <a:r>
              <a:rPr lang="zh-TW"/>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9"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0" name="PlaceHolder 2"/>
          <p:cNvSpPr>
            <a:spLocks noGrp="1"/>
          </p:cNvSpPr>
          <p:nvPr>
            <p:ph type="subTitle" idx="1"/>
          </p:nvPr>
        </p:nvSpPr>
        <p:spPr>
          <a:xfrm>
            <a:off x="0" y="0"/>
            <a:ext cx="12191760" cy="457812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1F9147F9-8748-42A8-92DC-6F754E10A078}" type="slidenum">
              <a:t>&lt;#&gt;</a:t>
            </a:fld>
          </a:p>
        </p:txBody>
      </p:sp>
      <p:sp>
        <p:nvSpPr>
          <p:cNvPr id="6" name="PlaceHolder 5"/>
          <p:cNvSpPr>
            <a:spLocks noGrp="1"/>
          </p:cNvSpPr>
          <p:nvPr>
            <p:ph type="dt" idx="1"/>
          </p:nvPr>
        </p:nvSpPr>
        <p:spPr/>
        <p:txBody>
          <a:bodyPr/>
          <a:p>
            <a:r>
              <a:rPr lang="zh-TW"/>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1"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2" name="PlaceHolder 2"/>
          <p:cNvSpPr>
            <a:spLocks noGrp="1"/>
          </p:cNvSpPr>
          <p:nvPr>
            <p:ph idx="10"/>
          </p:nvPr>
        </p:nvSpPr>
        <p:spPr>
          <a:xfrm>
            <a:off x="0" y="0"/>
            <a:ext cx="121917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88F8F651-7D98-4529-983E-35E817D14782}" type="slidenum">
              <a:t>&lt;#&gt;</a:t>
            </a:fld>
          </a:p>
        </p:txBody>
      </p:sp>
      <p:sp>
        <p:nvSpPr>
          <p:cNvPr id="6" name="PlaceHolder 5"/>
          <p:cNvSpPr>
            <a:spLocks noGrp="1"/>
          </p:cNvSpPr>
          <p:nvPr>
            <p:ph type="dt" idx="1"/>
          </p:nvPr>
        </p:nvSpPr>
        <p:spPr/>
        <p:txBody>
          <a:bodyPr/>
          <a:p>
            <a:r>
              <a:rPr lang="zh-TW"/>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3"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4"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5"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8D4F316E-C223-48B3-AE12-8DEEBF1876A2}" type="slidenum">
              <a:t>&lt;#&gt;</a:t>
            </a:fld>
          </a:p>
        </p:txBody>
      </p:sp>
      <p:sp>
        <p:nvSpPr>
          <p:cNvPr id="7" name="PlaceHolder 6"/>
          <p:cNvSpPr>
            <a:spLocks noGrp="1"/>
          </p:cNvSpPr>
          <p:nvPr>
            <p:ph type="dt" idx="1"/>
          </p:nvPr>
        </p:nvSpPr>
        <p:spPr/>
        <p:txBody>
          <a:bodyPr/>
          <a:p>
            <a:r>
              <a:rPr lang="zh-TW"/>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6"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E639E4BF-B949-414E-89CF-AE518040FC02}" type="slidenum">
              <a:t>&lt;#&gt;</a:t>
            </a:fld>
          </a:p>
        </p:txBody>
      </p:sp>
      <p:sp>
        <p:nvSpPr>
          <p:cNvPr id="5" name="PlaceHolder 4"/>
          <p:cNvSpPr>
            <a:spLocks noGrp="1"/>
          </p:cNvSpPr>
          <p:nvPr>
            <p:ph type="dt" idx="1"/>
          </p:nvPr>
        </p:nvSpPr>
        <p:spPr/>
        <p:txBody>
          <a:bodyPr/>
          <a:p>
            <a:r>
              <a:rPr lang="zh-TW"/>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7" name="PlaceHolder 1"/>
          <p:cNvSpPr>
            <a:spLocks noGrp="1"/>
          </p:cNvSpPr>
          <p:nvPr>
            <p:ph type="subTitle" idx="1"/>
          </p:nvPr>
        </p:nvSpPr>
        <p:spPr>
          <a:xfrm>
            <a:off x="1097280" y="4799520"/>
            <a:ext cx="10113120" cy="34473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B2E0F8C0-B754-48AA-BD87-376D5EDC9FA7}" type="slidenum">
              <a:t>&lt;#&gt;</a:t>
            </a:fld>
          </a:p>
        </p:txBody>
      </p:sp>
      <p:sp>
        <p:nvSpPr>
          <p:cNvPr id="5" name="PlaceHolder 4"/>
          <p:cNvSpPr>
            <a:spLocks noGrp="1"/>
          </p:cNvSpPr>
          <p:nvPr>
            <p:ph type="dt" idx="1"/>
          </p:nvPr>
        </p:nvSpPr>
        <p:spPr/>
        <p:txBody>
          <a:bodyPr/>
          <a:p>
            <a:r>
              <a:rPr lang="zh-TW"/>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8"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9"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0"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1"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28774126-9EB8-4A40-B17B-24DA36173335}" type="slidenum">
              <a:t>&lt;#&gt;</a:t>
            </a:fld>
          </a:p>
        </p:txBody>
      </p:sp>
      <p:sp>
        <p:nvSpPr>
          <p:cNvPr id="8" name="PlaceHolder 7"/>
          <p:cNvSpPr>
            <a:spLocks noGrp="1"/>
          </p:cNvSpPr>
          <p:nvPr>
            <p:ph type="dt" idx="1"/>
          </p:nvPr>
        </p:nvSpPr>
        <p:spPr/>
        <p:txBody>
          <a:bodyPr/>
          <a:p>
            <a:r>
              <a:rPr lang="zh-TW"/>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2"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3"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4"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5" name="PlaceHolder 4"/>
          <p:cNvSpPr>
            <a:spLocks noGrp="1"/>
          </p:cNvSpPr>
          <p:nvPr>
            <p:ph idx="12"/>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14F86EFC-D55C-4412-BE5C-713EC1C49787}" type="slidenum">
              <a:t>&lt;#&gt;</a:t>
            </a:fld>
          </a:p>
        </p:txBody>
      </p:sp>
      <p:sp>
        <p:nvSpPr>
          <p:cNvPr id="8" name="PlaceHolder 7"/>
          <p:cNvSpPr>
            <a:spLocks noGrp="1"/>
          </p:cNvSpPr>
          <p:nvPr>
            <p:ph type="dt" idx="1"/>
          </p:nvPr>
        </p:nvSpPr>
        <p:spPr/>
        <p:txBody>
          <a:bodyPr/>
          <a:p>
            <a:r>
              <a:rPr lang="zh-TW"/>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6"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7"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8"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9" name="PlaceHolder 4"/>
          <p:cNvSpPr>
            <a:spLocks noGrp="1"/>
          </p:cNvSpPr>
          <p:nvPr>
            <p:ph idx="12"/>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A16F6CBA-0304-481F-9CA4-A6A8E402BAFB}" type="slidenum">
              <a:t>&lt;#&gt;</a:t>
            </a:fld>
          </a:p>
        </p:txBody>
      </p:sp>
      <p:sp>
        <p:nvSpPr>
          <p:cNvPr id="8" name="PlaceHolder 7"/>
          <p:cNvSpPr>
            <a:spLocks noGrp="1"/>
          </p:cNvSpPr>
          <p:nvPr>
            <p:ph type="dt" idx="1"/>
          </p:nvPr>
        </p:nvSpPr>
        <p:spPr/>
        <p:txBody>
          <a:bodyPr/>
          <a:p>
            <a:r>
              <a:rPr lang="zh-TW"/>
              <a:t/>
            </a:r>
          </a:p>
        </p:txBody>
      </p:sp>
      <p:sp>
        <p:nvSpPr>
          <p:cNvPr id="100" name="Picture Placeholder 10"/>
          <p:cNvSpPr>
            <a:spLocks noGrp="1"/>
          </p:cNvSpPr>
          <p:nvPr>
            <p:ph type="pic" idx="10"/>
          </p:nvPr>
        </p:nvSpPr>
        <p:spPr>
          <a:xfrm>
            <a:off x="6400800" y="1371600"/>
            <a:ext cx="4572000" cy="4114800"/>
          </a:xfrm>
        </p:spPr>
        <p:txBody>
          <a:bodyPr/>
          <a:lstStyle/>
          <a:p>
            <a:endParaRPr lang="en-US"/>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0"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1" name="PlaceHolder 2"/>
          <p:cNvSpPr>
            <a:spLocks noGrp="1"/>
          </p:cNvSpPr>
          <p:nvPr>
            <p:ph idx="10"/>
          </p:nvPr>
        </p:nvSpPr>
        <p:spPr>
          <a:xfrm>
            <a:off x="0" y="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2" name="PlaceHolder 3"/>
          <p:cNvSpPr>
            <a:spLocks noGrp="1"/>
          </p:cNvSpPr>
          <p:nvPr>
            <p:ph idx="11"/>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23C39886-F201-4F0E-A97D-02BE96D5D907}" type="slidenum">
              <a:t>&lt;#&gt;</a:t>
            </a:fld>
          </a:p>
        </p:txBody>
      </p:sp>
      <p:sp>
        <p:nvSpPr>
          <p:cNvPr id="7" name="PlaceHolder 6"/>
          <p:cNvSpPr>
            <a:spLocks noGrp="1"/>
          </p:cNvSpPr>
          <p:nvPr>
            <p:ph type="dt" idx="1"/>
          </p:nvPr>
        </p:nvSpPr>
        <p:spPr/>
        <p:txBody>
          <a:bodyPr/>
          <a:p>
            <a:r>
              <a:rPr lang="zh-TW"/>
              <a:t/>
            </a:r>
          </a:p>
        </p:txBody>
      </p:sp>
      <p:sp>
        <p:nvSpPr>
          <p:cNvPr id="100" name="Picture Placeholder 10"/>
          <p:cNvSpPr>
            <a:spLocks noGrp="1"/>
          </p:cNvSpPr>
          <p:nvPr>
            <p:ph type="pic" idx="10"/>
          </p:nvPr>
        </p:nvSpPr>
        <p:spPr>
          <a:xfrm>
            <a:off x="6400800" y="1371600"/>
            <a:ext cx="4572000" cy="4114800"/>
          </a:xfrm>
        </p:spPr>
        <p:txBody>
          <a:bodyPr/>
          <a:lstStyle/>
          <a:p>
            <a:endParaRPr lang="en-US"/>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3"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4"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5"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6"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7" name="PlaceHolder 5"/>
          <p:cNvSpPr>
            <a:spLocks noGrp="1"/>
          </p:cNvSpPr>
          <p:nvPr>
            <p:ph idx="13"/>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 name="PlaceHolder 6"/>
          <p:cNvSpPr>
            <a:spLocks noGrp="1"/>
          </p:cNvSpPr>
          <p:nvPr>
            <p:ph type="ftr" idx="2"/>
          </p:nvPr>
        </p:nvSpPr>
        <p:spPr/>
        <p:txBody>
          <a:bodyPr/>
          <a:p>
            <a:r>
              <a:t>Footer</a:t>
            </a:r>
          </a:p>
        </p:txBody>
      </p:sp>
      <p:sp>
        <p:nvSpPr>
          <p:cNvPr id="8" name="PlaceHolder 7"/>
          <p:cNvSpPr>
            <a:spLocks noGrp="1"/>
          </p:cNvSpPr>
          <p:nvPr>
            <p:ph type="sldNum" idx="3"/>
          </p:nvPr>
        </p:nvSpPr>
        <p:spPr/>
        <p:txBody>
          <a:bodyPr/>
          <a:p>
            <a:fld id="{DBC4C45F-2DBE-416D-9D38-957A15985A87}" type="slidenum">
              <a:t>&lt;#&gt;</a:t>
            </a:fld>
          </a:p>
        </p:txBody>
      </p:sp>
      <p:sp>
        <p:nvSpPr>
          <p:cNvPr id="9" name="PlaceHolder 8"/>
          <p:cNvSpPr>
            <a:spLocks noGrp="1"/>
          </p:cNvSpPr>
          <p:nvPr>
            <p:ph type="dt" idx="1"/>
          </p:nvPr>
        </p:nvSpPr>
        <p:spPr/>
        <p:txBody>
          <a:bodyPr/>
          <a:p>
            <a:r>
              <a:rPr lang="zh-TW"/>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8"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9" name="PlaceHolder 2"/>
          <p:cNvSpPr>
            <a:spLocks noGrp="1"/>
          </p:cNvSpPr>
          <p:nvPr>
            <p:ph idx="10"/>
          </p:nvPr>
        </p:nvSpPr>
        <p:spPr>
          <a:xfrm>
            <a:off x="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0" name="PlaceHolder 3"/>
          <p:cNvSpPr>
            <a:spLocks noGrp="1"/>
          </p:cNvSpPr>
          <p:nvPr>
            <p:ph idx="11"/>
          </p:nvPr>
        </p:nvSpPr>
        <p:spPr>
          <a:xfrm>
            <a:off x="412200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1" name="PlaceHolder 4"/>
          <p:cNvSpPr>
            <a:spLocks noGrp="1"/>
          </p:cNvSpPr>
          <p:nvPr>
            <p:ph idx="12"/>
          </p:nvPr>
        </p:nvSpPr>
        <p:spPr>
          <a:xfrm>
            <a:off x="824436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2" name="PlaceHolder 5"/>
          <p:cNvSpPr>
            <a:spLocks noGrp="1"/>
          </p:cNvSpPr>
          <p:nvPr>
            <p:ph idx="13"/>
          </p:nvPr>
        </p:nvSpPr>
        <p:spPr>
          <a:xfrm>
            <a:off x="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3" name="PlaceHolder 6"/>
          <p:cNvSpPr>
            <a:spLocks noGrp="1"/>
          </p:cNvSpPr>
          <p:nvPr>
            <p:ph idx="14"/>
          </p:nvPr>
        </p:nvSpPr>
        <p:spPr>
          <a:xfrm>
            <a:off x="412200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4" name="PlaceHolder 7"/>
          <p:cNvSpPr>
            <a:spLocks noGrp="1"/>
          </p:cNvSpPr>
          <p:nvPr>
            <p:ph idx="15"/>
          </p:nvPr>
        </p:nvSpPr>
        <p:spPr>
          <a:xfrm>
            <a:off x="824436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9" name="PlaceHolder 8"/>
          <p:cNvSpPr>
            <a:spLocks noGrp="1"/>
          </p:cNvSpPr>
          <p:nvPr>
            <p:ph type="ftr" idx="2"/>
          </p:nvPr>
        </p:nvSpPr>
        <p:spPr/>
        <p:txBody>
          <a:bodyPr/>
          <a:p>
            <a:r>
              <a:t>Footer</a:t>
            </a:r>
          </a:p>
        </p:txBody>
      </p:sp>
      <p:sp>
        <p:nvSpPr>
          <p:cNvPr id="10" name="PlaceHolder 9"/>
          <p:cNvSpPr>
            <a:spLocks noGrp="1"/>
          </p:cNvSpPr>
          <p:nvPr>
            <p:ph type="sldNum" idx="3"/>
          </p:nvPr>
        </p:nvSpPr>
        <p:spPr/>
        <p:txBody>
          <a:bodyPr/>
          <a:p>
            <a:fld id="{A99A3F6E-C401-497D-9640-C0837F1E622A}" type="slidenum">
              <a:t>&lt;#&gt;</a:t>
            </a:fld>
          </a:p>
        </p:txBody>
      </p:sp>
      <p:sp>
        <p:nvSpPr>
          <p:cNvPr id="11" name="PlaceHolder 10"/>
          <p:cNvSpPr>
            <a:spLocks noGrp="1"/>
          </p:cNvSpPr>
          <p:nvPr>
            <p:ph type="dt" idx="1"/>
          </p:nvPr>
        </p:nvSpPr>
        <p:spPr/>
        <p:txBody>
          <a:bodyPr/>
          <a:p>
            <a:r>
              <a:rPr lang="zh-TW"/>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type="blank" preserve="1">
  <p:cSld name="Full Image">
    <p:spTree>
      <p:nvGrpSpPr>
        <p:cNvPr id="1" name=""/>
        <p:cNvGrpSpPr/>
        <p:nvPr/>
      </p:nvGrpSpPr>
      <p:grpSpPr>
        <a:xfrm>
          <a:off x="0" y="0"/>
          <a:ext cx="0" cy="0"/>
          <a:chOff x="0" y="0"/>
          <a:chExt cx="0" cy="0"/>
        </a:xfrm>
      </p:grpSpPr>
      <p:sp>
        <p:nvSpPr>
          <p:cNvPr id="2" name="Picture Placeholder 1"/>
          <p:cNvSpPr>
            <a:spLocks noGrp="1"/>
          </p:cNvSpPr>
          <p:nvPr>
            <p:ph type="pic" idx="1"/>
          </p:nvPr>
        </p:nvSpPr>
        <p:spPr>
          <a:xfrm>
            <a:off x="0" y="0"/>
            <a:ext cx="12191695" cy="6858000"/>
          </a:xfrm>
          <a:prstGeom prst="rect">
            <a:avLst/>
          </a:prstGeom>
        </p:spPr>
        <p:txBody>
          <a:bodyPr/>
          <a:lstStyle/>
          <a:p>
            <a:endParaRPr lang="en-US"/>
          </a:p>
        </p:txBody>
      </p:sp>
    </p:spTree>
  </p:cSld>
  <p:clrMapOvr>
    <a:masterClrMapping/>
  </p:clrMapOvr>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6"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57" name="PlaceHolder 2"/>
          <p:cNvSpPr>
            <a:spLocks noGrp="1"/>
          </p:cNvSpPr>
          <p:nvPr>
            <p:ph type="subTitle" idx="1"/>
          </p:nvPr>
        </p:nvSpPr>
        <p:spPr>
          <a:xfrm>
            <a:off x="0" y="0"/>
            <a:ext cx="12191760" cy="457812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D412A8E8-C7D8-44B6-BA76-A3B26F806356}" type="slidenum">
              <a:t>&lt;#&gt;</a:t>
            </a:fld>
          </a:p>
        </p:txBody>
      </p:sp>
      <p:sp>
        <p:nvSpPr>
          <p:cNvPr id="6" name="PlaceHolder 5"/>
          <p:cNvSpPr>
            <a:spLocks noGrp="1"/>
          </p:cNvSpPr>
          <p:nvPr>
            <p:ph type="dt" idx="4"/>
          </p:nvPr>
        </p:nvSpPr>
        <p:spPr/>
        <p:txBody>
          <a:bodyPr/>
          <a:p>
            <a:r>
              <a:rPr lang="zh-TW"/>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8"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59" name="PlaceHolder 2"/>
          <p:cNvSpPr>
            <a:spLocks noGrp="1"/>
          </p:cNvSpPr>
          <p:nvPr>
            <p:ph idx="10"/>
          </p:nvPr>
        </p:nvSpPr>
        <p:spPr>
          <a:xfrm>
            <a:off x="0" y="0"/>
            <a:ext cx="121917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257E3644-E1B5-44BF-80CB-815F996F3B9E}" type="slidenum">
              <a:t>&lt;#&gt;</a:t>
            </a:fld>
          </a:p>
        </p:txBody>
      </p:sp>
      <p:sp>
        <p:nvSpPr>
          <p:cNvPr id="6" name="PlaceHolder 5"/>
          <p:cNvSpPr>
            <a:spLocks noGrp="1"/>
          </p:cNvSpPr>
          <p:nvPr>
            <p:ph type="dt" idx="4"/>
          </p:nvPr>
        </p:nvSpPr>
        <p:spPr/>
        <p:txBody>
          <a:bodyPr/>
          <a:p>
            <a:r>
              <a:rPr lang="zh-TW"/>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0"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61"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2"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CEB93F3A-16C9-489C-AB8C-1D2E7823E656}" type="slidenum">
              <a:t>&lt;#&gt;</a:t>
            </a:fld>
          </a:p>
        </p:txBody>
      </p:sp>
      <p:sp>
        <p:nvSpPr>
          <p:cNvPr id="7" name="PlaceHolder 6"/>
          <p:cNvSpPr>
            <a:spLocks noGrp="1"/>
          </p:cNvSpPr>
          <p:nvPr>
            <p:ph type="dt" idx="4"/>
          </p:nvPr>
        </p:nvSpPr>
        <p:spPr/>
        <p:txBody>
          <a:bodyPr/>
          <a:p>
            <a:r>
              <a:rPr lang="zh-TW"/>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63"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3B30D47B-7590-4A26-82BA-E00B6CB6C2E6}" type="slidenum">
              <a:t>&lt;#&gt;</a:t>
            </a:fld>
          </a:p>
        </p:txBody>
      </p:sp>
      <p:sp>
        <p:nvSpPr>
          <p:cNvPr id="5" name="PlaceHolder 4"/>
          <p:cNvSpPr>
            <a:spLocks noGrp="1"/>
          </p:cNvSpPr>
          <p:nvPr>
            <p:ph type="dt" idx="4"/>
          </p:nvPr>
        </p:nvSpPr>
        <p:spPr/>
        <p:txBody>
          <a:bodyPr/>
          <a:p>
            <a:r>
              <a:rPr lang="zh-TW"/>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64" name="PlaceHolder 1"/>
          <p:cNvSpPr>
            <a:spLocks noGrp="1"/>
          </p:cNvSpPr>
          <p:nvPr>
            <p:ph type="subTitle" idx="1"/>
          </p:nvPr>
        </p:nvSpPr>
        <p:spPr>
          <a:xfrm>
            <a:off x="1097280" y="4799520"/>
            <a:ext cx="10113120" cy="34473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A434BD8D-62EC-450B-9E93-17508CD234D5}" type="slidenum">
              <a:t>&lt;#&gt;</a:t>
            </a:fld>
          </a:p>
        </p:txBody>
      </p:sp>
      <p:sp>
        <p:nvSpPr>
          <p:cNvPr id="5" name="PlaceHolder 4"/>
          <p:cNvSpPr>
            <a:spLocks noGrp="1"/>
          </p:cNvSpPr>
          <p:nvPr>
            <p:ph type="dt" idx="4"/>
          </p:nvPr>
        </p:nvSpPr>
        <p:spPr/>
        <p:txBody>
          <a:bodyPr/>
          <a:p>
            <a:r>
              <a:rPr lang="zh-TW"/>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65"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66"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7"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8"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4786F3F1-A7DC-4A54-8A8A-F88AC7FC69E5}" type="slidenum">
              <a:t>&lt;#&gt;</a:t>
            </a:fld>
          </a:p>
        </p:txBody>
      </p:sp>
      <p:sp>
        <p:nvSpPr>
          <p:cNvPr id="8" name="PlaceHolder 7"/>
          <p:cNvSpPr>
            <a:spLocks noGrp="1"/>
          </p:cNvSpPr>
          <p:nvPr>
            <p:ph type="dt" idx="4"/>
          </p:nvPr>
        </p:nvSpPr>
        <p:spPr/>
        <p:txBody>
          <a:bodyPr/>
          <a:p>
            <a:r>
              <a:rPr lang="zh-TW"/>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69"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70"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1"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2" name="PlaceHolder 4"/>
          <p:cNvSpPr>
            <a:spLocks noGrp="1"/>
          </p:cNvSpPr>
          <p:nvPr>
            <p:ph idx="12"/>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6708DADC-F3E5-4278-9AA1-C275A47BF9F3}" type="slidenum">
              <a:t>&lt;#&gt;</a:t>
            </a:fld>
          </a:p>
        </p:txBody>
      </p:sp>
      <p:sp>
        <p:nvSpPr>
          <p:cNvPr id="8" name="PlaceHolder 7"/>
          <p:cNvSpPr>
            <a:spLocks noGrp="1"/>
          </p:cNvSpPr>
          <p:nvPr>
            <p:ph type="dt" idx="4"/>
          </p:nvPr>
        </p:nvSpPr>
        <p:spPr/>
        <p:txBody>
          <a:bodyPr/>
          <a:p>
            <a:r>
              <a:rPr lang="zh-TW"/>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73"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74"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5"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6" name="PlaceHolder 4"/>
          <p:cNvSpPr>
            <a:spLocks noGrp="1"/>
          </p:cNvSpPr>
          <p:nvPr>
            <p:ph idx="12"/>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339B1633-2254-49C4-BED7-2C500C4FF3EB}" type="slidenum">
              <a:t>&lt;#&gt;</a:t>
            </a:fld>
          </a:p>
        </p:txBody>
      </p:sp>
      <p:sp>
        <p:nvSpPr>
          <p:cNvPr id="8" name="PlaceHolder 7"/>
          <p:cNvSpPr>
            <a:spLocks noGrp="1"/>
          </p:cNvSpPr>
          <p:nvPr>
            <p:ph type="dt" idx="4"/>
          </p:nvPr>
        </p:nvSpPr>
        <p:spPr/>
        <p:txBody>
          <a:bodyPr/>
          <a:p>
            <a:r>
              <a:rPr lang="zh-TW"/>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77"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78" name="PlaceHolder 2"/>
          <p:cNvSpPr>
            <a:spLocks noGrp="1"/>
          </p:cNvSpPr>
          <p:nvPr>
            <p:ph idx="10"/>
          </p:nvPr>
        </p:nvSpPr>
        <p:spPr>
          <a:xfrm>
            <a:off x="0" y="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9" name="PlaceHolder 3"/>
          <p:cNvSpPr>
            <a:spLocks noGrp="1"/>
          </p:cNvSpPr>
          <p:nvPr>
            <p:ph idx="11"/>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B722E5C9-81BD-4A4E-8368-E282A0AE9D5F}" type="slidenum">
              <a:t>&lt;#&gt;</a:t>
            </a:fld>
          </a:p>
        </p:txBody>
      </p:sp>
      <p:sp>
        <p:nvSpPr>
          <p:cNvPr id="7" name="PlaceHolder 6"/>
          <p:cNvSpPr>
            <a:spLocks noGrp="1"/>
          </p:cNvSpPr>
          <p:nvPr>
            <p:ph type="dt" idx="4"/>
          </p:nvPr>
        </p:nvSpPr>
        <p:spPr/>
        <p:txBody>
          <a:bodyPr/>
          <a:p>
            <a:r>
              <a:rPr lang="zh-TW"/>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80"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81"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82"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83"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84" name="PlaceHolder 5"/>
          <p:cNvSpPr>
            <a:spLocks noGrp="1"/>
          </p:cNvSpPr>
          <p:nvPr>
            <p:ph idx="13"/>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 name="PlaceHolder 6"/>
          <p:cNvSpPr>
            <a:spLocks noGrp="1"/>
          </p:cNvSpPr>
          <p:nvPr>
            <p:ph type="ftr" idx="5"/>
          </p:nvPr>
        </p:nvSpPr>
        <p:spPr/>
        <p:txBody>
          <a:bodyPr/>
          <a:p>
            <a:r>
              <a:t>Footer</a:t>
            </a:r>
          </a:p>
        </p:txBody>
      </p:sp>
      <p:sp>
        <p:nvSpPr>
          <p:cNvPr id="8" name="PlaceHolder 7"/>
          <p:cNvSpPr>
            <a:spLocks noGrp="1"/>
          </p:cNvSpPr>
          <p:nvPr>
            <p:ph type="sldNum" idx="6"/>
          </p:nvPr>
        </p:nvSpPr>
        <p:spPr/>
        <p:txBody>
          <a:bodyPr/>
          <a:p>
            <a:fld id="{877BCF8C-AC62-4BE6-8179-89CB9A0063B4}" type="slidenum">
              <a:t>&lt;#&gt;</a:t>
            </a:fld>
          </a:p>
        </p:txBody>
      </p:sp>
      <p:sp>
        <p:nvSpPr>
          <p:cNvPr id="9" name="PlaceHolder 8"/>
          <p:cNvSpPr>
            <a:spLocks noGrp="1"/>
          </p:cNvSpPr>
          <p:nvPr>
            <p:ph type="dt" idx="4"/>
          </p:nvPr>
        </p:nvSpPr>
        <p:spPr/>
        <p:txBody>
          <a:bodyPr/>
          <a:p>
            <a:r>
              <a:rPr lang="zh-TW"/>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85"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86" name="PlaceHolder 2"/>
          <p:cNvSpPr>
            <a:spLocks noGrp="1"/>
          </p:cNvSpPr>
          <p:nvPr>
            <p:ph idx="10"/>
          </p:nvPr>
        </p:nvSpPr>
        <p:spPr>
          <a:xfrm>
            <a:off x="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87" name="PlaceHolder 3"/>
          <p:cNvSpPr>
            <a:spLocks noGrp="1"/>
          </p:cNvSpPr>
          <p:nvPr>
            <p:ph idx="11"/>
          </p:nvPr>
        </p:nvSpPr>
        <p:spPr>
          <a:xfrm>
            <a:off x="412200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88" name="PlaceHolder 4"/>
          <p:cNvSpPr>
            <a:spLocks noGrp="1"/>
          </p:cNvSpPr>
          <p:nvPr>
            <p:ph idx="12"/>
          </p:nvPr>
        </p:nvSpPr>
        <p:spPr>
          <a:xfrm>
            <a:off x="824436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89" name="PlaceHolder 5"/>
          <p:cNvSpPr>
            <a:spLocks noGrp="1"/>
          </p:cNvSpPr>
          <p:nvPr>
            <p:ph idx="13"/>
          </p:nvPr>
        </p:nvSpPr>
        <p:spPr>
          <a:xfrm>
            <a:off x="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90" name="PlaceHolder 6"/>
          <p:cNvSpPr>
            <a:spLocks noGrp="1"/>
          </p:cNvSpPr>
          <p:nvPr>
            <p:ph idx="14"/>
          </p:nvPr>
        </p:nvSpPr>
        <p:spPr>
          <a:xfrm>
            <a:off x="412200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91" name="PlaceHolder 7"/>
          <p:cNvSpPr>
            <a:spLocks noGrp="1"/>
          </p:cNvSpPr>
          <p:nvPr>
            <p:ph idx="15"/>
          </p:nvPr>
        </p:nvSpPr>
        <p:spPr>
          <a:xfrm>
            <a:off x="824436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9" name="PlaceHolder 8"/>
          <p:cNvSpPr>
            <a:spLocks noGrp="1"/>
          </p:cNvSpPr>
          <p:nvPr>
            <p:ph type="ftr" idx="5"/>
          </p:nvPr>
        </p:nvSpPr>
        <p:spPr/>
        <p:txBody>
          <a:bodyPr/>
          <a:p>
            <a:r>
              <a:t>Footer</a:t>
            </a:r>
          </a:p>
        </p:txBody>
      </p:sp>
      <p:sp>
        <p:nvSpPr>
          <p:cNvPr id="10" name="PlaceHolder 9"/>
          <p:cNvSpPr>
            <a:spLocks noGrp="1"/>
          </p:cNvSpPr>
          <p:nvPr>
            <p:ph type="sldNum" idx="6"/>
          </p:nvPr>
        </p:nvSpPr>
        <p:spPr/>
        <p:txBody>
          <a:bodyPr/>
          <a:p>
            <a:fld id="{BF0D8DEA-3061-4EC6-AF13-806FB331C997}" type="slidenum">
              <a:t>&lt;#&gt;</a:t>
            </a:fld>
          </a:p>
        </p:txBody>
      </p:sp>
      <p:sp>
        <p:nvSpPr>
          <p:cNvPr id="11" name="PlaceHolder 10"/>
          <p:cNvSpPr>
            <a:spLocks noGrp="1"/>
          </p:cNvSpPr>
          <p:nvPr>
            <p:ph type="dt" idx="4"/>
          </p:nvPr>
        </p:nvSpPr>
        <p:spPr/>
        <p:txBody>
          <a:bodyPr/>
          <a:p>
            <a:r>
              <a:rPr lang="zh-TW"/>
              <a:t/>
            </a: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12B8D5C1-7850-4681-B02D-207730531CAB}" type="slidenum">
              <a:t>&lt;#&gt;</a:t>
            </a:fld>
          </a:p>
        </p:txBody>
      </p:sp>
      <p:sp>
        <p:nvSpPr>
          <p:cNvPr id="4" name="PlaceHolder 3"/>
          <p:cNvSpPr>
            <a:spLocks noGrp="1"/>
          </p:cNvSpPr>
          <p:nvPr>
            <p:ph type="dt" idx="7"/>
          </p:nvPr>
        </p:nvSpPr>
        <p:spPr/>
        <p:txBody>
          <a:bodyPr/>
          <a:p>
            <a:r>
              <a:rPr lang="zh-TW"/>
              <a:t/>
            </a:r>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00"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01" name="PlaceHolder 2"/>
          <p:cNvSpPr>
            <a:spLocks noGrp="1"/>
          </p:cNvSpPr>
          <p:nvPr>
            <p:ph type="subTitle" idx="1"/>
          </p:nvPr>
        </p:nvSpPr>
        <p:spPr>
          <a:xfrm>
            <a:off x="0" y="0"/>
            <a:ext cx="12191760" cy="457812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8"/>
          </p:nvPr>
        </p:nvSpPr>
        <p:spPr/>
        <p:txBody>
          <a:bodyPr/>
          <a:p>
            <a:r>
              <a:t>Footer</a:t>
            </a:r>
          </a:p>
        </p:txBody>
      </p:sp>
      <p:sp>
        <p:nvSpPr>
          <p:cNvPr id="5" name="PlaceHolder 4"/>
          <p:cNvSpPr>
            <a:spLocks noGrp="1"/>
          </p:cNvSpPr>
          <p:nvPr>
            <p:ph type="sldNum" idx="9"/>
          </p:nvPr>
        </p:nvSpPr>
        <p:spPr/>
        <p:txBody>
          <a:bodyPr/>
          <a:p>
            <a:fld id="{535E6DBA-8171-4E0E-9C96-AFACDE15D58C}" type="slidenum">
              <a:t>&lt;#&gt;</a:t>
            </a:fld>
          </a:p>
        </p:txBody>
      </p:sp>
      <p:sp>
        <p:nvSpPr>
          <p:cNvPr id="6" name="PlaceHolder 5"/>
          <p:cNvSpPr>
            <a:spLocks noGrp="1"/>
          </p:cNvSpPr>
          <p:nvPr>
            <p:ph type="dt" idx="7"/>
          </p:nvPr>
        </p:nvSpPr>
        <p:spPr/>
        <p:txBody>
          <a:bodyPr/>
          <a:p>
            <a:r>
              <a:rPr lang="zh-TW"/>
              <a:t/>
            </a: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02"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03" name="PlaceHolder 2"/>
          <p:cNvSpPr>
            <a:spLocks noGrp="1"/>
          </p:cNvSpPr>
          <p:nvPr>
            <p:ph idx="10"/>
          </p:nvPr>
        </p:nvSpPr>
        <p:spPr>
          <a:xfrm>
            <a:off x="0" y="0"/>
            <a:ext cx="121917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 name="PlaceHolder 3"/>
          <p:cNvSpPr>
            <a:spLocks noGrp="1"/>
          </p:cNvSpPr>
          <p:nvPr>
            <p:ph type="ftr" idx="8"/>
          </p:nvPr>
        </p:nvSpPr>
        <p:spPr/>
        <p:txBody>
          <a:bodyPr/>
          <a:p>
            <a:r>
              <a:t>Footer</a:t>
            </a:r>
          </a:p>
        </p:txBody>
      </p:sp>
      <p:sp>
        <p:nvSpPr>
          <p:cNvPr id="5" name="PlaceHolder 4"/>
          <p:cNvSpPr>
            <a:spLocks noGrp="1"/>
          </p:cNvSpPr>
          <p:nvPr>
            <p:ph type="sldNum" idx="9"/>
          </p:nvPr>
        </p:nvSpPr>
        <p:spPr/>
        <p:txBody>
          <a:bodyPr/>
          <a:p>
            <a:fld id="{75CD93CB-C4CE-4249-B715-28A74C766624}" type="slidenum">
              <a:t>&lt;#&gt;</a:t>
            </a:fld>
          </a:p>
        </p:txBody>
      </p:sp>
      <p:sp>
        <p:nvSpPr>
          <p:cNvPr id="6" name="PlaceHolder 5"/>
          <p:cNvSpPr>
            <a:spLocks noGrp="1"/>
          </p:cNvSpPr>
          <p:nvPr>
            <p:ph type="dt" idx="7"/>
          </p:nvPr>
        </p:nvSpPr>
        <p:spPr/>
        <p:txBody>
          <a:bodyPr/>
          <a:p>
            <a:r>
              <a:rPr lang="zh-TW"/>
              <a:t/>
            </a: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04"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05"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06"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8"/>
          </p:nvPr>
        </p:nvSpPr>
        <p:spPr/>
        <p:txBody>
          <a:bodyPr/>
          <a:p>
            <a:r>
              <a:t>Footer</a:t>
            </a:r>
          </a:p>
        </p:txBody>
      </p:sp>
      <p:sp>
        <p:nvSpPr>
          <p:cNvPr id="6" name="PlaceHolder 5"/>
          <p:cNvSpPr>
            <a:spLocks noGrp="1"/>
          </p:cNvSpPr>
          <p:nvPr>
            <p:ph type="sldNum" idx="9"/>
          </p:nvPr>
        </p:nvSpPr>
        <p:spPr/>
        <p:txBody>
          <a:bodyPr/>
          <a:p>
            <a:fld id="{4DCAB29B-BE1A-485B-89FB-DDD56A8FDB2E}" type="slidenum">
              <a:t>&lt;#&gt;</a:t>
            </a:fld>
          </a:p>
        </p:txBody>
      </p:sp>
      <p:sp>
        <p:nvSpPr>
          <p:cNvPr id="7" name="PlaceHolder 6"/>
          <p:cNvSpPr>
            <a:spLocks noGrp="1"/>
          </p:cNvSpPr>
          <p:nvPr>
            <p:ph type="dt" idx="7"/>
          </p:nvPr>
        </p:nvSpPr>
        <p:spPr/>
        <p:txBody>
          <a:bodyPr/>
          <a:p>
            <a:r>
              <a:rPr lang="zh-TW"/>
              <a:t/>
            </a: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07"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 name="PlaceHolder 2"/>
          <p:cNvSpPr>
            <a:spLocks noGrp="1"/>
          </p:cNvSpPr>
          <p:nvPr>
            <p:ph type="ftr" idx="8"/>
          </p:nvPr>
        </p:nvSpPr>
        <p:spPr/>
        <p:txBody>
          <a:bodyPr/>
          <a:p>
            <a:r>
              <a:t>Footer</a:t>
            </a:r>
          </a:p>
        </p:txBody>
      </p:sp>
      <p:sp>
        <p:nvSpPr>
          <p:cNvPr id="4" name="PlaceHolder 3"/>
          <p:cNvSpPr>
            <a:spLocks noGrp="1"/>
          </p:cNvSpPr>
          <p:nvPr>
            <p:ph type="sldNum" idx="9"/>
          </p:nvPr>
        </p:nvSpPr>
        <p:spPr/>
        <p:txBody>
          <a:bodyPr/>
          <a:p>
            <a:fld id="{7C429BFC-AFC2-4FEB-A4FE-F13BFCC7B8D7}" type="slidenum">
              <a:t>&lt;#&gt;</a:t>
            </a:fld>
          </a:p>
        </p:txBody>
      </p:sp>
      <p:sp>
        <p:nvSpPr>
          <p:cNvPr id="5" name="PlaceHolder 4"/>
          <p:cNvSpPr>
            <a:spLocks noGrp="1"/>
          </p:cNvSpPr>
          <p:nvPr>
            <p:ph type="dt" idx="7"/>
          </p:nvPr>
        </p:nvSpPr>
        <p:spPr/>
        <p:txBody>
          <a:bodyPr/>
          <a:p>
            <a:r>
              <a:rPr lang="zh-TW"/>
              <a:t/>
            </a: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8" name="PlaceHolder 1"/>
          <p:cNvSpPr>
            <a:spLocks noGrp="1"/>
          </p:cNvSpPr>
          <p:nvPr>
            <p:ph type="subTitle" idx="1"/>
          </p:nvPr>
        </p:nvSpPr>
        <p:spPr>
          <a:xfrm>
            <a:off x="1097280" y="4799520"/>
            <a:ext cx="10113120" cy="34473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8"/>
          </p:nvPr>
        </p:nvSpPr>
        <p:spPr/>
        <p:txBody>
          <a:bodyPr/>
          <a:p>
            <a:r>
              <a:t>Footer</a:t>
            </a:r>
          </a:p>
        </p:txBody>
      </p:sp>
      <p:sp>
        <p:nvSpPr>
          <p:cNvPr id="4" name="PlaceHolder 3"/>
          <p:cNvSpPr>
            <a:spLocks noGrp="1"/>
          </p:cNvSpPr>
          <p:nvPr>
            <p:ph type="sldNum" idx="9"/>
          </p:nvPr>
        </p:nvSpPr>
        <p:spPr/>
        <p:txBody>
          <a:bodyPr/>
          <a:p>
            <a:fld id="{A95667AE-CEA7-45E3-A4C9-3B2B757A6E5F}" type="slidenum">
              <a:t>&lt;#&gt;</a:t>
            </a:fld>
          </a:p>
        </p:txBody>
      </p:sp>
      <p:sp>
        <p:nvSpPr>
          <p:cNvPr id="5" name="PlaceHolder 4"/>
          <p:cNvSpPr>
            <a:spLocks noGrp="1"/>
          </p:cNvSpPr>
          <p:nvPr>
            <p:ph type="dt" idx="7"/>
          </p:nvPr>
        </p:nvSpPr>
        <p:spPr/>
        <p:txBody>
          <a:bodyPr/>
          <a:p>
            <a:r>
              <a:rPr lang="zh-TW"/>
              <a:t/>
            </a: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09"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10"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11"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12"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8"/>
          </p:nvPr>
        </p:nvSpPr>
        <p:spPr/>
        <p:txBody>
          <a:bodyPr/>
          <a:p>
            <a:r>
              <a:t>Footer</a:t>
            </a:r>
          </a:p>
        </p:txBody>
      </p:sp>
      <p:sp>
        <p:nvSpPr>
          <p:cNvPr id="7" name="PlaceHolder 6"/>
          <p:cNvSpPr>
            <a:spLocks noGrp="1"/>
          </p:cNvSpPr>
          <p:nvPr>
            <p:ph type="sldNum" idx="9"/>
          </p:nvPr>
        </p:nvSpPr>
        <p:spPr/>
        <p:txBody>
          <a:bodyPr/>
          <a:p>
            <a:fld id="{EC488D1C-3104-4661-942F-302073E359EB}" type="slidenum">
              <a:t>&lt;#&gt;</a:t>
            </a:fld>
          </a:p>
        </p:txBody>
      </p:sp>
      <p:sp>
        <p:nvSpPr>
          <p:cNvPr id="8" name="PlaceHolder 7"/>
          <p:cNvSpPr>
            <a:spLocks noGrp="1"/>
          </p:cNvSpPr>
          <p:nvPr>
            <p:ph type="dt" idx="7"/>
          </p:nvPr>
        </p:nvSpPr>
        <p:spPr/>
        <p:txBody>
          <a:bodyPr/>
          <a:p>
            <a:r>
              <a:rPr lang="zh-TW"/>
              <a:t/>
            </a: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13"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14"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15"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16" name="PlaceHolder 4"/>
          <p:cNvSpPr>
            <a:spLocks noGrp="1"/>
          </p:cNvSpPr>
          <p:nvPr>
            <p:ph idx="12"/>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8"/>
          </p:nvPr>
        </p:nvSpPr>
        <p:spPr/>
        <p:txBody>
          <a:bodyPr/>
          <a:p>
            <a:r>
              <a:t>Footer</a:t>
            </a:r>
          </a:p>
        </p:txBody>
      </p:sp>
      <p:sp>
        <p:nvSpPr>
          <p:cNvPr id="7" name="PlaceHolder 6"/>
          <p:cNvSpPr>
            <a:spLocks noGrp="1"/>
          </p:cNvSpPr>
          <p:nvPr>
            <p:ph type="sldNum" idx="9"/>
          </p:nvPr>
        </p:nvSpPr>
        <p:spPr/>
        <p:txBody>
          <a:bodyPr/>
          <a:p>
            <a:fld id="{9A3C8D6D-15BF-4B26-A9E4-2804A87B6227}" type="slidenum">
              <a:t>&lt;#&gt;</a:t>
            </a:fld>
          </a:p>
        </p:txBody>
      </p:sp>
      <p:sp>
        <p:nvSpPr>
          <p:cNvPr id="8" name="PlaceHolder 7"/>
          <p:cNvSpPr>
            <a:spLocks noGrp="1"/>
          </p:cNvSpPr>
          <p:nvPr>
            <p:ph type="dt" idx="7"/>
          </p:nvPr>
        </p:nvSpPr>
        <p:spPr/>
        <p:txBody>
          <a:bodyPr/>
          <a:p>
            <a:r>
              <a:rPr lang="zh-TW"/>
              <a:t/>
            </a: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17"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18"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19"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20" name="PlaceHolder 4"/>
          <p:cNvSpPr>
            <a:spLocks noGrp="1"/>
          </p:cNvSpPr>
          <p:nvPr>
            <p:ph idx="12"/>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8"/>
          </p:nvPr>
        </p:nvSpPr>
        <p:spPr/>
        <p:txBody>
          <a:bodyPr/>
          <a:p>
            <a:r>
              <a:t>Footer</a:t>
            </a:r>
          </a:p>
        </p:txBody>
      </p:sp>
      <p:sp>
        <p:nvSpPr>
          <p:cNvPr id="7" name="PlaceHolder 6"/>
          <p:cNvSpPr>
            <a:spLocks noGrp="1"/>
          </p:cNvSpPr>
          <p:nvPr>
            <p:ph type="sldNum" idx="9"/>
          </p:nvPr>
        </p:nvSpPr>
        <p:spPr/>
        <p:txBody>
          <a:bodyPr/>
          <a:p>
            <a:fld id="{BE86242B-3D02-4D19-B7D1-58FD0F989CA6}" type="slidenum">
              <a:t>&lt;#&gt;</a:t>
            </a:fld>
          </a:p>
        </p:txBody>
      </p:sp>
      <p:sp>
        <p:nvSpPr>
          <p:cNvPr id="8" name="PlaceHolder 7"/>
          <p:cNvSpPr>
            <a:spLocks noGrp="1"/>
          </p:cNvSpPr>
          <p:nvPr>
            <p:ph type="dt" idx="7"/>
          </p:nvPr>
        </p:nvSpPr>
        <p:spPr/>
        <p:txBody>
          <a:bodyPr/>
          <a:p>
            <a:r>
              <a:rPr lang="zh-TW"/>
              <a:t/>
            </a: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21"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22" name="PlaceHolder 2"/>
          <p:cNvSpPr>
            <a:spLocks noGrp="1"/>
          </p:cNvSpPr>
          <p:nvPr>
            <p:ph idx="10"/>
          </p:nvPr>
        </p:nvSpPr>
        <p:spPr>
          <a:xfrm>
            <a:off x="0" y="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23" name="PlaceHolder 3"/>
          <p:cNvSpPr>
            <a:spLocks noGrp="1"/>
          </p:cNvSpPr>
          <p:nvPr>
            <p:ph idx="11"/>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8"/>
          </p:nvPr>
        </p:nvSpPr>
        <p:spPr/>
        <p:txBody>
          <a:bodyPr/>
          <a:p>
            <a:r>
              <a:t>Footer</a:t>
            </a:r>
          </a:p>
        </p:txBody>
      </p:sp>
      <p:sp>
        <p:nvSpPr>
          <p:cNvPr id="6" name="PlaceHolder 5"/>
          <p:cNvSpPr>
            <a:spLocks noGrp="1"/>
          </p:cNvSpPr>
          <p:nvPr>
            <p:ph type="sldNum" idx="9"/>
          </p:nvPr>
        </p:nvSpPr>
        <p:spPr/>
        <p:txBody>
          <a:bodyPr/>
          <a:p>
            <a:fld id="{AF6A8DAC-2AC9-420B-98DE-2E80DF9350DB}" type="slidenum">
              <a:t>&lt;#&gt;</a:t>
            </a:fld>
          </a:p>
        </p:txBody>
      </p:sp>
      <p:sp>
        <p:nvSpPr>
          <p:cNvPr id="7" name="PlaceHolder 6"/>
          <p:cNvSpPr>
            <a:spLocks noGrp="1"/>
          </p:cNvSpPr>
          <p:nvPr>
            <p:ph type="dt" idx="7"/>
          </p:nvPr>
        </p:nvSpPr>
        <p:spPr/>
        <p:txBody>
          <a:bodyPr/>
          <a:p>
            <a:r>
              <a:rPr lang="zh-TW"/>
              <a:t/>
            </a: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24"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25"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26"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27"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28" name="PlaceHolder 5"/>
          <p:cNvSpPr>
            <a:spLocks noGrp="1"/>
          </p:cNvSpPr>
          <p:nvPr>
            <p:ph idx="13"/>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 name="PlaceHolder 6"/>
          <p:cNvSpPr>
            <a:spLocks noGrp="1"/>
          </p:cNvSpPr>
          <p:nvPr>
            <p:ph type="ftr" idx="8"/>
          </p:nvPr>
        </p:nvSpPr>
        <p:spPr/>
        <p:txBody>
          <a:bodyPr/>
          <a:p>
            <a:r>
              <a:t>Footer</a:t>
            </a:r>
          </a:p>
        </p:txBody>
      </p:sp>
      <p:sp>
        <p:nvSpPr>
          <p:cNvPr id="8" name="PlaceHolder 7"/>
          <p:cNvSpPr>
            <a:spLocks noGrp="1"/>
          </p:cNvSpPr>
          <p:nvPr>
            <p:ph type="sldNum" idx="9"/>
          </p:nvPr>
        </p:nvSpPr>
        <p:spPr/>
        <p:txBody>
          <a:bodyPr/>
          <a:p>
            <a:fld id="{F9EE1D79-E1B8-4833-9484-F64B8559C702}" type="slidenum">
              <a:t>&lt;#&gt;</a:t>
            </a:fld>
          </a:p>
        </p:txBody>
      </p:sp>
      <p:sp>
        <p:nvSpPr>
          <p:cNvPr id="9" name="PlaceHolder 8"/>
          <p:cNvSpPr>
            <a:spLocks noGrp="1"/>
          </p:cNvSpPr>
          <p:nvPr>
            <p:ph type="dt" idx="7"/>
          </p:nvPr>
        </p:nvSpPr>
        <p:spPr/>
        <p:txBody>
          <a:bodyPr/>
          <a:p>
            <a:r>
              <a:rPr lang="zh-TW"/>
              <a:t/>
            </a: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29"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30" name="PlaceHolder 2"/>
          <p:cNvSpPr>
            <a:spLocks noGrp="1"/>
          </p:cNvSpPr>
          <p:nvPr>
            <p:ph idx="10"/>
          </p:nvPr>
        </p:nvSpPr>
        <p:spPr>
          <a:xfrm>
            <a:off x="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31" name="PlaceHolder 3"/>
          <p:cNvSpPr>
            <a:spLocks noGrp="1"/>
          </p:cNvSpPr>
          <p:nvPr>
            <p:ph idx="11"/>
          </p:nvPr>
        </p:nvSpPr>
        <p:spPr>
          <a:xfrm>
            <a:off x="412200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32" name="PlaceHolder 4"/>
          <p:cNvSpPr>
            <a:spLocks noGrp="1"/>
          </p:cNvSpPr>
          <p:nvPr>
            <p:ph idx="12"/>
          </p:nvPr>
        </p:nvSpPr>
        <p:spPr>
          <a:xfrm>
            <a:off x="824436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33" name="PlaceHolder 5"/>
          <p:cNvSpPr>
            <a:spLocks noGrp="1"/>
          </p:cNvSpPr>
          <p:nvPr>
            <p:ph idx="13"/>
          </p:nvPr>
        </p:nvSpPr>
        <p:spPr>
          <a:xfrm>
            <a:off x="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34" name="PlaceHolder 6"/>
          <p:cNvSpPr>
            <a:spLocks noGrp="1"/>
          </p:cNvSpPr>
          <p:nvPr>
            <p:ph idx="14"/>
          </p:nvPr>
        </p:nvSpPr>
        <p:spPr>
          <a:xfrm>
            <a:off x="412200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35" name="PlaceHolder 7"/>
          <p:cNvSpPr>
            <a:spLocks noGrp="1"/>
          </p:cNvSpPr>
          <p:nvPr>
            <p:ph idx="15"/>
          </p:nvPr>
        </p:nvSpPr>
        <p:spPr>
          <a:xfrm>
            <a:off x="824436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9" name="PlaceHolder 8"/>
          <p:cNvSpPr>
            <a:spLocks noGrp="1"/>
          </p:cNvSpPr>
          <p:nvPr>
            <p:ph type="ftr" idx="8"/>
          </p:nvPr>
        </p:nvSpPr>
        <p:spPr/>
        <p:txBody>
          <a:bodyPr/>
          <a:p>
            <a:r>
              <a:t>Footer</a:t>
            </a:r>
          </a:p>
        </p:txBody>
      </p:sp>
      <p:sp>
        <p:nvSpPr>
          <p:cNvPr id="10" name="PlaceHolder 9"/>
          <p:cNvSpPr>
            <a:spLocks noGrp="1"/>
          </p:cNvSpPr>
          <p:nvPr>
            <p:ph type="sldNum" idx="9"/>
          </p:nvPr>
        </p:nvSpPr>
        <p:spPr/>
        <p:txBody>
          <a:bodyPr/>
          <a:p>
            <a:fld id="{4F5C2052-20BA-4320-BEEE-023720D8C1DB}" type="slidenum">
              <a:t>&lt;#&gt;</a:t>
            </a:fld>
          </a:p>
        </p:txBody>
      </p:sp>
      <p:sp>
        <p:nvSpPr>
          <p:cNvPr id="11" name="PlaceHolder 10"/>
          <p:cNvSpPr>
            <a:spLocks noGrp="1"/>
          </p:cNvSpPr>
          <p:nvPr>
            <p:ph type="dt" idx="7"/>
          </p:nvPr>
        </p:nvSpPr>
        <p:spPr/>
        <p:txBody>
          <a:bodyPr/>
          <a:p>
            <a:r>
              <a:rPr lang="zh-TW"/>
              <a:t/>
            </a: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1"/>
          </p:nvPr>
        </p:nvSpPr>
        <p:spPr/>
        <p:txBody>
          <a:bodyPr/>
          <a:p>
            <a:r>
              <a:t>Footer</a:t>
            </a:r>
          </a:p>
        </p:txBody>
      </p:sp>
      <p:sp>
        <p:nvSpPr>
          <p:cNvPr id="3" name="PlaceHolder 2"/>
          <p:cNvSpPr>
            <a:spLocks noGrp="1"/>
          </p:cNvSpPr>
          <p:nvPr>
            <p:ph type="sldNum" idx="12"/>
          </p:nvPr>
        </p:nvSpPr>
        <p:spPr/>
        <p:txBody>
          <a:bodyPr/>
          <a:p>
            <a:fld id="{49503170-5503-40A1-A678-7FD570D41EBA}" type="slidenum">
              <a:t>&lt;#&gt;</a:t>
            </a:fld>
          </a:p>
        </p:txBody>
      </p:sp>
      <p:sp>
        <p:nvSpPr>
          <p:cNvPr id="4" name="PlaceHolder 3"/>
          <p:cNvSpPr>
            <a:spLocks noGrp="1"/>
          </p:cNvSpPr>
          <p:nvPr>
            <p:ph type="dt" idx="10"/>
          </p:nvPr>
        </p:nvSpPr>
        <p:spPr/>
        <p:txBody>
          <a:bodyPr/>
          <a:p>
            <a:r>
              <a:rPr lang="zh-TW"/>
              <a:t/>
            </a:r>
          </a:p>
        </p:txBody>
      </p:sp>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46"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47" name="PlaceHolder 2"/>
          <p:cNvSpPr>
            <a:spLocks noGrp="1"/>
          </p:cNvSpPr>
          <p:nvPr>
            <p:ph type="subTitle" idx="1"/>
          </p:nvPr>
        </p:nvSpPr>
        <p:spPr>
          <a:xfrm>
            <a:off x="0" y="0"/>
            <a:ext cx="12191760" cy="457812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777B2269-28E9-440C-9608-CBDD2771D798}" type="slidenum">
              <a:t>&lt;#&gt;</a:t>
            </a:fld>
          </a:p>
        </p:txBody>
      </p:sp>
      <p:sp>
        <p:nvSpPr>
          <p:cNvPr id="6" name="PlaceHolder 5"/>
          <p:cNvSpPr>
            <a:spLocks noGrp="1"/>
          </p:cNvSpPr>
          <p:nvPr>
            <p:ph type="dt" idx="10"/>
          </p:nvPr>
        </p:nvSpPr>
        <p:spPr/>
        <p:txBody>
          <a:bodyPr/>
          <a:p>
            <a:r>
              <a:rPr lang="zh-TW"/>
              <a:t/>
            </a: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48"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49" name="PlaceHolder 2"/>
          <p:cNvSpPr>
            <a:spLocks noGrp="1"/>
          </p:cNvSpPr>
          <p:nvPr>
            <p:ph idx="10"/>
          </p:nvPr>
        </p:nvSpPr>
        <p:spPr>
          <a:xfrm>
            <a:off x="0" y="0"/>
            <a:ext cx="121917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E06EE2EC-9438-4B9B-BAB2-97F12F2A03B1}" type="slidenum">
              <a:t>&lt;#&gt;</a:t>
            </a:fld>
          </a:p>
        </p:txBody>
      </p:sp>
      <p:sp>
        <p:nvSpPr>
          <p:cNvPr id="6" name="PlaceHolder 5"/>
          <p:cNvSpPr>
            <a:spLocks noGrp="1"/>
          </p:cNvSpPr>
          <p:nvPr>
            <p:ph type="dt" idx="10"/>
          </p:nvPr>
        </p:nvSpPr>
        <p:spPr/>
        <p:txBody>
          <a:bodyPr/>
          <a:p>
            <a:r>
              <a:rPr lang="zh-TW"/>
              <a:t/>
            </a: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50"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51"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52"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11"/>
          </p:nvPr>
        </p:nvSpPr>
        <p:spPr/>
        <p:txBody>
          <a:bodyPr/>
          <a:p>
            <a:r>
              <a:t>Footer</a:t>
            </a:r>
          </a:p>
        </p:txBody>
      </p:sp>
      <p:sp>
        <p:nvSpPr>
          <p:cNvPr id="6" name="PlaceHolder 5"/>
          <p:cNvSpPr>
            <a:spLocks noGrp="1"/>
          </p:cNvSpPr>
          <p:nvPr>
            <p:ph type="sldNum" idx="12"/>
          </p:nvPr>
        </p:nvSpPr>
        <p:spPr/>
        <p:txBody>
          <a:bodyPr/>
          <a:p>
            <a:fld id="{471F5433-EC89-4B0F-BBA7-D4DBB79BAE38}" type="slidenum">
              <a:t>&lt;#&gt;</a:t>
            </a:fld>
          </a:p>
        </p:txBody>
      </p:sp>
      <p:sp>
        <p:nvSpPr>
          <p:cNvPr id="7" name="PlaceHolder 6"/>
          <p:cNvSpPr>
            <a:spLocks noGrp="1"/>
          </p:cNvSpPr>
          <p:nvPr>
            <p:ph type="dt" idx="10"/>
          </p:nvPr>
        </p:nvSpPr>
        <p:spPr/>
        <p:txBody>
          <a:bodyPr/>
          <a:p>
            <a:r>
              <a:rPr lang="zh-TW"/>
              <a:t/>
            </a: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53"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 name="PlaceHolder 2"/>
          <p:cNvSpPr>
            <a:spLocks noGrp="1"/>
          </p:cNvSpPr>
          <p:nvPr>
            <p:ph type="ftr" idx="11"/>
          </p:nvPr>
        </p:nvSpPr>
        <p:spPr/>
        <p:txBody>
          <a:bodyPr/>
          <a:p>
            <a:r>
              <a:t>Footer</a:t>
            </a:r>
          </a:p>
        </p:txBody>
      </p:sp>
      <p:sp>
        <p:nvSpPr>
          <p:cNvPr id="4" name="PlaceHolder 3"/>
          <p:cNvSpPr>
            <a:spLocks noGrp="1"/>
          </p:cNvSpPr>
          <p:nvPr>
            <p:ph type="sldNum" idx="12"/>
          </p:nvPr>
        </p:nvSpPr>
        <p:spPr/>
        <p:txBody>
          <a:bodyPr/>
          <a:p>
            <a:fld id="{56B5B7E1-CB37-41E9-B2CB-D2427C3A9F8D}" type="slidenum">
              <a:t>&lt;#&gt;</a:t>
            </a:fld>
          </a:p>
        </p:txBody>
      </p:sp>
      <p:sp>
        <p:nvSpPr>
          <p:cNvPr id="5" name="PlaceHolder 4"/>
          <p:cNvSpPr>
            <a:spLocks noGrp="1"/>
          </p:cNvSpPr>
          <p:nvPr>
            <p:ph type="dt" idx="10"/>
          </p:nvPr>
        </p:nvSpPr>
        <p:spPr/>
        <p:txBody>
          <a:bodyPr/>
          <a:p>
            <a:r>
              <a:rPr lang="zh-TW"/>
              <a:t/>
            </a: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54" name="PlaceHolder 1"/>
          <p:cNvSpPr>
            <a:spLocks noGrp="1"/>
          </p:cNvSpPr>
          <p:nvPr>
            <p:ph type="subTitle" idx="1"/>
          </p:nvPr>
        </p:nvSpPr>
        <p:spPr>
          <a:xfrm>
            <a:off x="1097280" y="4799520"/>
            <a:ext cx="10113120" cy="34473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11"/>
          </p:nvPr>
        </p:nvSpPr>
        <p:spPr/>
        <p:txBody>
          <a:bodyPr/>
          <a:p>
            <a:r>
              <a:t>Footer</a:t>
            </a:r>
          </a:p>
        </p:txBody>
      </p:sp>
      <p:sp>
        <p:nvSpPr>
          <p:cNvPr id="4" name="PlaceHolder 3"/>
          <p:cNvSpPr>
            <a:spLocks noGrp="1"/>
          </p:cNvSpPr>
          <p:nvPr>
            <p:ph type="sldNum" idx="12"/>
          </p:nvPr>
        </p:nvSpPr>
        <p:spPr/>
        <p:txBody>
          <a:bodyPr/>
          <a:p>
            <a:fld id="{F31A2F84-2C98-434D-B7EA-C20006E4595C}" type="slidenum">
              <a:t>&lt;#&gt;</a:t>
            </a:fld>
          </a:p>
        </p:txBody>
      </p:sp>
      <p:sp>
        <p:nvSpPr>
          <p:cNvPr id="5" name="PlaceHolder 4"/>
          <p:cNvSpPr>
            <a:spLocks noGrp="1"/>
          </p:cNvSpPr>
          <p:nvPr>
            <p:ph type="dt" idx="10"/>
          </p:nvPr>
        </p:nvSpPr>
        <p:spPr/>
        <p:txBody>
          <a:bodyPr/>
          <a:p>
            <a:r>
              <a:rPr lang="zh-TW"/>
              <a:t/>
            </a: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55"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56"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57"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58"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11"/>
          </p:nvPr>
        </p:nvSpPr>
        <p:spPr/>
        <p:txBody>
          <a:bodyPr/>
          <a:p>
            <a:r>
              <a:t>Footer</a:t>
            </a:r>
          </a:p>
        </p:txBody>
      </p:sp>
      <p:sp>
        <p:nvSpPr>
          <p:cNvPr id="7" name="PlaceHolder 6"/>
          <p:cNvSpPr>
            <a:spLocks noGrp="1"/>
          </p:cNvSpPr>
          <p:nvPr>
            <p:ph type="sldNum" idx="12"/>
          </p:nvPr>
        </p:nvSpPr>
        <p:spPr/>
        <p:txBody>
          <a:bodyPr/>
          <a:p>
            <a:fld id="{159C5902-38A0-4E74-964D-40414DF70A26}" type="slidenum">
              <a:t>&lt;#&gt;</a:t>
            </a:fld>
          </a:p>
        </p:txBody>
      </p:sp>
      <p:sp>
        <p:nvSpPr>
          <p:cNvPr id="8" name="PlaceHolder 7"/>
          <p:cNvSpPr>
            <a:spLocks noGrp="1"/>
          </p:cNvSpPr>
          <p:nvPr>
            <p:ph type="dt" idx="10"/>
          </p:nvPr>
        </p:nvSpPr>
        <p:spPr/>
        <p:txBody>
          <a:bodyPr/>
          <a:p>
            <a:r>
              <a:rPr lang="zh-TW"/>
              <a:t/>
            </a: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59"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60"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61"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62" name="PlaceHolder 4"/>
          <p:cNvSpPr>
            <a:spLocks noGrp="1"/>
          </p:cNvSpPr>
          <p:nvPr>
            <p:ph idx="12"/>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11"/>
          </p:nvPr>
        </p:nvSpPr>
        <p:spPr/>
        <p:txBody>
          <a:bodyPr/>
          <a:p>
            <a:r>
              <a:t>Footer</a:t>
            </a:r>
          </a:p>
        </p:txBody>
      </p:sp>
      <p:sp>
        <p:nvSpPr>
          <p:cNvPr id="7" name="PlaceHolder 6"/>
          <p:cNvSpPr>
            <a:spLocks noGrp="1"/>
          </p:cNvSpPr>
          <p:nvPr>
            <p:ph type="sldNum" idx="12"/>
          </p:nvPr>
        </p:nvSpPr>
        <p:spPr/>
        <p:txBody>
          <a:bodyPr/>
          <a:p>
            <a:fld id="{0005D2B6-89DA-487E-BC95-80A0AE42E35A}" type="slidenum">
              <a:t>&lt;#&gt;</a:t>
            </a:fld>
          </a:p>
        </p:txBody>
      </p:sp>
      <p:sp>
        <p:nvSpPr>
          <p:cNvPr id="8" name="PlaceHolder 7"/>
          <p:cNvSpPr>
            <a:spLocks noGrp="1"/>
          </p:cNvSpPr>
          <p:nvPr>
            <p:ph type="dt" idx="10"/>
          </p:nvPr>
        </p:nvSpPr>
        <p:spPr/>
        <p:txBody>
          <a:bodyPr/>
          <a:p>
            <a:r>
              <a:rPr lang="zh-TW"/>
              <a:t/>
            </a: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63"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64"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65"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66" name="PlaceHolder 4"/>
          <p:cNvSpPr>
            <a:spLocks noGrp="1"/>
          </p:cNvSpPr>
          <p:nvPr>
            <p:ph idx="12"/>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11"/>
          </p:nvPr>
        </p:nvSpPr>
        <p:spPr/>
        <p:txBody>
          <a:bodyPr/>
          <a:p>
            <a:r>
              <a:t>Footer</a:t>
            </a:r>
          </a:p>
        </p:txBody>
      </p:sp>
      <p:sp>
        <p:nvSpPr>
          <p:cNvPr id="7" name="PlaceHolder 6"/>
          <p:cNvSpPr>
            <a:spLocks noGrp="1"/>
          </p:cNvSpPr>
          <p:nvPr>
            <p:ph type="sldNum" idx="12"/>
          </p:nvPr>
        </p:nvSpPr>
        <p:spPr/>
        <p:txBody>
          <a:bodyPr/>
          <a:p>
            <a:fld id="{B11F8EE2-E297-4926-BF79-FF065AE6B184}" type="slidenum">
              <a:t>&lt;#&gt;</a:t>
            </a:fld>
          </a:p>
        </p:txBody>
      </p:sp>
      <p:sp>
        <p:nvSpPr>
          <p:cNvPr id="8" name="PlaceHolder 7"/>
          <p:cNvSpPr>
            <a:spLocks noGrp="1"/>
          </p:cNvSpPr>
          <p:nvPr>
            <p:ph type="dt" idx="10"/>
          </p:nvPr>
        </p:nvSpPr>
        <p:spPr/>
        <p:txBody>
          <a:bodyPr/>
          <a:p>
            <a:r>
              <a:rPr lang="zh-TW"/>
              <a:t/>
            </a: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67"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68" name="PlaceHolder 2"/>
          <p:cNvSpPr>
            <a:spLocks noGrp="1"/>
          </p:cNvSpPr>
          <p:nvPr>
            <p:ph idx="10"/>
          </p:nvPr>
        </p:nvSpPr>
        <p:spPr>
          <a:xfrm>
            <a:off x="0" y="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69" name="PlaceHolder 3"/>
          <p:cNvSpPr>
            <a:spLocks noGrp="1"/>
          </p:cNvSpPr>
          <p:nvPr>
            <p:ph idx="11"/>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11"/>
          </p:nvPr>
        </p:nvSpPr>
        <p:spPr/>
        <p:txBody>
          <a:bodyPr/>
          <a:p>
            <a:r>
              <a:t>Footer</a:t>
            </a:r>
          </a:p>
        </p:txBody>
      </p:sp>
      <p:sp>
        <p:nvSpPr>
          <p:cNvPr id="6" name="PlaceHolder 5"/>
          <p:cNvSpPr>
            <a:spLocks noGrp="1"/>
          </p:cNvSpPr>
          <p:nvPr>
            <p:ph type="sldNum" idx="12"/>
          </p:nvPr>
        </p:nvSpPr>
        <p:spPr/>
        <p:txBody>
          <a:bodyPr/>
          <a:p>
            <a:fld id="{63946A8A-7946-428E-9871-28EC8132FF9F}" type="slidenum">
              <a:t>&lt;#&gt;</a:t>
            </a:fld>
          </a:p>
        </p:txBody>
      </p:sp>
      <p:sp>
        <p:nvSpPr>
          <p:cNvPr id="7" name="PlaceHolder 6"/>
          <p:cNvSpPr>
            <a:spLocks noGrp="1"/>
          </p:cNvSpPr>
          <p:nvPr>
            <p:ph type="dt" idx="10"/>
          </p:nvPr>
        </p:nvSpPr>
        <p:spPr/>
        <p:txBody>
          <a:bodyPr/>
          <a:p>
            <a:r>
              <a:rPr lang="zh-TW"/>
              <a:t/>
            </a: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70"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71"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72"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73"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74" name="PlaceHolder 5"/>
          <p:cNvSpPr>
            <a:spLocks noGrp="1"/>
          </p:cNvSpPr>
          <p:nvPr>
            <p:ph idx="13"/>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 name="PlaceHolder 6"/>
          <p:cNvSpPr>
            <a:spLocks noGrp="1"/>
          </p:cNvSpPr>
          <p:nvPr>
            <p:ph type="ftr" idx="11"/>
          </p:nvPr>
        </p:nvSpPr>
        <p:spPr/>
        <p:txBody>
          <a:bodyPr/>
          <a:p>
            <a:r>
              <a:t>Footer</a:t>
            </a:r>
          </a:p>
        </p:txBody>
      </p:sp>
      <p:sp>
        <p:nvSpPr>
          <p:cNvPr id="8" name="PlaceHolder 7"/>
          <p:cNvSpPr>
            <a:spLocks noGrp="1"/>
          </p:cNvSpPr>
          <p:nvPr>
            <p:ph type="sldNum" idx="12"/>
          </p:nvPr>
        </p:nvSpPr>
        <p:spPr/>
        <p:txBody>
          <a:bodyPr/>
          <a:p>
            <a:fld id="{31E064BA-5B3B-4C75-A0C4-6859DD5265D3}" type="slidenum">
              <a:t>&lt;#&gt;</a:t>
            </a:fld>
          </a:p>
        </p:txBody>
      </p:sp>
      <p:sp>
        <p:nvSpPr>
          <p:cNvPr id="9" name="PlaceHolder 8"/>
          <p:cNvSpPr>
            <a:spLocks noGrp="1"/>
          </p:cNvSpPr>
          <p:nvPr>
            <p:ph type="dt" idx="10"/>
          </p:nvPr>
        </p:nvSpPr>
        <p:spPr/>
        <p:txBody>
          <a:bodyPr/>
          <a:p>
            <a:r>
              <a:rPr lang="zh-TW"/>
              <a:t/>
            </a: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75"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76" name="PlaceHolder 2"/>
          <p:cNvSpPr>
            <a:spLocks noGrp="1"/>
          </p:cNvSpPr>
          <p:nvPr>
            <p:ph idx="10"/>
          </p:nvPr>
        </p:nvSpPr>
        <p:spPr>
          <a:xfrm>
            <a:off x="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77" name="PlaceHolder 3"/>
          <p:cNvSpPr>
            <a:spLocks noGrp="1"/>
          </p:cNvSpPr>
          <p:nvPr>
            <p:ph idx="11"/>
          </p:nvPr>
        </p:nvSpPr>
        <p:spPr>
          <a:xfrm>
            <a:off x="412200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78" name="PlaceHolder 4"/>
          <p:cNvSpPr>
            <a:spLocks noGrp="1"/>
          </p:cNvSpPr>
          <p:nvPr>
            <p:ph idx="12"/>
          </p:nvPr>
        </p:nvSpPr>
        <p:spPr>
          <a:xfrm>
            <a:off x="824436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79" name="PlaceHolder 5"/>
          <p:cNvSpPr>
            <a:spLocks noGrp="1"/>
          </p:cNvSpPr>
          <p:nvPr>
            <p:ph idx="13"/>
          </p:nvPr>
        </p:nvSpPr>
        <p:spPr>
          <a:xfrm>
            <a:off x="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80" name="PlaceHolder 6"/>
          <p:cNvSpPr>
            <a:spLocks noGrp="1"/>
          </p:cNvSpPr>
          <p:nvPr>
            <p:ph idx="14"/>
          </p:nvPr>
        </p:nvSpPr>
        <p:spPr>
          <a:xfrm>
            <a:off x="412200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181" name="PlaceHolder 7"/>
          <p:cNvSpPr>
            <a:spLocks noGrp="1"/>
          </p:cNvSpPr>
          <p:nvPr>
            <p:ph idx="15"/>
          </p:nvPr>
        </p:nvSpPr>
        <p:spPr>
          <a:xfrm>
            <a:off x="824436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9" name="PlaceHolder 8"/>
          <p:cNvSpPr>
            <a:spLocks noGrp="1"/>
          </p:cNvSpPr>
          <p:nvPr>
            <p:ph type="ftr" idx="11"/>
          </p:nvPr>
        </p:nvSpPr>
        <p:spPr/>
        <p:txBody>
          <a:bodyPr/>
          <a:p>
            <a:r>
              <a:t>Footer</a:t>
            </a:r>
          </a:p>
        </p:txBody>
      </p:sp>
      <p:sp>
        <p:nvSpPr>
          <p:cNvPr id="10" name="PlaceHolder 9"/>
          <p:cNvSpPr>
            <a:spLocks noGrp="1"/>
          </p:cNvSpPr>
          <p:nvPr>
            <p:ph type="sldNum" idx="12"/>
          </p:nvPr>
        </p:nvSpPr>
        <p:spPr/>
        <p:txBody>
          <a:bodyPr/>
          <a:p>
            <a:fld id="{9114983A-0C93-4236-9981-68A05420EBEA}" type="slidenum">
              <a:t>&lt;#&gt;</a:t>
            </a:fld>
          </a:p>
        </p:txBody>
      </p:sp>
      <p:sp>
        <p:nvSpPr>
          <p:cNvPr id="11" name="PlaceHolder 10"/>
          <p:cNvSpPr>
            <a:spLocks noGrp="1"/>
          </p:cNvSpPr>
          <p:nvPr>
            <p:ph type="dt" idx="10"/>
          </p:nvPr>
        </p:nvSpPr>
        <p:spPr/>
        <p:txBody>
          <a:bodyPr/>
          <a:p>
            <a:r>
              <a:rPr lang="zh-TW"/>
              <a:t/>
            </a:r>
          </a:p>
        </p:txBody>
      </p:sp>
    </p:spTree>
  </p:cSld>
</p:sldLayout>
</file>

<file path=ppt/slideLayouts/slideLayout4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p>
            <a:r>
              <a:t>Footer</a:t>
            </a:r>
          </a:p>
        </p:txBody>
      </p:sp>
      <p:sp>
        <p:nvSpPr>
          <p:cNvPr id="3" name="PlaceHolder 2"/>
          <p:cNvSpPr>
            <a:spLocks noGrp="1"/>
          </p:cNvSpPr>
          <p:nvPr>
            <p:ph type="sldNum" idx="15"/>
          </p:nvPr>
        </p:nvSpPr>
        <p:spPr/>
        <p:txBody>
          <a:bodyPr/>
          <a:p>
            <a:fld id="{D616A0D8-8CDD-43A6-B01E-60B89FED15F4}" type="slidenum">
              <a:t>&lt;#&gt;</a:t>
            </a:fld>
          </a:p>
        </p:txBody>
      </p:sp>
      <p:sp>
        <p:nvSpPr>
          <p:cNvPr id="4" name="PlaceHolder 3"/>
          <p:cNvSpPr>
            <a:spLocks noGrp="1"/>
          </p:cNvSpPr>
          <p:nvPr>
            <p:ph type="dt" idx="13"/>
          </p:nvPr>
        </p:nvSpPr>
        <p:spPr/>
        <p:txBody>
          <a:bodyPr/>
          <a:p>
            <a:r>
              <a:rPr lang="zh-TW"/>
              <a:t/>
            </a:r>
          </a:p>
        </p:txBody>
      </p:sp>
    </p:spTree>
  </p:cSld>
</p:sldLayout>
</file>

<file path=ppt/slideLayouts/slideLayout5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94"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95" name="PlaceHolder 2"/>
          <p:cNvSpPr>
            <a:spLocks noGrp="1"/>
          </p:cNvSpPr>
          <p:nvPr>
            <p:ph type="subTitle" idx="1"/>
          </p:nvPr>
        </p:nvSpPr>
        <p:spPr>
          <a:xfrm>
            <a:off x="0" y="0"/>
            <a:ext cx="12191760" cy="457812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14"/>
          </p:nvPr>
        </p:nvSpPr>
        <p:spPr/>
        <p:txBody>
          <a:bodyPr/>
          <a:p>
            <a:r>
              <a:t>Footer</a:t>
            </a:r>
          </a:p>
        </p:txBody>
      </p:sp>
      <p:sp>
        <p:nvSpPr>
          <p:cNvPr id="5" name="PlaceHolder 4"/>
          <p:cNvSpPr>
            <a:spLocks noGrp="1"/>
          </p:cNvSpPr>
          <p:nvPr>
            <p:ph type="sldNum" idx="15"/>
          </p:nvPr>
        </p:nvSpPr>
        <p:spPr/>
        <p:txBody>
          <a:bodyPr/>
          <a:p>
            <a:fld id="{F0A48D0C-4795-4137-9D18-E2A50D6BCFB0}" type="slidenum">
              <a:t>&lt;#&gt;</a:t>
            </a:fld>
          </a:p>
        </p:txBody>
      </p:sp>
      <p:sp>
        <p:nvSpPr>
          <p:cNvPr id="6" name="PlaceHolder 5"/>
          <p:cNvSpPr>
            <a:spLocks noGrp="1"/>
          </p:cNvSpPr>
          <p:nvPr>
            <p:ph type="dt" idx="13"/>
          </p:nvPr>
        </p:nvSpPr>
        <p:spPr/>
        <p:txBody>
          <a:bodyPr/>
          <a:p>
            <a:r>
              <a:rPr lang="zh-TW"/>
              <a:t/>
            </a:r>
          </a:p>
        </p:txBody>
      </p:sp>
    </p:spTree>
  </p:cSld>
</p:sldLayout>
</file>

<file path=ppt/slideLayouts/slideLayout5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96"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97" name="PlaceHolder 2"/>
          <p:cNvSpPr>
            <a:spLocks noGrp="1"/>
          </p:cNvSpPr>
          <p:nvPr>
            <p:ph idx="10"/>
          </p:nvPr>
        </p:nvSpPr>
        <p:spPr>
          <a:xfrm>
            <a:off x="0" y="0"/>
            <a:ext cx="121917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 name="PlaceHolder 3"/>
          <p:cNvSpPr>
            <a:spLocks noGrp="1"/>
          </p:cNvSpPr>
          <p:nvPr>
            <p:ph type="ftr" idx="14"/>
          </p:nvPr>
        </p:nvSpPr>
        <p:spPr/>
        <p:txBody>
          <a:bodyPr/>
          <a:p>
            <a:r>
              <a:t>Footer</a:t>
            </a:r>
          </a:p>
        </p:txBody>
      </p:sp>
      <p:sp>
        <p:nvSpPr>
          <p:cNvPr id="5" name="PlaceHolder 4"/>
          <p:cNvSpPr>
            <a:spLocks noGrp="1"/>
          </p:cNvSpPr>
          <p:nvPr>
            <p:ph type="sldNum" idx="15"/>
          </p:nvPr>
        </p:nvSpPr>
        <p:spPr/>
        <p:txBody>
          <a:bodyPr/>
          <a:p>
            <a:fld id="{066E2C4E-06F1-4CD9-B4B6-8CA3396ABCE3}" type="slidenum">
              <a:t>&lt;#&gt;</a:t>
            </a:fld>
          </a:p>
        </p:txBody>
      </p:sp>
      <p:sp>
        <p:nvSpPr>
          <p:cNvPr id="6" name="PlaceHolder 5"/>
          <p:cNvSpPr>
            <a:spLocks noGrp="1"/>
          </p:cNvSpPr>
          <p:nvPr>
            <p:ph type="dt" idx="13"/>
          </p:nvPr>
        </p:nvSpPr>
        <p:spPr/>
        <p:txBody>
          <a:bodyPr/>
          <a:p>
            <a:r>
              <a:rPr lang="zh-TW"/>
              <a:t/>
            </a:r>
          </a:p>
        </p:txBody>
      </p:sp>
    </p:spTree>
  </p:cSld>
</p:sldLayout>
</file>

<file path=ppt/slideLayouts/slideLayout5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98"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199"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00"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14"/>
          </p:nvPr>
        </p:nvSpPr>
        <p:spPr/>
        <p:txBody>
          <a:bodyPr/>
          <a:p>
            <a:r>
              <a:t>Footer</a:t>
            </a:r>
          </a:p>
        </p:txBody>
      </p:sp>
      <p:sp>
        <p:nvSpPr>
          <p:cNvPr id="6" name="PlaceHolder 5"/>
          <p:cNvSpPr>
            <a:spLocks noGrp="1"/>
          </p:cNvSpPr>
          <p:nvPr>
            <p:ph type="sldNum" idx="15"/>
          </p:nvPr>
        </p:nvSpPr>
        <p:spPr/>
        <p:txBody>
          <a:bodyPr/>
          <a:p>
            <a:fld id="{1780ECB0-2FBA-4637-B513-B4F3720FA646}" type="slidenum">
              <a:t>&lt;#&gt;</a:t>
            </a:fld>
          </a:p>
        </p:txBody>
      </p:sp>
      <p:sp>
        <p:nvSpPr>
          <p:cNvPr id="7" name="PlaceHolder 6"/>
          <p:cNvSpPr>
            <a:spLocks noGrp="1"/>
          </p:cNvSpPr>
          <p:nvPr>
            <p:ph type="dt" idx="13"/>
          </p:nvPr>
        </p:nvSpPr>
        <p:spPr/>
        <p:txBody>
          <a:bodyPr/>
          <a:p>
            <a:r>
              <a:rPr lang="zh-TW"/>
              <a:t/>
            </a:r>
          </a:p>
        </p:txBody>
      </p:sp>
    </p:spTree>
  </p:cSld>
</p:sldLayout>
</file>

<file path=ppt/slideLayouts/slideLayout5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01"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 name="PlaceHolder 2"/>
          <p:cNvSpPr>
            <a:spLocks noGrp="1"/>
          </p:cNvSpPr>
          <p:nvPr>
            <p:ph type="ftr" idx="14"/>
          </p:nvPr>
        </p:nvSpPr>
        <p:spPr/>
        <p:txBody>
          <a:bodyPr/>
          <a:p>
            <a:r>
              <a:t>Footer</a:t>
            </a:r>
          </a:p>
        </p:txBody>
      </p:sp>
      <p:sp>
        <p:nvSpPr>
          <p:cNvPr id="4" name="PlaceHolder 3"/>
          <p:cNvSpPr>
            <a:spLocks noGrp="1"/>
          </p:cNvSpPr>
          <p:nvPr>
            <p:ph type="sldNum" idx="15"/>
          </p:nvPr>
        </p:nvSpPr>
        <p:spPr/>
        <p:txBody>
          <a:bodyPr/>
          <a:p>
            <a:fld id="{D776879C-07D7-4459-88CC-974729557094}" type="slidenum">
              <a:t>&lt;#&gt;</a:t>
            </a:fld>
          </a:p>
        </p:txBody>
      </p:sp>
      <p:sp>
        <p:nvSpPr>
          <p:cNvPr id="5" name="PlaceHolder 4"/>
          <p:cNvSpPr>
            <a:spLocks noGrp="1"/>
          </p:cNvSpPr>
          <p:nvPr>
            <p:ph type="dt" idx="13"/>
          </p:nvPr>
        </p:nvSpPr>
        <p:spPr/>
        <p:txBody>
          <a:bodyPr/>
          <a:p>
            <a:r>
              <a:rPr lang="zh-TW"/>
              <a:t/>
            </a:r>
          </a:p>
        </p:txBody>
      </p:sp>
    </p:spTree>
  </p:cSld>
</p:sldLayout>
</file>

<file path=ppt/slideLayouts/slideLayout5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02" name="PlaceHolder 1"/>
          <p:cNvSpPr>
            <a:spLocks noGrp="1"/>
          </p:cNvSpPr>
          <p:nvPr>
            <p:ph type="subTitle" idx="1"/>
          </p:nvPr>
        </p:nvSpPr>
        <p:spPr>
          <a:xfrm>
            <a:off x="1097280" y="4799520"/>
            <a:ext cx="10113120" cy="34473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14"/>
          </p:nvPr>
        </p:nvSpPr>
        <p:spPr/>
        <p:txBody>
          <a:bodyPr/>
          <a:p>
            <a:r>
              <a:t>Footer</a:t>
            </a:r>
          </a:p>
        </p:txBody>
      </p:sp>
      <p:sp>
        <p:nvSpPr>
          <p:cNvPr id="4" name="PlaceHolder 3"/>
          <p:cNvSpPr>
            <a:spLocks noGrp="1"/>
          </p:cNvSpPr>
          <p:nvPr>
            <p:ph type="sldNum" idx="15"/>
          </p:nvPr>
        </p:nvSpPr>
        <p:spPr/>
        <p:txBody>
          <a:bodyPr/>
          <a:p>
            <a:fld id="{E8057999-0D25-48FC-8D2A-3907FE54FCB8}" type="slidenum">
              <a:t>&lt;#&gt;</a:t>
            </a:fld>
          </a:p>
        </p:txBody>
      </p:sp>
      <p:sp>
        <p:nvSpPr>
          <p:cNvPr id="5" name="PlaceHolder 4"/>
          <p:cNvSpPr>
            <a:spLocks noGrp="1"/>
          </p:cNvSpPr>
          <p:nvPr>
            <p:ph type="dt" idx="13"/>
          </p:nvPr>
        </p:nvSpPr>
        <p:spPr/>
        <p:txBody>
          <a:bodyPr/>
          <a:p>
            <a:r>
              <a:rPr lang="zh-TW"/>
              <a:t/>
            </a:r>
          </a:p>
        </p:txBody>
      </p:sp>
    </p:spTree>
  </p:cSld>
</p:sldLayout>
</file>

<file path=ppt/slideLayouts/slideLayout5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03"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04"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05"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06"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14"/>
          </p:nvPr>
        </p:nvSpPr>
        <p:spPr/>
        <p:txBody>
          <a:bodyPr/>
          <a:p>
            <a:r>
              <a:t>Footer</a:t>
            </a:r>
          </a:p>
        </p:txBody>
      </p:sp>
      <p:sp>
        <p:nvSpPr>
          <p:cNvPr id="7" name="PlaceHolder 6"/>
          <p:cNvSpPr>
            <a:spLocks noGrp="1"/>
          </p:cNvSpPr>
          <p:nvPr>
            <p:ph type="sldNum" idx="15"/>
          </p:nvPr>
        </p:nvSpPr>
        <p:spPr/>
        <p:txBody>
          <a:bodyPr/>
          <a:p>
            <a:fld id="{9E5177DE-627E-4E5D-9B74-326B1E9F5948}" type="slidenum">
              <a:t>&lt;#&gt;</a:t>
            </a:fld>
          </a:p>
        </p:txBody>
      </p:sp>
      <p:sp>
        <p:nvSpPr>
          <p:cNvPr id="8" name="PlaceHolder 7"/>
          <p:cNvSpPr>
            <a:spLocks noGrp="1"/>
          </p:cNvSpPr>
          <p:nvPr>
            <p:ph type="dt" idx="13"/>
          </p:nvPr>
        </p:nvSpPr>
        <p:spPr/>
        <p:txBody>
          <a:bodyPr/>
          <a:p>
            <a:r>
              <a:rPr lang="zh-TW"/>
              <a:t/>
            </a:r>
          </a:p>
        </p:txBody>
      </p:sp>
    </p:spTree>
  </p:cSld>
</p:sldLayout>
</file>

<file path=ppt/slideLayouts/slideLayout5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07"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08"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09"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10" name="PlaceHolder 4"/>
          <p:cNvSpPr>
            <a:spLocks noGrp="1"/>
          </p:cNvSpPr>
          <p:nvPr>
            <p:ph idx="12"/>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14"/>
          </p:nvPr>
        </p:nvSpPr>
        <p:spPr/>
        <p:txBody>
          <a:bodyPr/>
          <a:p>
            <a:r>
              <a:t>Footer</a:t>
            </a:r>
          </a:p>
        </p:txBody>
      </p:sp>
      <p:sp>
        <p:nvSpPr>
          <p:cNvPr id="7" name="PlaceHolder 6"/>
          <p:cNvSpPr>
            <a:spLocks noGrp="1"/>
          </p:cNvSpPr>
          <p:nvPr>
            <p:ph type="sldNum" idx="15"/>
          </p:nvPr>
        </p:nvSpPr>
        <p:spPr/>
        <p:txBody>
          <a:bodyPr/>
          <a:p>
            <a:fld id="{12EC7F18-31A9-4B00-ABF2-8A9227BED99F}" type="slidenum">
              <a:t>&lt;#&gt;</a:t>
            </a:fld>
          </a:p>
        </p:txBody>
      </p:sp>
      <p:sp>
        <p:nvSpPr>
          <p:cNvPr id="8" name="PlaceHolder 7"/>
          <p:cNvSpPr>
            <a:spLocks noGrp="1"/>
          </p:cNvSpPr>
          <p:nvPr>
            <p:ph type="dt" idx="13"/>
          </p:nvPr>
        </p:nvSpPr>
        <p:spPr/>
        <p:txBody>
          <a:bodyPr/>
          <a:p>
            <a:r>
              <a:rPr lang="zh-TW"/>
              <a:t/>
            </a:r>
          </a:p>
        </p:txBody>
      </p:sp>
    </p:spTree>
  </p:cSld>
</p:sldLayout>
</file>

<file path=ppt/slideLayouts/slideLayout5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11"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12"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13"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14" name="PlaceHolder 4"/>
          <p:cNvSpPr>
            <a:spLocks noGrp="1"/>
          </p:cNvSpPr>
          <p:nvPr>
            <p:ph idx="12"/>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14"/>
          </p:nvPr>
        </p:nvSpPr>
        <p:spPr/>
        <p:txBody>
          <a:bodyPr/>
          <a:p>
            <a:r>
              <a:t>Footer</a:t>
            </a:r>
          </a:p>
        </p:txBody>
      </p:sp>
      <p:sp>
        <p:nvSpPr>
          <p:cNvPr id="7" name="PlaceHolder 6"/>
          <p:cNvSpPr>
            <a:spLocks noGrp="1"/>
          </p:cNvSpPr>
          <p:nvPr>
            <p:ph type="sldNum" idx="15"/>
          </p:nvPr>
        </p:nvSpPr>
        <p:spPr/>
        <p:txBody>
          <a:bodyPr/>
          <a:p>
            <a:fld id="{22EEA000-6CD8-4D89-A193-C451F7991D41}" type="slidenum">
              <a:t>&lt;#&gt;</a:t>
            </a:fld>
          </a:p>
        </p:txBody>
      </p:sp>
      <p:sp>
        <p:nvSpPr>
          <p:cNvPr id="8" name="PlaceHolder 7"/>
          <p:cNvSpPr>
            <a:spLocks noGrp="1"/>
          </p:cNvSpPr>
          <p:nvPr>
            <p:ph type="dt" idx="13"/>
          </p:nvPr>
        </p:nvSpPr>
        <p:spPr/>
        <p:txBody>
          <a:bodyPr/>
          <a:p>
            <a:r>
              <a:rPr lang="zh-TW"/>
              <a:t/>
            </a:r>
          </a:p>
        </p:txBody>
      </p:sp>
    </p:spTree>
  </p:cSld>
</p:sldLayout>
</file>

<file path=ppt/slideLayouts/slideLayout5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15"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16" name="PlaceHolder 2"/>
          <p:cNvSpPr>
            <a:spLocks noGrp="1"/>
          </p:cNvSpPr>
          <p:nvPr>
            <p:ph idx="10"/>
          </p:nvPr>
        </p:nvSpPr>
        <p:spPr>
          <a:xfrm>
            <a:off x="0" y="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17" name="PlaceHolder 3"/>
          <p:cNvSpPr>
            <a:spLocks noGrp="1"/>
          </p:cNvSpPr>
          <p:nvPr>
            <p:ph idx="11"/>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14"/>
          </p:nvPr>
        </p:nvSpPr>
        <p:spPr/>
        <p:txBody>
          <a:bodyPr/>
          <a:p>
            <a:r>
              <a:t>Footer</a:t>
            </a:r>
          </a:p>
        </p:txBody>
      </p:sp>
      <p:sp>
        <p:nvSpPr>
          <p:cNvPr id="6" name="PlaceHolder 5"/>
          <p:cNvSpPr>
            <a:spLocks noGrp="1"/>
          </p:cNvSpPr>
          <p:nvPr>
            <p:ph type="sldNum" idx="15"/>
          </p:nvPr>
        </p:nvSpPr>
        <p:spPr/>
        <p:txBody>
          <a:bodyPr/>
          <a:p>
            <a:fld id="{A01709BD-E9D9-4ADF-A773-3B7C14253E51}" type="slidenum">
              <a:t>&lt;#&gt;</a:t>
            </a:fld>
          </a:p>
        </p:txBody>
      </p:sp>
      <p:sp>
        <p:nvSpPr>
          <p:cNvPr id="7" name="PlaceHolder 6"/>
          <p:cNvSpPr>
            <a:spLocks noGrp="1"/>
          </p:cNvSpPr>
          <p:nvPr>
            <p:ph type="dt" idx="13"/>
          </p:nvPr>
        </p:nvSpPr>
        <p:spPr/>
        <p:txBody>
          <a:bodyPr/>
          <a:p>
            <a:r>
              <a:rPr lang="zh-TW"/>
              <a:t/>
            </a:r>
          </a:p>
        </p:txBody>
      </p:sp>
    </p:spTree>
  </p:cSld>
</p:sldLayout>
</file>

<file path=ppt/slideLayouts/slideLayout5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18"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19"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20"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21"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22" name="PlaceHolder 5"/>
          <p:cNvSpPr>
            <a:spLocks noGrp="1"/>
          </p:cNvSpPr>
          <p:nvPr>
            <p:ph idx="13"/>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 name="PlaceHolder 6"/>
          <p:cNvSpPr>
            <a:spLocks noGrp="1"/>
          </p:cNvSpPr>
          <p:nvPr>
            <p:ph type="ftr" idx="14"/>
          </p:nvPr>
        </p:nvSpPr>
        <p:spPr/>
        <p:txBody>
          <a:bodyPr/>
          <a:p>
            <a:r>
              <a:t>Footer</a:t>
            </a:r>
          </a:p>
        </p:txBody>
      </p:sp>
      <p:sp>
        <p:nvSpPr>
          <p:cNvPr id="8" name="PlaceHolder 7"/>
          <p:cNvSpPr>
            <a:spLocks noGrp="1"/>
          </p:cNvSpPr>
          <p:nvPr>
            <p:ph type="sldNum" idx="15"/>
          </p:nvPr>
        </p:nvSpPr>
        <p:spPr/>
        <p:txBody>
          <a:bodyPr/>
          <a:p>
            <a:fld id="{D7086F2C-BFC6-452E-83F3-88C5CDC215FC}" type="slidenum">
              <a:t>&lt;#&gt;</a:t>
            </a:fld>
          </a:p>
        </p:txBody>
      </p:sp>
      <p:sp>
        <p:nvSpPr>
          <p:cNvPr id="9" name="PlaceHolder 8"/>
          <p:cNvSpPr>
            <a:spLocks noGrp="1"/>
          </p:cNvSpPr>
          <p:nvPr>
            <p:ph type="dt" idx="13"/>
          </p:nvPr>
        </p:nvSpPr>
        <p:spPr/>
        <p:txBody>
          <a:bodyPr/>
          <a:p>
            <a:r>
              <a:rPr lang="zh-TW"/>
              <a:t/>
            </a:r>
          </a:p>
        </p:txBody>
      </p:sp>
    </p:spTree>
  </p:cSld>
</p:sldLayout>
</file>

<file path=ppt/slideLayouts/slideLayout6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23"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24" name="PlaceHolder 2"/>
          <p:cNvSpPr>
            <a:spLocks noGrp="1"/>
          </p:cNvSpPr>
          <p:nvPr>
            <p:ph idx="10"/>
          </p:nvPr>
        </p:nvSpPr>
        <p:spPr>
          <a:xfrm>
            <a:off x="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25" name="PlaceHolder 3"/>
          <p:cNvSpPr>
            <a:spLocks noGrp="1"/>
          </p:cNvSpPr>
          <p:nvPr>
            <p:ph idx="11"/>
          </p:nvPr>
        </p:nvSpPr>
        <p:spPr>
          <a:xfrm>
            <a:off x="412200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26" name="PlaceHolder 4"/>
          <p:cNvSpPr>
            <a:spLocks noGrp="1"/>
          </p:cNvSpPr>
          <p:nvPr>
            <p:ph idx="12"/>
          </p:nvPr>
        </p:nvSpPr>
        <p:spPr>
          <a:xfrm>
            <a:off x="824436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27" name="PlaceHolder 5"/>
          <p:cNvSpPr>
            <a:spLocks noGrp="1"/>
          </p:cNvSpPr>
          <p:nvPr>
            <p:ph idx="13"/>
          </p:nvPr>
        </p:nvSpPr>
        <p:spPr>
          <a:xfrm>
            <a:off x="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28" name="PlaceHolder 6"/>
          <p:cNvSpPr>
            <a:spLocks noGrp="1"/>
          </p:cNvSpPr>
          <p:nvPr>
            <p:ph idx="14"/>
          </p:nvPr>
        </p:nvSpPr>
        <p:spPr>
          <a:xfrm>
            <a:off x="412200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29" name="PlaceHolder 7"/>
          <p:cNvSpPr>
            <a:spLocks noGrp="1"/>
          </p:cNvSpPr>
          <p:nvPr>
            <p:ph idx="15"/>
          </p:nvPr>
        </p:nvSpPr>
        <p:spPr>
          <a:xfrm>
            <a:off x="824436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9" name="PlaceHolder 8"/>
          <p:cNvSpPr>
            <a:spLocks noGrp="1"/>
          </p:cNvSpPr>
          <p:nvPr>
            <p:ph type="ftr" idx="14"/>
          </p:nvPr>
        </p:nvSpPr>
        <p:spPr/>
        <p:txBody>
          <a:bodyPr/>
          <a:p>
            <a:r>
              <a:t>Footer</a:t>
            </a:r>
          </a:p>
        </p:txBody>
      </p:sp>
      <p:sp>
        <p:nvSpPr>
          <p:cNvPr id="10" name="PlaceHolder 9"/>
          <p:cNvSpPr>
            <a:spLocks noGrp="1"/>
          </p:cNvSpPr>
          <p:nvPr>
            <p:ph type="sldNum" idx="15"/>
          </p:nvPr>
        </p:nvSpPr>
        <p:spPr/>
        <p:txBody>
          <a:bodyPr/>
          <a:p>
            <a:fld id="{23EC3295-A88B-411A-A1FC-5E83B70F2437}" type="slidenum">
              <a:t>&lt;#&gt;</a:t>
            </a:fld>
          </a:p>
        </p:txBody>
      </p:sp>
      <p:sp>
        <p:nvSpPr>
          <p:cNvPr id="11" name="PlaceHolder 10"/>
          <p:cNvSpPr>
            <a:spLocks noGrp="1"/>
          </p:cNvSpPr>
          <p:nvPr>
            <p:ph type="dt" idx="13"/>
          </p:nvPr>
        </p:nvSpPr>
        <p:spPr/>
        <p:txBody>
          <a:bodyPr/>
          <a:p>
            <a:r>
              <a:rPr lang="zh-TW"/>
              <a:t/>
            </a:r>
          </a:p>
        </p:txBody>
      </p:sp>
    </p:spTree>
  </p:cSld>
</p:sldLayout>
</file>

<file path=ppt/slideLayouts/slideLayout6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7"/>
          </p:nvPr>
        </p:nvSpPr>
        <p:spPr/>
        <p:txBody>
          <a:bodyPr/>
          <a:p>
            <a:r>
              <a:t>Footer</a:t>
            </a:r>
          </a:p>
        </p:txBody>
      </p:sp>
      <p:sp>
        <p:nvSpPr>
          <p:cNvPr id="3" name="PlaceHolder 2"/>
          <p:cNvSpPr>
            <a:spLocks noGrp="1"/>
          </p:cNvSpPr>
          <p:nvPr>
            <p:ph type="sldNum" idx="18"/>
          </p:nvPr>
        </p:nvSpPr>
        <p:spPr/>
        <p:txBody>
          <a:bodyPr/>
          <a:p>
            <a:fld id="{B1A4F261-2852-4EB6-A07B-90B5E058EB80}" type="slidenum">
              <a:t>&lt;#&gt;</a:t>
            </a:fld>
          </a:p>
        </p:txBody>
      </p:sp>
      <p:sp>
        <p:nvSpPr>
          <p:cNvPr id="4" name="PlaceHolder 3"/>
          <p:cNvSpPr>
            <a:spLocks noGrp="1"/>
          </p:cNvSpPr>
          <p:nvPr>
            <p:ph type="dt" idx="16"/>
          </p:nvPr>
        </p:nvSpPr>
        <p:spPr/>
        <p:txBody>
          <a:bodyPr/>
          <a:p>
            <a:r>
              <a:rPr lang="zh-TW"/>
              <a:t/>
            </a:r>
          </a:p>
        </p:txBody>
      </p:sp>
    </p:spTree>
  </p:cSld>
</p:sldLayout>
</file>

<file path=ppt/slideLayouts/slideLayout6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40"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41" name="PlaceHolder 2"/>
          <p:cNvSpPr>
            <a:spLocks noGrp="1"/>
          </p:cNvSpPr>
          <p:nvPr>
            <p:ph type="subTitle" idx="1"/>
          </p:nvPr>
        </p:nvSpPr>
        <p:spPr>
          <a:xfrm>
            <a:off x="0" y="0"/>
            <a:ext cx="12191760" cy="457812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17"/>
          </p:nvPr>
        </p:nvSpPr>
        <p:spPr/>
        <p:txBody>
          <a:bodyPr/>
          <a:p>
            <a:r>
              <a:t>Footer</a:t>
            </a:r>
          </a:p>
        </p:txBody>
      </p:sp>
      <p:sp>
        <p:nvSpPr>
          <p:cNvPr id="5" name="PlaceHolder 4"/>
          <p:cNvSpPr>
            <a:spLocks noGrp="1"/>
          </p:cNvSpPr>
          <p:nvPr>
            <p:ph type="sldNum" idx="18"/>
          </p:nvPr>
        </p:nvSpPr>
        <p:spPr/>
        <p:txBody>
          <a:bodyPr/>
          <a:p>
            <a:fld id="{CA72B66D-4E46-43CF-B7C4-A1E1236665C6}" type="slidenum">
              <a:t>&lt;#&gt;</a:t>
            </a:fld>
          </a:p>
        </p:txBody>
      </p:sp>
      <p:sp>
        <p:nvSpPr>
          <p:cNvPr id="6" name="PlaceHolder 5"/>
          <p:cNvSpPr>
            <a:spLocks noGrp="1"/>
          </p:cNvSpPr>
          <p:nvPr>
            <p:ph type="dt" idx="16"/>
          </p:nvPr>
        </p:nvSpPr>
        <p:spPr/>
        <p:txBody>
          <a:bodyPr/>
          <a:p>
            <a:r>
              <a:rPr lang="zh-TW"/>
              <a:t/>
            </a:r>
          </a:p>
        </p:txBody>
      </p:sp>
    </p:spTree>
  </p:cSld>
</p:sldLayout>
</file>

<file path=ppt/slideLayouts/slideLayout6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42"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43" name="PlaceHolder 2"/>
          <p:cNvSpPr>
            <a:spLocks noGrp="1"/>
          </p:cNvSpPr>
          <p:nvPr>
            <p:ph idx="10"/>
          </p:nvPr>
        </p:nvSpPr>
        <p:spPr>
          <a:xfrm>
            <a:off x="0" y="0"/>
            <a:ext cx="121917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 name="PlaceHolder 3"/>
          <p:cNvSpPr>
            <a:spLocks noGrp="1"/>
          </p:cNvSpPr>
          <p:nvPr>
            <p:ph type="ftr" idx="17"/>
          </p:nvPr>
        </p:nvSpPr>
        <p:spPr/>
        <p:txBody>
          <a:bodyPr/>
          <a:p>
            <a:r>
              <a:t>Footer</a:t>
            </a:r>
          </a:p>
        </p:txBody>
      </p:sp>
      <p:sp>
        <p:nvSpPr>
          <p:cNvPr id="5" name="PlaceHolder 4"/>
          <p:cNvSpPr>
            <a:spLocks noGrp="1"/>
          </p:cNvSpPr>
          <p:nvPr>
            <p:ph type="sldNum" idx="18"/>
          </p:nvPr>
        </p:nvSpPr>
        <p:spPr/>
        <p:txBody>
          <a:bodyPr/>
          <a:p>
            <a:fld id="{E6D545B8-A9D4-49A7-B8F4-A3CEC4D1BA72}" type="slidenum">
              <a:t>&lt;#&gt;</a:t>
            </a:fld>
          </a:p>
        </p:txBody>
      </p:sp>
      <p:sp>
        <p:nvSpPr>
          <p:cNvPr id="6" name="PlaceHolder 5"/>
          <p:cNvSpPr>
            <a:spLocks noGrp="1"/>
          </p:cNvSpPr>
          <p:nvPr>
            <p:ph type="dt" idx="16"/>
          </p:nvPr>
        </p:nvSpPr>
        <p:spPr/>
        <p:txBody>
          <a:bodyPr/>
          <a:p>
            <a:r>
              <a:rPr lang="zh-TW"/>
              <a:t/>
            </a:r>
          </a:p>
        </p:txBody>
      </p:sp>
    </p:spTree>
  </p:cSld>
</p:sldLayout>
</file>

<file path=ppt/slideLayouts/slideLayout6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44"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45"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46"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17"/>
          </p:nvPr>
        </p:nvSpPr>
        <p:spPr/>
        <p:txBody>
          <a:bodyPr/>
          <a:p>
            <a:r>
              <a:t>Footer</a:t>
            </a:r>
          </a:p>
        </p:txBody>
      </p:sp>
      <p:sp>
        <p:nvSpPr>
          <p:cNvPr id="6" name="PlaceHolder 5"/>
          <p:cNvSpPr>
            <a:spLocks noGrp="1"/>
          </p:cNvSpPr>
          <p:nvPr>
            <p:ph type="sldNum" idx="18"/>
          </p:nvPr>
        </p:nvSpPr>
        <p:spPr/>
        <p:txBody>
          <a:bodyPr/>
          <a:p>
            <a:fld id="{70B7F92E-B9F2-4E5D-87B9-A887BAA80B6C}" type="slidenum">
              <a:t>&lt;#&gt;</a:t>
            </a:fld>
          </a:p>
        </p:txBody>
      </p:sp>
      <p:sp>
        <p:nvSpPr>
          <p:cNvPr id="7" name="PlaceHolder 6"/>
          <p:cNvSpPr>
            <a:spLocks noGrp="1"/>
          </p:cNvSpPr>
          <p:nvPr>
            <p:ph type="dt" idx="16"/>
          </p:nvPr>
        </p:nvSpPr>
        <p:spPr/>
        <p:txBody>
          <a:bodyPr/>
          <a:p>
            <a:r>
              <a:rPr lang="zh-TW"/>
              <a:t/>
            </a:r>
          </a:p>
        </p:txBody>
      </p:sp>
    </p:spTree>
  </p:cSld>
</p:sldLayout>
</file>

<file path=ppt/slideLayouts/slideLayout6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47"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 name="PlaceHolder 2"/>
          <p:cNvSpPr>
            <a:spLocks noGrp="1"/>
          </p:cNvSpPr>
          <p:nvPr>
            <p:ph type="ftr" idx="17"/>
          </p:nvPr>
        </p:nvSpPr>
        <p:spPr/>
        <p:txBody>
          <a:bodyPr/>
          <a:p>
            <a:r>
              <a:t>Footer</a:t>
            </a:r>
          </a:p>
        </p:txBody>
      </p:sp>
      <p:sp>
        <p:nvSpPr>
          <p:cNvPr id="4" name="PlaceHolder 3"/>
          <p:cNvSpPr>
            <a:spLocks noGrp="1"/>
          </p:cNvSpPr>
          <p:nvPr>
            <p:ph type="sldNum" idx="18"/>
          </p:nvPr>
        </p:nvSpPr>
        <p:spPr/>
        <p:txBody>
          <a:bodyPr/>
          <a:p>
            <a:fld id="{4E9D6CA3-2B37-4CF0-BC48-9545B2D2B668}" type="slidenum">
              <a:t>&lt;#&gt;</a:t>
            </a:fld>
          </a:p>
        </p:txBody>
      </p:sp>
      <p:sp>
        <p:nvSpPr>
          <p:cNvPr id="5" name="PlaceHolder 4"/>
          <p:cNvSpPr>
            <a:spLocks noGrp="1"/>
          </p:cNvSpPr>
          <p:nvPr>
            <p:ph type="dt" idx="16"/>
          </p:nvPr>
        </p:nvSpPr>
        <p:spPr/>
        <p:txBody>
          <a:bodyPr/>
          <a:p>
            <a:r>
              <a:rPr lang="zh-TW"/>
              <a:t/>
            </a:r>
          </a:p>
        </p:txBody>
      </p:sp>
    </p:spTree>
  </p:cSld>
</p:sldLayout>
</file>

<file path=ppt/slideLayouts/slideLayout6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48" name="PlaceHolder 1"/>
          <p:cNvSpPr>
            <a:spLocks noGrp="1"/>
          </p:cNvSpPr>
          <p:nvPr>
            <p:ph type="subTitle" idx="1"/>
          </p:nvPr>
        </p:nvSpPr>
        <p:spPr>
          <a:xfrm>
            <a:off x="1097280" y="4799520"/>
            <a:ext cx="10113120" cy="34473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17"/>
          </p:nvPr>
        </p:nvSpPr>
        <p:spPr/>
        <p:txBody>
          <a:bodyPr/>
          <a:p>
            <a:r>
              <a:t>Footer</a:t>
            </a:r>
          </a:p>
        </p:txBody>
      </p:sp>
      <p:sp>
        <p:nvSpPr>
          <p:cNvPr id="4" name="PlaceHolder 3"/>
          <p:cNvSpPr>
            <a:spLocks noGrp="1"/>
          </p:cNvSpPr>
          <p:nvPr>
            <p:ph type="sldNum" idx="18"/>
          </p:nvPr>
        </p:nvSpPr>
        <p:spPr/>
        <p:txBody>
          <a:bodyPr/>
          <a:p>
            <a:fld id="{397F6E6B-C5C8-44A1-8576-AB627FEE3796}" type="slidenum">
              <a:t>&lt;#&gt;</a:t>
            </a:fld>
          </a:p>
        </p:txBody>
      </p:sp>
      <p:sp>
        <p:nvSpPr>
          <p:cNvPr id="5" name="PlaceHolder 4"/>
          <p:cNvSpPr>
            <a:spLocks noGrp="1"/>
          </p:cNvSpPr>
          <p:nvPr>
            <p:ph type="dt" idx="16"/>
          </p:nvPr>
        </p:nvSpPr>
        <p:spPr/>
        <p:txBody>
          <a:bodyPr/>
          <a:p>
            <a:r>
              <a:rPr lang="zh-TW"/>
              <a:t/>
            </a:r>
          </a:p>
        </p:txBody>
      </p:sp>
    </p:spTree>
  </p:cSld>
</p:sldLayout>
</file>

<file path=ppt/slideLayouts/slideLayout6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49"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50"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51"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52"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17"/>
          </p:nvPr>
        </p:nvSpPr>
        <p:spPr/>
        <p:txBody>
          <a:bodyPr/>
          <a:p>
            <a:r>
              <a:t>Footer</a:t>
            </a:r>
          </a:p>
        </p:txBody>
      </p:sp>
      <p:sp>
        <p:nvSpPr>
          <p:cNvPr id="7" name="PlaceHolder 6"/>
          <p:cNvSpPr>
            <a:spLocks noGrp="1"/>
          </p:cNvSpPr>
          <p:nvPr>
            <p:ph type="sldNum" idx="18"/>
          </p:nvPr>
        </p:nvSpPr>
        <p:spPr/>
        <p:txBody>
          <a:bodyPr/>
          <a:p>
            <a:fld id="{57353993-17A9-4E4D-9196-3F019F911B1F}" type="slidenum">
              <a:t>&lt;#&gt;</a:t>
            </a:fld>
          </a:p>
        </p:txBody>
      </p:sp>
      <p:sp>
        <p:nvSpPr>
          <p:cNvPr id="8" name="PlaceHolder 7"/>
          <p:cNvSpPr>
            <a:spLocks noGrp="1"/>
          </p:cNvSpPr>
          <p:nvPr>
            <p:ph type="dt" idx="16"/>
          </p:nvPr>
        </p:nvSpPr>
        <p:spPr/>
        <p:txBody>
          <a:bodyPr/>
          <a:p>
            <a:r>
              <a:rPr lang="zh-TW"/>
              <a:t/>
            </a:r>
          </a:p>
        </p:txBody>
      </p:sp>
    </p:spTree>
  </p:cSld>
</p:sldLayout>
</file>

<file path=ppt/slideLayouts/slideLayout6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53"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54"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55"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56" name="PlaceHolder 4"/>
          <p:cNvSpPr>
            <a:spLocks noGrp="1"/>
          </p:cNvSpPr>
          <p:nvPr>
            <p:ph idx="12"/>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17"/>
          </p:nvPr>
        </p:nvSpPr>
        <p:spPr/>
        <p:txBody>
          <a:bodyPr/>
          <a:p>
            <a:r>
              <a:t>Footer</a:t>
            </a:r>
          </a:p>
        </p:txBody>
      </p:sp>
      <p:sp>
        <p:nvSpPr>
          <p:cNvPr id="7" name="PlaceHolder 6"/>
          <p:cNvSpPr>
            <a:spLocks noGrp="1"/>
          </p:cNvSpPr>
          <p:nvPr>
            <p:ph type="sldNum" idx="18"/>
          </p:nvPr>
        </p:nvSpPr>
        <p:spPr/>
        <p:txBody>
          <a:bodyPr/>
          <a:p>
            <a:fld id="{D95C85D6-124A-4453-A1E9-3B3EF2056C15}" type="slidenum">
              <a:t>&lt;#&gt;</a:t>
            </a:fld>
          </a:p>
        </p:txBody>
      </p:sp>
      <p:sp>
        <p:nvSpPr>
          <p:cNvPr id="8" name="PlaceHolder 7"/>
          <p:cNvSpPr>
            <a:spLocks noGrp="1"/>
          </p:cNvSpPr>
          <p:nvPr>
            <p:ph type="dt" idx="16"/>
          </p:nvPr>
        </p:nvSpPr>
        <p:spPr/>
        <p:txBody>
          <a:bodyPr/>
          <a:p>
            <a:r>
              <a:rPr lang="zh-TW"/>
              <a:t/>
            </a:r>
          </a:p>
        </p:txBody>
      </p:sp>
    </p:spTree>
  </p:cSld>
</p:sldLayout>
</file>

<file path=ppt/slideLayouts/slideLayout6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57"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58"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59"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60" name="PlaceHolder 4"/>
          <p:cNvSpPr>
            <a:spLocks noGrp="1"/>
          </p:cNvSpPr>
          <p:nvPr>
            <p:ph idx="12"/>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17"/>
          </p:nvPr>
        </p:nvSpPr>
        <p:spPr/>
        <p:txBody>
          <a:bodyPr/>
          <a:p>
            <a:r>
              <a:t>Footer</a:t>
            </a:r>
          </a:p>
        </p:txBody>
      </p:sp>
      <p:sp>
        <p:nvSpPr>
          <p:cNvPr id="7" name="PlaceHolder 6"/>
          <p:cNvSpPr>
            <a:spLocks noGrp="1"/>
          </p:cNvSpPr>
          <p:nvPr>
            <p:ph type="sldNum" idx="18"/>
          </p:nvPr>
        </p:nvSpPr>
        <p:spPr/>
        <p:txBody>
          <a:bodyPr/>
          <a:p>
            <a:fld id="{D21F668D-FF4A-4BFC-819F-B07050E11B0B}" type="slidenum">
              <a:t>&lt;#&gt;</a:t>
            </a:fld>
          </a:p>
        </p:txBody>
      </p:sp>
      <p:sp>
        <p:nvSpPr>
          <p:cNvPr id="8" name="PlaceHolder 7"/>
          <p:cNvSpPr>
            <a:spLocks noGrp="1"/>
          </p:cNvSpPr>
          <p:nvPr>
            <p:ph type="dt" idx="16"/>
          </p:nvPr>
        </p:nvSpPr>
        <p:spPr/>
        <p:txBody>
          <a:bodyPr/>
          <a:p>
            <a:r>
              <a:rPr lang="zh-TW"/>
              <a:t/>
            </a:r>
          </a:p>
        </p:txBody>
      </p:sp>
    </p:spTree>
  </p:cSld>
</p:sldLayout>
</file>

<file path=ppt/slideLayouts/slideLayout7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61"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62" name="PlaceHolder 2"/>
          <p:cNvSpPr>
            <a:spLocks noGrp="1"/>
          </p:cNvSpPr>
          <p:nvPr>
            <p:ph idx="10"/>
          </p:nvPr>
        </p:nvSpPr>
        <p:spPr>
          <a:xfrm>
            <a:off x="0" y="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63" name="PlaceHolder 3"/>
          <p:cNvSpPr>
            <a:spLocks noGrp="1"/>
          </p:cNvSpPr>
          <p:nvPr>
            <p:ph idx="11"/>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17"/>
          </p:nvPr>
        </p:nvSpPr>
        <p:spPr/>
        <p:txBody>
          <a:bodyPr/>
          <a:p>
            <a:r>
              <a:t>Footer</a:t>
            </a:r>
          </a:p>
        </p:txBody>
      </p:sp>
      <p:sp>
        <p:nvSpPr>
          <p:cNvPr id="6" name="PlaceHolder 5"/>
          <p:cNvSpPr>
            <a:spLocks noGrp="1"/>
          </p:cNvSpPr>
          <p:nvPr>
            <p:ph type="sldNum" idx="18"/>
          </p:nvPr>
        </p:nvSpPr>
        <p:spPr/>
        <p:txBody>
          <a:bodyPr/>
          <a:p>
            <a:fld id="{C3D1AB52-F2C1-49F4-B225-5F845FC5EF22}" type="slidenum">
              <a:t>&lt;#&gt;</a:t>
            </a:fld>
          </a:p>
        </p:txBody>
      </p:sp>
      <p:sp>
        <p:nvSpPr>
          <p:cNvPr id="7" name="PlaceHolder 6"/>
          <p:cNvSpPr>
            <a:spLocks noGrp="1"/>
          </p:cNvSpPr>
          <p:nvPr>
            <p:ph type="dt" idx="16"/>
          </p:nvPr>
        </p:nvSpPr>
        <p:spPr/>
        <p:txBody>
          <a:bodyPr/>
          <a:p>
            <a:r>
              <a:rPr lang="zh-TW"/>
              <a:t/>
            </a:r>
          </a:p>
        </p:txBody>
      </p:sp>
    </p:spTree>
  </p:cSld>
</p:sldLayout>
</file>

<file path=ppt/slideLayouts/slideLayout7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64"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65"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66"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67"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68" name="PlaceHolder 5"/>
          <p:cNvSpPr>
            <a:spLocks noGrp="1"/>
          </p:cNvSpPr>
          <p:nvPr>
            <p:ph idx="13"/>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 name="PlaceHolder 6"/>
          <p:cNvSpPr>
            <a:spLocks noGrp="1"/>
          </p:cNvSpPr>
          <p:nvPr>
            <p:ph type="ftr" idx="17"/>
          </p:nvPr>
        </p:nvSpPr>
        <p:spPr/>
        <p:txBody>
          <a:bodyPr/>
          <a:p>
            <a:r>
              <a:t>Footer</a:t>
            </a:r>
          </a:p>
        </p:txBody>
      </p:sp>
      <p:sp>
        <p:nvSpPr>
          <p:cNvPr id="8" name="PlaceHolder 7"/>
          <p:cNvSpPr>
            <a:spLocks noGrp="1"/>
          </p:cNvSpPr>
          <p:nvPr>
            <p:ph type="sldNum" idx="18"/>
          </p:nvPr>
        </p:nvSpPr>
        <p:spPr/>
        <p:txBody>
          <a:bodyPr/>
          <a:p>
            <a:fld id="{B3A94811-A18D-4381-9019-C55B57B0C8D4}" type="slidenum">
              <a:t>&lt;#&gt;</a:t>
            </a:fld>
          </a:p>
        </p:txBody>
      </p:sp>
      <p:sp>
        <p:nvSpPr>
          <p:cNvPr id="9" name="PlaceHolder 8"/>
          <p:cNvSpPr>
            <a:spLocks noGrp="1"/>
          </p:cNvSpPr>
          <p:nvPr>
            <p:ph type="dt" idx="16"/>
          </p:nvPr>
        </p:nvSpPr>
        <p:spPr/>
        <p:txBody>
          <a:bodyPr/>
          <a:p>
            <a:r>
              <a:rPr lang="zh-TW"/>
              <a:t/>
            </a:r>
          </a:p>
        </p:txBody>
      </p:sp>
    </p:spTree>
  </p:cSld>
</p:sldLayout>
</file>

<file path=ppt/slideLayouts/slideLayout7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69"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70" name="PlaceHolder 2"/>
          <p:cNvSpPr>
            <a:spLocks noGrp="1"/>
          </p:cNvSpPr>
          <p:nvPr>
            <p:ph idx="10"/>
          </p:nvPr>
        </p:nvSpPr>
        <p:spPr>
          <a:xfrm>
            <a:off x="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71" name="PlaceHolder 3"/>
          <p:cNvSpPr>
            <a:spLocks noGrp="1"/>
          </p:cNvSpPr>
          <p:nvPr>
            <p:ph idx="11"/>
          </p:nvPr>
        </p:nvSpPr>
        <p:spPr>
          <a:xfrm>
            <a:off x="412200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72" name="PlaceHolder 4"/>
          <p:cNvSpPr>
            <a:spLocks noGrp="1"/>
          </p:cNvSpPr>
          <p:nvPr>
            <p:ph idx="12"/>
          </p:nvPr>
        </p:nvSpPr>
        <p:spPr>
          <a:xfrm>
            <a:off x="824436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73" name="PlaceHolder 5"/>
          <p:cNvSpPr>
            <a:spLocks noGrp="1"/>
          </p:cNvSpPr>
          <p:nvPr>
            <p:ph idx="13"/>
          </p:nvPr>
        </p:nvSpPr>
        <p:spPr>
          <a:xfrm>
            <a:off x="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74" name="PlaceHolder 6"/>
          <p:cNvSpPr>
            <a:spLocks noGrp="1"/>
          </p:cNvSpPr>
          <p:nvPr>
            <p:ph idx="14"/>
          </p:nvPr>
        </p:nvSpPr>
        <p:spPr>
          <a:xfrm>
            <a:off x="412200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75" name="PlaceHolder 7"/>
          <p:cNvSpPr>
            <a:spLocks noGrp="1"/>
          </p:cNvSpPr>
          <p:nvPr>
            <p:ph idx="15"/>
          </p:nvPr>
        </p:nvSpPr>
        <p:spPr>
          <a:xfrm>
            <a:off x="824436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9" name="PlaceHolder 8"/>
          <p:cNvSpPr>
            <a:spLocks noGrp="1"/>
          </p:cNvSpPr>
          <p:nvPr>
            <p:ph type="ftr" idx="17"/>
          </p:nvPr>
        </p:nvSpPr>
        <p:spPr/>
        <p:txBody>
          <a:bodyPr/>
          <a:p>
            <a:r>
              <a:t>Footer</a:t>
            </a:r>
          </a:p>
        </p:txBody>
      </p:sp>
      <p:sp>
        <p:nvSpPr>
          <p:cNvPr id="10" name="PlaceHolder 9"/>
          <p:cNvSpPr>
            <a:spLocks noGrp="1"/>
          </p:cNvSpPr>
          <p:nvPr>
            <p:ph type="sldNum" idx="18"/>
          </p:nvPr>
        </p:nvSpPr>
        <p:spPr/>
        <p:txBody>
          <a:bodyPr/>
          <a:p>
            <a:fld id="{3B042B5D-1EFB-41B4-97AC-10A8DB0F4796}" type="slidenum">
              <a:t>&lt;#&gt;</a:t>
            </a:fld>
          </a:p>
        </p:txBody>
      </p:sp>
      <p:sp>
        <p:nvSpPr>
          <p:cNvPr id="11" name="PlaceHolder 10"/>
          <p:cNvSpPr>
            <a:spLocks noGrp="1"/>
          </p:cNvSpPr>
          <p:nvPr>
            <p:ph type="dt" idx="16"/>
          </p:nvPr>
        </p:nvSpPr>
        <p:spPr/>
        <p:txBody>
          <a:bodyPr/>
          <a:p>
            <a:r>
              <a:rPr lang="zh-TW"/>
              <a:t/>
            </a:r>
          </a:p>
        </p:txBody>
      </p:sp>
    </p:spTree>
  </p:cSld>
</p:sldLayout>
</file>

<file path=ppt/slideLayouts/slideLayout7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p>
            <a:r>
              <a:t>Footer</a:t>
            </a:r>
          </a:p>
        </p:txBody>
      </p:sp>
      <p:sp>
        <p:nvSpPr>
          <p:cNvPr id="3" name="PlaceHolder 2"/>
          <p:cNvSpPr>
            <a:spLocks noGrp="1"/>
          </p:cNvSpPr>
          <p:nvPr>
            <p:ph type="sldNum" idx="21"/>
          </p:nvPr>
        </p:nvSpPr>
        <p:spPr/>
        <p:txBody>
          <a:bodyPr/>
          <a:p>
            <a:fld id="{F7710120-136F-4807-8D32-8CB254040137}" type="slidenum">
              <a:t>&lt;#&gt;</a:t>
            </a:fld>
          </a:p>
        </p:txBody>
      </p:sp>
      <p:sp>
        <p:nvSpPr>
          <p:cNvPr id="4" name="PlaceHolder 3"/>
          <p:cNvSpPr>
            <a:spLocks noGrp="1"/>
          </p:cNvSpPr>
          <p:nvPr>
            <p:ph type="dt" idx="19"/>
          </p:nvPr>
        </p:nvSpPr>
        <p:spPr/>
        <p:txBody>
          <a:bodyPr/>
          <a:p>
            <a:r>
              <a:rPr lang="zh-TW"/>
              <a:t/>
            </a:r>
          </a:p>
        </p:txBody>
      </p:sp>
    </p:spTree>
  </p:cSld>
</p:sldLayout>
</file>

<file path=ppt/slideLayouts/slideLayout7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85"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86" name="PlaceHolder 2"/>
          <p:cNvSpPr>
            <a:spLocks noGrp="1"/>
          </p:cNvSpPr>
          <p:nvPr>
            <p:ph type="subTitle" idx="1"/>
          </p:nvPr>
        </p:nvSpPr>
        <p:spPr>
          <a:xfrm>
            <a:off x="0" y="0"/>
            <a:ext cx="12191760" cy="457812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20"/>
          </p:nvPr>
        </p:nvSpPr>
        <p:spPr/>
        <p:txBody>
          <a:bodyPr/>
          <a:p>
            <a:r>
              <a:t>Footer</a:t>
            </a:r>
          </a:p>
        </p:txBody>
      </p:sp>
      <p:sp>
        <p:nvSpPr>
          <p:cNvPr id="5" name="PlaceHolder 4"/>
          <p:cNvSpPr>
            <a:spLocks noGrp="1"/>
          </p:cNvSpPr>
          <p:nvPr>
            <p:ph type="sldNum" idx="21"/>
          </p:nvPr>
        </p:nvSpPr>
        <p:spPr/>
        <p:txBody>
          <a:bodyPr/>
          <a:p>
            <a:fld id="{6DDD5D6A-573C-4F1D-9BF3-DF38FA0E289A}" type="slidenum">
              <a:t>&lt;#&gt;</a:t>
            </a:fld>
          </a:p>
        </p:txBody>
      </p:sp>
      <p:sp>
        <p:nvSpPr>
          <p:cNvPr id="6" name="PlaceHolder 5"/>
          <p:cNvSpPr>
            <a:spLocks noGrp="1"/>
          </p:cNvSpPr>
          <p:nvPr>
            <p:ph type="dt" idx="19"/>
          </p:nvPr>
        </p:nvSpPr>
        <p:spPr/>
        <p:txBody>
          <a:bodyPr/>
          <a:p>
            <a:r>
              <a:rPr lang="zh-TW"/>
              <a:t/>
            </a:r>
          </a:p>
        </p:txBody>
      </p:sp>
    </p:spTree>
  </p:cSld>
</p:sldLayout>
</file>

<file path=ppt/slideLayouts/slideLayout7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87"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88" name="PlaceHolder 2"/>
          <p:cNvSpPr>
            <a:spLocks noGrp="1"/>
          </p:cNvSpPr>
          <p:nvPr>
            <p:ph idx="10"/>
          </p:nvPr>
        </p:nvSpPr>
        <p:spPr>
          <a:xfrm>
            <a:off x="0" y="0"/>
            <a:ext cx="121917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4" name="PlaceHolder 3"/>
          <p:cNvSpPr>
            <a:spLocks noGrp="1"/>
          </p:cNvSpPr>
          <p:nvPr>
            <p:ph type="ftr" idx="20"/>
          </p:nvPr>
        </p:nvSpPr>
        <p:spPr/>
        <p:txBody>
          <a:bodyPr/>
          <a:p>
            <a:r>
              <a:t>Footer</a:t>
            </a:r>
          </a:p>
        </p:txBody>
      </p:sp>
      <p:sp>
        <p:nvSpPr>
          <p:cNvPr id="5" name="PlaceHolder 4"/>
          <p:cNvSpPr>
            <a:spLocks noGrp="1"/>
          </p:cNvSpPr>
          <p:nvPr>
            <p:ph type="sldNum" idx="21"/>
          </p:nvPr>
        </p:nvSpPr>
        <p:spPr/>
        <p:txBody>
          <a:bodyPr/>
          <a:p>
            <a:fld id="{55C540EB-EE4D-47BA-B4C8-135B4D6A1BF6}" type="slidenum">
              <a:t>&lt;#&gt;</a:t>
            </a:fld>
          </a:p>
        </p:txBody>
      </p:sp>
      <p:sp>
        <p:nvSpPr>
          <p:cNvPr id="6" name="PlaceHolder 5"/>
          <p:cNvSpPr>
            <a:spLocks noGrp="1"/>
          </p:cNvSpPr>
          <p:nvPr>
            <p:ph type="dt" idx="19"/>
          </p:nvPr>
        </p:nvSpPr>
        <p:spPr/>
        <p:txBody>
          <a:bodyPr/>
          <a:p>
            <a:r>
              <a:rPr lang="zh-TW"/>
              <a:t/>
            </a:r>
          </a:p>
        </p:txBody>
      </p:sp>
    </p:spTree>
  </p:cSld>
</p:sldLayout>
</file>

<file path=ppt/slideLayouts/slideLayout7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89"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90"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91"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20"/>
          </p:nvPr>
        </p:nvSpPr>
        <p:spPr/>
        <p:txBody>
          <a:bodyPr/>
          <a:p>
            <a:r>
              <a:t>Footer</a:t>
            </a:r>
          </a:p>
        </p:txBody>
      </p:sp>
      <p:sp>
        <p:nvSpPr>
          <p:cNvPr id="6" name="PlaceHolder 5"/>
          <p:cNvSpPr>
            <a:spLocks noGrp="1"/>
          </p:cNvSpPr>
          <p:nvPr>
            <p:ph type="sldNum" idx="21"/>
          </p:nvPr>
        </p:nvSpPr>
        <p:spPr/>
        <p:txBody>
          <a:bodyPr/>
          <a:p>
            <a:fld id="{4A36245D-46B2-47BA-8BE1-328E9240C89C}" type="slidenum">
              <a:t>&lt;#&gt;</a:t>
            </a:fld>
          </a:p>
        </p:txBody>
      </p:sp>
      <p:sp>
        <p:nvSpPr>
          <p:cNvPr id="7" name="PlaceHolder 6"/>
          <p:cNvSpPr>
            <a:spLocks noGrp="1"/>
          </p:cNvSpPr>
          <p:nvPr>
            <p:ph type="dt" idx="19"/>
          </p:nvPr>
        </p:nvSpPr>
        <p:spPr/>
        <p:txBody>
          <a:bodyPr/>
          <a:p>
            <a:r>
              <a:rPr lang="zh-TW"/>
              <a:t/>
            </a:r>
          </a:p>
        </p:txBody>
      </p:sp>
    </p:spTree>
  </p:cSld>
</p:sldLayout>
</file>

<file path=ppt/slideLayouts/slideLayout7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92"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 name="PlaceHolder 2"/>
          <p:cNvSpPr>
            <a:spLocks noGrp="1"/>
          </p:cNvSpPr>
          <p:nvPr>
            <p:ph type="ftr" idx="20"/>
          </p:nvPr>
        </p:nvSpPr>
        <p:spPr/>
        <p:txBody>
          <a:bodyPr/>
          <a:p>
            <a:r>
              <a:t>Footer</a:t>
            </a:r>
          </a:p>
        </p:txBody>
      </p:sp>
      <p:sp>
        <p:nvSpPr>
          <p:cNvPr id="4" name="PlaceHolder 3"/>
          <p:cNvSpPr>
            <a:spLocks noGrp="1"/>
          </p:cNvSpPr>
          <p:nvPr>
            <p:ph type="sldNum" idx="21"/>
          </p:nvPr>
        </p:nvSpPr>
        <p:spPr/>
        <p:txBody>
          <a:bodyPr/>
          <a:p>
            <a:fld id="{98D2AFED-D44E-44E8-BF8B-4723C8F7DDD4}" type="slidenum">
              <a:t>&lt;#&gt;</a:t>
            </a:fld>
          </a:p>
        </p:txBody>
      </p:sp>
      <p:sp>
        <p:nvSpPr>
          <p:cNvPr id="5" name="PlaceHolder 4"/>
          <p:cNvSpPr>
            <a:spLocks noGrp="1"/>
          </p:cNvSpPr>
          <p:nvPr>
            <p:ph type="dt" idx="19"/>
          </p:nvPr>
        </p:nvSpPr>
        <p:spPr/>
        <p:txBody>
          <a:bodyPr/>
          <a:p>
            <a:r>
              <a:rPr lang="zh-TW"/>
              <a:t/>
            </a:r>
          </a:p>
        </p:txBody>
      </p:sp>
    </p:spTree>
  </p:cSld>
</p:sldLayout>
</file>

<file path=ppt/slideLayouts/slideLayout7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93" name="PlaceHolder 1"/>
          <p:cNvSpPr>
            <a:spLocks noGrp="1"/>
          </p:cNvSpPr>
          <p:nvPr>
            <p:ph type="subTitle" idx="1"/>
          </p:nvPr>
        </p:nvSpPr>
        <p:spPr>
          <a:xfrm>
            <a:off x="1097280" y="4799520"/>
            <a:ext cx="10113120" cy="34473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20"/>
          </p:nvPr>
        </p:nvSpPr>
        <p:spPr/>
        <p:txBody>
          <a:bodyPr/>
          <a:p>
            <a:r>
              <a:t>Footer</a:t>
            </a:r>
          </a:p>
        </p:txBody>
      </p:sp>
      <p:sp>
        <p:nvSpPr>
          <p:cNvPr id="4" name="PlaceHolder 3"/>
          <p:cNvSpPr>
            <a:spLocks noGrp="1"/>
          </p:cNvSpPr>
          <p:nvPr>
            <p:ph type="sldNum" idx="21"/>
          </p:nvPr>
        </p:nvSpPr>
        <p:spPr/>
        <p:txBody>
          <a:bodyPr/>
          <a:p>
            <a:fld id="{9405697C-EE77-46BA-B761-0234165B9E90}" type="slidenum">
              <a:t>&lt;#&gt;</a:t>
            </a:fld>
          </a:p>
        </p:txBody>
      </p:sp>
      <p:sp>
        <p:nvSpPr>
          <p:cNvPr id="5" name="PlaceHolder 4"/>
          <p:cNvSpPr>
            <a:spLocks noGrp="1"/>
          </p:cNvSpPr>
          <p:nvPr>
            <p:ph type="dt" idx="19"/>
          </p:nvPr>
        </p:nvSpPr>
        <p:spPr/>
        <p:txBody>
          <a:bodyPr/>
          <a:p>
            <a:r>
              <a:rPr lang="zh-TW"/>
              <a:t/>
            </a:r>
          </a:p>
        </p:txBody>
      </p:sp>
    </p:spTree>
  </p:cSld>
</p:sldLayout>
</file>

<file path=ppt/slideLayouts/slideLayout7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94"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95"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96" name="PlaceHolder 3"/>
          <p:cNvSpPr>
            <a:spLocks noGrp="1"/>
          </p:cNvSpPr>
          <p:nvPr>
            <p:ph idx="11"/>
          </p:nvPr>
        </p:nvSpPr>
        <p:spPr>
          <a:xfrm>
            <a:off x="624708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297"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20"/>
          </p:nvPr>
        </p:nvSpPr>
        <p:spPr/>
        <p:txBody>
          <a:bodyPr/>
          <a:p>
            <a:r>
              <a:t>Footer</a:t>
            </a:r>
          </a:p>
        </p:txBody>
      </p:sp>
      <p:sp>
        <p:nvSpPr>
          <p:cNvPr id="7" name="PlaceHolder 6"/>
          <p:cNvSpPr>
            <a:spLocks noGrp="1"/>
          </p:cNvSpPr>
          <p:nvPr>
            <p:ph type="sldNum" idx="21"/>
          </p:nvPr>
        </p:nvSpPr>
        <p:spPr/>
        <p:txBody>
          <a:bodyPr/>
          <a:p>
            <a:fld id="{9B63E6D8-D77E-4F40-8FF7-45EAAC55312C}" type="slidenum">
              <a:t>&lt;#&gt;</a:t>
            </a:fld>
          </a:p>
        </p:txBody>
      </p:sp>
      <p:sp>
        <p:nvSpPr>
          <p:cNvPr id="8" name="PlaceHolder 7"/>
          <p:cNvSpPr>
            <a:spLocks noGrp="1"/>
          </p:cNvSpPr>
          <p:nvPr>
            <p:ph type="dt" idx="19"/>
          </p:nvPr>
        </p:nvSpPr>
        <p:spPr/>
        <p:txBody>
          <a:bodyPr/>
          <a:p>
            <a:r>
              <a:rPr lang="zh-TW"/>
              <a:t/>
            </a:r>
          </a:p>
        </p:txBody>
      </p:sp>
    </p:spTree>
  </p:cSld>
</p:sldLayout>
</file>

<file path=ppt/slideLayouts/slideLayout8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98"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299" name="PlaceHolder 2"/>
          <p:cNvSpPr>
            <a:spLocks noGrp="1"/>
          </p:cNvSpPr>
          <p:nvPr>
            <p:ph idx="10"/>
          </p:nvPr>
        </p:nvSpPr>
        <p:spPr>
          <a:xfrm>
            <a:off x="0" y="0"/>
            <a:ext cx="5949360" cy="457812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00"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01" name="PlaceHolder 4"/>
          <p:cNvSpPr>
            <a:spLocks noGrp="1"/>
          </p:cNvSpPr>
          <p:nvPr>
            <p:ph idx="12"/>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20"/>
          </p:nvPr>
        </p:nvSpPr>
        <p:spPr/>
        <p:txBody>
          <a:bodyPr/>
          <a:p>
            <a:r>
              <a:t>Footer</a:t>
            </a:r>
          </a:p>
        </p:txBody>
      </p:sp>
      <p:sp>
        <p:nvSpPr>
          <p:cNvPr id="7" name="PlaceHolder 6"/>
          <p:cNvSpPr>
            <a:spLocks noGrp="1"/>
          </p:cNvSpPr>
          <p:nvPr>
            <p:ph type="sldNum" idx="21"/>
          </p:nvPr>
        </p:nvSpPr>
        <p:spPr/>
        <p:txBody>
          <a:bodyPr/>
          <a:p>
            <a:fld id="{F4D38BF7-9F47-404B-BE57-8680A25D44C6}" type="slidenum">
              <a:t>&lt;#&gt;</a:t>
            </a:fld>
          </a:p>
        </p:txBody>
      </p:sp>
      <p:sp>
        <p:nvSpPr>
          <p:cNvPr id="8" name="PlaceHolder 7"/>
          <p:cNvSpPr>
            <a:spLocks noGrp="1"/>
          </p:cNvSpPr>
          <p:nvPr>
            <p:ph type="dt" idx="19"/>
          </p:nvPr>
        </p:nvSpPr>
        <p:spPr/>
        <p:txBody>
          <a:bodyPr/>
          <a:p>
            <a:r>
              <a:rPr lang="zh-TW"/>
              <a:t/>
            </a:r>
          </a:p>
        </p:txBody>
      </p:sp>
    </p:spTree>
  </p:cSld>
</p:sldLayout>
</file>

<file path=ppt/slideLayouts/slideLayout8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302"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03"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04"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05" name="PlaceHolder 4"/>
          <p:cNvSpPr>
            <a:spLocks noGrp="1"/>
          </p:cNvSpPr>
          <p:nvPr>
            <p:ph idx="12"/>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6" name="PlaceHolder 5"/>
          <p:cNvSpPr>
            <a:spLocks noGrp="1"/>
          </p:cNvSpPr>
          <p:nvPr>
            <p:ph type="ftr" idx="20"/>
          </p:nvPr>
        </p:nvSpPr>
        <p:spPr/>
        <p:txBody>
          <a:bodyPr/>
          <a:p>
            <a:r>
              <a:t>Footer</a:t>
            </a:r>
          </a:p>
        </p:txBody>
      </p:sp>
      <p:sp>
        <p:nvSpPr>
          <p:cNvPr id="7" name="PlaceHolder 6"/>
          <p:cNvSpPr>
            <a:spLocks noGrp="1"/>
          </p:cNvSpPr>
          <p:nvPr>
            <p:ph type="sldNum" idx="21"/>
          </p:nvPr>
        </p:nvSpPr>
        <p:spPr/>
        <p:txBody>
          <a:bodyPr/>
          <a:p>
            <a:fld id="{79484F51-1206-4AFD-B4E5-D933D47CFE31}" type="slidenum">
              <a:t>&lt;#&gt;</a:t>
            </a:fld>
          </a:p>
        </p:txBody>
      </p:sp>
      <p:sp>
        <p:nvSpPr>
          <p:cNvPr id="8" name="PlaceHolder 7"/>
          <p:cNvSpPr>
            <a:spLocks noGrp="1"/>
          </p:cNvSpPr>
          <p:nvPr>
            <p:ph type="dt" idx="19"/>
          </p:nvPr>
        </p:nvSpPr>
        <p:spPr/>
        <p:txBody>
          <a:bodyPr/>
          <a:p>
            <a:r>
              <a:rPr lang="zh-TW"/>
              <a:t/>
            </a:r>
          </a:p>
        </p:txBody>
      </p:sp>
    </p:spTree>
  </p:cSld>
</p:sldLayout>
</file>

<file path=ppt/slideLayouts/slideLayout8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06"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07" name="PlaceHolder 2"/>
          <p:cNvSpPr>
            <a:spLocks noGrp="1"/>
          </p:cNvSpPr>
          <p:nvPr>
            <p:ph idx="10"/>
          </p:nvPr>
        </p:nvSpPr>
        <p:spPr>
          <a:xfrm>
            <a:off x="0" y="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08" name="PlaceHolder 3"/>
          <p:cNvSpPr>
            <a:spLocks noGrp="1"/>
          </p:cNvSpPr>
          <p:nvPr>
            <p:ph idx="11"/>
          </p:nvPr>
        </p:nvSpPr>
        <p:spPr>
          <a:xfrm>
            <a:off x="0" y="2391120"/>
            <a:ext cx="121917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5" name="PlaceHolder 4"/>
          <p:cNvSpPr>
            <a:spLocks noGrp="1"/>
          </p:cNvSpPr>
          <p:nvPr>
            <p:ph type="ftr" idx="20"/>
          </p:nvPr>
        </p:nvSpPr>
        <p:spPr/>
        <p:txBody>
          <a:bodyPr/>
          <a:p>
            <a:r>
              <a:t>Footer</a:t>
            </a:r>
          </a:p>
        </p:txBody>
      </p:sp>
      <p:sp>
        <p:nvSpPr>
          <p:cNvPr id="6" name="PlaceHolder 5"/>
          <p:cNvSpPr>
            <a:spLocks noGrp="1"/>
          </p:cNvSpPr>
          <p:nvPr>
            <p:ph type="sldNum" idx="21"/>
          </p:nvPr>
        </p:nvSpPr>
        <p:spPr/>
        <p:txBody>
          <a:bodyPr/>
          <a:p>
            <a:fld id="{12A57D76-EF0B-4A4A-A9A6-4273A0AB786B}" type="slidenum">
              <a:t>&lt;#&gt;</a:t>
            </a:fld>
          </a:p>
        </p:txBody>
      </p:sp>
      <p:sp>
        <p:nvSpPr>
          <p:cNvPr id="7" name="PlaceHolder 6"/>
          <p:cNvSpPr>
            <a:spLocks noGrp="1"/>
          </p:cNvSpPr>
          <p:nvPr>
            <p:ph type="dt" idx="19"/>
          </p:nvPr>
        </p:nvSpPr>
        <p:spPr/>
        <p:txBody>
          <a:bodyPr/>
          <a:p>
            <a:r>
              <a:rPr lang="zh-TW"/>
              <a:t/>
            </a:r>
          </a:p>
        </p:txBody>
      </p:sp>
    </p:spTree>
  </p:cSld>
</p:sldLayout>
</file>

<file path=ppt/slideLayouts/slideLayout8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09"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10" name="PlaceHolder 2"/>
          <p:cNvSpPr>
            <a:spLocks noGrp="1"/>
          </p:cNvSpPr>
          <p:nvPr>
            <p:ph idx="10"/>
          </p:nvPr>
        </p:nvSpPr>
        <p:spPr>
          <a:xfrm>
            <a:off x="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11" name="PlaceHolder 3"/>
          <p:cNvSpPr>
            <a:spLocks noGrp="1"/>
          </p:cNvSpPr>
          <p:nvPr>
            <p:ph idx="11"/>
          </p:nvPr>
        </p:nvSpPr>
        <p:spPr>
          <a:xfrm>
            <a:off x="6247080" y="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12" name="PlaceHolder 4"/>
          <p:cNvSpPr>
            <a:spLocks noGrp="1"/>
          </p:cNvSpPr>
          <p:nvPr>
            <p:ph idx="12"/>
          </p:nvPr>
        </p:nvSpPr>
        <p:spPr>
          <a:xfrm>
            <a:off x="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13" name="PlaceHolder 5"/>
          <p:cNvSpPr>
            <a:spLocks noGrp="1"/>
          </p:cNvSpPr>
          <p:nvPr>
            <p:ph idx="13"/>
          </p:nvPr>
        </p:nvSpPr>
        <p:spPr>
          <a:xfrm>
            <a:off x="6247080" y="2391120"/>
            <a:ext cx="594936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7" name="PlaceHolder 6"/>
          <p:cNvSpPr>
            <a:spLocks noGrp="1"/>
          </p:cNvSpPr>
          <p:nvPr>
            <p:ph type="ftr" idx="20"/>
          </p:nvPr>
        </p:nvSpPr>
        <p:spPr/>
        <p:txBody>
          <a:bodyPr/>
          <a:p>
            <a:r>
              <a:t>Footer</a:t>
            </a:r>
          </a:p>
        </p:txBody>
      </p:sp>
      <p:sp>
        <p:nvSpPr>
          <p:cNvPr id="8" name="PlaceHolder 7"/>
          <p:cNvSpPr>
            <a:spLocks noGrp="1"/>
          </p:cNvSpPr>
          <p:nvPr>
            <p:ph type="sldNum" idx="21"/>
          </p:nvPr>
        </p:nvSpPr>
        <p:spPr/>
        <p:txBody>
          <a:bodyPr/>
          <a:p>
            <a:fld id="{77BB83B4-1A91-4F06-BC6E-E1F7C6B63FF7}" type="slidenum">
              <a:t>&lt;#&gt;</a:t>
            </a:fld>
          </a:p>
        </p:txBody>
      </p:sp>
      <p:sp>
        <p:nvSpPr>
          <p:cNvPr id="9" name="PlaceHolder 8"/>
          <p:cNvSpPr>
            <a:spLocks noGrp="1"/>
          </p:cNvSpPr>
          <p:nvPr>
            <p:ph type="dt" idx="19"/>
          </p:nvPr>
        </p:nvSpPr>
        <p:spPr/>
        <p:txBody>
          <a:bodyPr/>
          <a:p>
            <a:r>
              <a:rPr lang="zh-TW"/>
              <a:t/>
            </a:r>
          </a:p>
        </p:txBody>
      </p:sp>
    </p:spTree>
  </p:cSld>
</p:sldLayout>
</file>

<file path=ppt/slideLayouts/slideLayout8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14" name="PlaceHolder 1"/>
          <p:cNvSpPr>
            <a:spLocks noGrp="1"/>
          </p:cNvSpPr>
          <p:nvPr>
            <p:ph type="title" idx="0"/>
          </p:nvPr>
        </p:nvSpPr>
        <p:spPr>
          <a:xfrm>
            <a:off x="1097280" y="4799520"/>
            <a:ext cx="10113120" cy="743400"/>
          </a:xfrm>
          <a:prstGeom prst="rect">
            <a:avLst/>
          </a:prstGeom>
          <a:noFill/>
          <a:ln w="0">
            <a:noFill/>
          </a:ln>
        </p:spPr>
        <p:txBody>
          <a:bodyPr lIns="0" rIns="0" tIns="0" bIns="0" anchor="ctr">
            <a:noAutofit/>
          </a:bodyPr>
          <a:p>
            <a:endParaRPr b="0" lang="en-US" sz="1800" spc="-1" strike="noStrike">
              <a:solidFill>
                <a:srgbClr val="000000"/>
              </a:solidFill>
              <a:latin typeface="Microsoft JhengHei UI"/>
            </a:endParaRPr>
          </a:p>
        </p:txBody>
      </p:sp>
      <p:sp>
        <p:nvSpPr>
          <p:cNvPr id="315" name="PlaceHolder 2"/>
          <p:cNvSpPr>
            <a:spLocks noGrp="1"/>
          </p:cNvSpPr>
          <p:nvPr>
            <p:ph idx="10"/>
          </p:nvPr>
        </p:nvSpPr>
        <p:spPr>
          <a:xfrm>
            <a:off x="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16" name="PlaceHolder 3"/>
          <p:cNvSpPr>
            <a:spLocks noGrp="1"/>
          </p:cNvSpPr>
          <p:nvPr>
            <p:ph idx="11"/>
          </p:nvPr>
        </p:nvSpPr>
        <p:spPr>
          <a:xfrm>
            <a:off x="412200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17" name="PlaceHolder 4"/>
          <p:cNvSpPr>
            <a:spLocks noGrp="1"/>
          </p:cNvSpPr>
          <p:nvPr>
            <p:ph idx="12"/>
          </p:nvPr>
        </p:nvSpPr>
        <p:spPr>
          <a:xfrm>
            <a:off x="8244360" y="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18" name="PlaceHolder 5"/>
          <p:cNvSpPr>
            <a:spLocks noGrp="1"/>
          </p:cNvSpPr>
          <p:nvPr>
            <p:ph idx="13"/>
          </p:nvPr>
        </p:nvSpPr>
        <p:spPr>
          <a:xfrm>
            <a:off x="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19" name="PlaceHolder 6"/>
          <p:cNvSpPr>
            <a:spLocks noGrp="1"/>
          </p:cNvSpPr>
          <p:nvPr>
            <p:ph idx="14"/>
          </p:nvPr>
        </p:nvSpPr>
        <p:spPr>
          <a:xfrm>
            <a:off x="412200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320" name="PlaceHolder 7"/>
          <p:cNvSpPr>
            <a:spLocks noGrp="1"/>
          </p:cNvSpPr>
          <p:nvPr>
            <p:ph idx="15"/>
          </p:nvPr>
        </p:nvSpPr>
        <p:spPr>
          <a:xfrm>
            <a:off x="8244360" y="2391120"/>
            <a:ext cx="3925440" cy="2183400"/>
          </a:xfrm>
          <a:prstGeom prst="rect">
            <a:avLst/>
          </a:prstGeom>
          <a:noFill/>
          <a:ln w="0">
            <a:noFill/>
          </a:ln>
        </p:spPr>
        <p:txBody>
          <a:bodyPr lIns="0" rIns="0" tIns="0" bIns="0" anchor="t">
            <a:normAutofit/>
          </a:bodyPr>
          <a:p>
            <a:endParaRPr b="0" lang="en-US" sz="2000" spc="-1" strike="noStrike">
              <a:solidFill>
                <a:srgbClr val="404040"/>
              </a:solidFill>
              <a:latin typeface="Microsoft JhengHei UI"/>
            </a:endParaRPr>
          </a:p>
        </p:txBody>
      </p:sp>
      <p:sp>
        <p:nvSpPr>
          <p:cNvPr id="9" name="PlaceHolder 8"/>
          <p:cNvSpPr>
            <a:spLocks noGrp="1"/>
          </p:cNvSpPr>
          <p:nvPr>
            <p:ph type="ftr" idx="20"/>
          </p:nvPr>
        </p:nvSpPr>
        <p:spPr/>
        <p:txBody>
          <a:bodyPr/>
          <a:p>
            <a:r>
              <a:t>Footer</a:t>
            </a:r>
          </a:p>
        </p:txBody>
      </p:sp>
      <p:sp>
        <p:nvSpPr>
          <p:cNvPr id="10" name="PlaceHolder 9"/>
          <p:cNvSpPr>
            <a:spLocks noGrp="1"/>
          </p:cNvSpPr>
          <p:nvPr>
            <p:ph type="sldNum" idx="21"/>
          </p:nvPr>
        </p:nvSpPr>
        <p:spPr/>
        <p:txBody>
          <a:bodyPr/>
          <a:p>
            <a:fld id="{D861B387-F9CA-4A2A-A9E3-A6F7640A50AF}" type="slidenum">
              <a:t>&lt;#&gt;</a:t>
            </a:fld>
          </a:p>
        </p:txBody>
      </p:sp>
      <p:sp>
        <p:nvSpPr>
          <p:cNvPr id="11" name="PlaceHolder 10"/>
          <p:cNvSpPr>
            <a:spLocks noGrp="1"/>
          </p:cNvSpPr>
          <p:nvPr>
            <p:ph type="dt" idx="19"/>
          </p:nvPr>
        </p:nvSpPr>
        <p:spPr/>
        <p:txBody>
          <a:bodyPr/>
          <a:p>
            <a:r>
              <a:rPr lang="zh-TW"/>
              <a:t/>
            </a:r>
          </a:p>
        </p:txBody>
      </p:sp>
    </p:spTree>
  </p:cSld>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Relationships>
</file>

<file path=ppt/slideMasters/_rels/slideMaster3.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Relationships>
</file>

<file path=ppt/slideMasters/_rels/slideMaster4.xml.rels><?xml version='1.0' encoding='UTF-8' standalone='yes'?>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 Id="rId9" Type="http://schemas.openxmlformats.org/officeDocument/2006/relationships/slideLayout" Target="../slideLayouts/slideLayout44.xml"/><Relationship Id="rId10" Type="http://schemas.openxmlformats.org/officeDocument/2006/relationships/slideLayout" Target="../slideLayouts/slideLayout45.xml"/><Relationship Id="rId11" Type="http://schemas.openxmlformats.org/officeDocument/2006/relationships/slideLayout" Target="../slideLayouts/slideLayout46.xml"/><Relationship Id="rId12" Type="http://schemas.openxmlformats.org/officeDocument/2006/relationships/slideLayout" Target="../slideLayouts/slideLayout47.xml"/><Relationship Id="rId13" Type="http://schemas.openxmlformats.org/officeDocument/2006/relationships/slideLayout" Target="../slideLayouts/slideLayout48.xml"/></Relationships>
</file>

<file path=ppt/slideMasters/_rels/slideMaster5.xml.rels><?xml version='1.0' encoding='UTF-8' standalone='yes'?>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49.xml"/><Relationship Id="rId3" Type="http://schemas.openxmlformats.org/officeDocument/2006/relationships/slideLayout" Target="../slideLayouts/slideLayout50.xml"/><Relationship Id="rId4" Type="http://schemas.openxmlformats.org/officeDocument/2006/relationships/slideLayout" Target="../slideLayouts/slideLayout51.xml"/><Relationship Id="rId5" Type="http://schemas.openxmlformats.org/officeDocument/2006/relationships/slideLayout" Target="../slideLayouts/slideLayout52.xml"/><Relationship Id="rId6" Type="http://schemas.openxmlformats.org/officeDocument/2006/relationships/slideLayout" Target="../slideLayouts/slideLayout53.xml"/><Relationship Id="rId7" Type="http://schemas.openxmlformats.org/officeDocument/2006/relationships/slideLayout" Target="../slideLayouts/slideLayout54.xml"/><Relationship Id="rId8" Type="http://schemas.openxmlformats.org/officeDocument/2006/relationships/slideLayout" Target="../slideLayouts/slideLayout55.xml"/><Relationship Id="rId9" Type="http://schemas.openxmlformats.org/officeDocument/2006/relationships/slideLayout" Target="../slideLayouts/slideLayout56.xml"/><Relationship Id="rId10" Type="http://schemas.openxmlformats.org/officeDocument/2006/relationships/slideLayout" Target="../slideLayouts/slideLayout57.xml"/><Relationship Id="rId11" Type="http://schemas.openxmlformats.org/officeDocument/2006/relationships/slideLayout" Target="../slideLayouts/slideLayout58.xml"/><Relationship Id="rId12" Type="http://schemas.openxmlformats.org/officeDocument/2006/relationships/slideLayout" Target="../slideLayouts/slideLayout59.xml"/><Relationship Id="rId13" Type="http://schemas.openxmlformats.org/officeDocument/2006/relationships/slideLayout" Target="../slideLayouts/slideLayout60.xml"/></Relationships>
</file>

<file path=ppt/slideMasters/_rels/slideMaster6.xml.rels><?xml version='1.0' encoding='UTF-8' standalone='yes'?>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1.xml"/><Relationship Id="rId3" Type="http://schemas.openxmlformats.org/officeDocument/2006/relationships/slideLayout" Target="../slideLayouts/slideLayout62.xml"/><Relationship Id="rId4" Type="http://schemas.openxmlformats.org/officeDocument/2006/relationships/slideLayout" Target="../slideLayouts/slideLayout63.xml"/><Relationship Id="rId5" Type="http://schemas.openxmlformats.org/officeDocument/2006/relationships/slideLayout" Target="../slideLayouts/slideLayout64.xml"/><Relationship Id="rId6" Type="http://schemas.openxmlformats.org/officeDocument/2006/relationships/slideLayout" Target="../slideLayouts/slideLayout65.xml"/><Relationship Id="rId7" Type="http://schemas.openxmlformats.org/officeDocument/2006/relationships/slideLayout" Target="../slideLayouts/slideLayout66.xml"/><Relationship Id="rId8" Type="http://schemas.openxmlformats.org/officeDocument/2006/relationships/slideLayout" Target="../slideLayouts/slideLayout67.xml"/><Relationship Id="rId9" Type="http://schemas.openxmlformats.org/officeDocument/2006/relationships/slideLayout" Target="../slideLayouts/slideLayout68.xml"/><Relationship Id="rId10" Type="http://schemas.openxmlformats.org/officeDocument/2006/relationships/slideLayout" Target="../slideLayouts/slideLayout69.xml"/><Relationship Id="rId11" Type="http://schemas.openxmlformats.org/officeDocument/2006/relationships/slideLayout" Target="../slideLayouts/slideLayout70.xml"/><Relationship Id="rId12" Type="http://schemas.openxmlformats.org/officeDocument/2006/relationships/slideLayout" Target="../slideLayouts/slideLayout71.xml"/><Relationship Id="rId13" Type="http://schemas.openxmlformats.org/officeDocument/2006/relationships/slideLayout" Target="../slideLayouts/slideLayout72.xml"/></Relationships>
</file>

<file path=ppt/slideMasters/_rels/slideMaster7.xml.rels><?xml version='1.0' encoding='UTF-8' standalone='yes'?>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3.xml"/><Relationship Id="rId3" Type="http://schemas.openxmlformats.org/officeDocument/2006/relationships/slideLayout" Target="../slideLayouts/slideLayout74.xml"/><Relationship Id="rId4" Type="http://schemas.openxmlformats.org/officeDocument/2006/relationships/slideLayout" Target="../slideLayouts/slideLayout75.xml"/><Relationship Id="rId5" Type="http://schemas.openxmlformats.org/officeDocument/2006/relationships/slideLayout" Target="../slideLayouts/slideLayout76.xml"/><Relationship Id="rId6" Type="http://schemas.openxmlformats.org/officeDocument/2006/relationships/slideLayout" Target="../slideLayouts/slideLayout77.xml"/><Relationship Id="rId7" Type="http://schemas.openxmlformats.org/officeDocument/2006/relationships/slideLayout" Target="../slideLayouts/slideLayout78.xml"/><Relationship Id="rId8" Type="http://schemas.openxmlformats.org/officeDocument/2006/relationships/slideLayout" Target="../slideLayouts/slideLayout79.xml"/><Relationship Id="rId9" Type="http://schemas.openxmlformats.org/officeDocument/2006/relationships/slideLayout" Target="../slideLayouts/slideLayout80.xml"/><Relationship Id="rId10" Type="http://schemas.openxmlformats.org/officeDocument/2006/relationships/slideLayout" Target="../slideLayouts/slideLayout81.xml"/><Relationship Id="rId11" Type="http://schemas.openxmlformats.org/officeDocument/2006/relationships/slideLayout" Target="../slideLayouts/slideLayout82.xml"/><Relationship Id="rId12" Type="http://schemas.openxmlformats.org/officeDocument/2006/relationships/slideLayout" Target="../slideLayouts/slideLayout83.xml"/><Relationship Id="rId13" Type="http://schemas.openxmlformats.org/officeDocument/2006/relationships/slideLayout" Target="../slideLayouts/slideLayout84.xml"/></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矩形 6" hidden="1"/>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1" name="直線接點​​(S) 9"/>
          <p:cNvSpPr/>
          <p:nvPr/>
        </p:nvSpPr>
        <p:spPr>
          <a:xfrm>
            <a:off x="1193400" y="1897200"/>
            <a:ext cx="996696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
        <p:nvSpPr>
          <p:cNvPr id="2" name="矩形 9"/>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3" name="PlaceHolder 1"/>
          <p:cNvSpPr>
            <a:spLocks noGrp="1"/>
          </p:cNvSpPr>
          <p:nvPr>
            <p:ph type="title"/>
          </p:nvPr>
        </p:nvSpPr>
        <p:spPr>
          <a:xfrm>
            <a:off x="1097280" y="758880"/>
            <a:ext cx="10058040" cy="3565800"/>
          </a:xfrm>
          <a:prstGeom prst="rect">
            <a:avLst/>
          </a:prstGeom>
          <a:noFill/>
          <a:ln w="0">
            <a:noFill/>
          </a:ln>
        </p:spPr>
        <p:txBody>
          <a:bodyPr anchor="b">
            <a:normAutofit/>
          </a:bodyPr>
          <a:p>
            <a:pPr>
              <a:lnSpc>
                <a:spcPct val="90000"/>
              </a:lnSpc>
              <a:buNone/>
            </a:pPr>
            <a:r>
              <a:rPr b="0" lang="zh-TW" sz="8000" spc="-52" strike="noStrike">
                <a:solidFill>
                  <a:srgbClr val="262626"/>
                </a:solidFill>
                <a:latin typeface="Microsoft JhengHei UI"/>
              </a:rPr>
              <a:t>按</a:t>
            </a:r>
            <a:r>
              <a:rPr b="0" lang="zh-TW" sz="8000" spc="-52" strike="noStrike">
                <a:solidFill>
                  <a:srgbClr val="262626"/>
                </a:solidFill>
                <a:latin typeface="Microsoft JhengHei UI"/>
              </a:rPr>
              <a:t>一</a:t>
            </a:r>
            <a:r>
              <a:rPr b="0" lang="zh-TW" sz="8000" spc="-52" strike="noStrike">
                <a:solidFill>
                  <a:srgbClr val="262626"/>
                </a:solidFill>
                <a:latin typeface="Microsoft JhengHei UI"/>
              </a:rPr>
              <a:t>下</a:t>
            </a:r>
            <a:r>
              <a:rPr b="0" lang="zh-TW" sz="8000" spc="-52" strike="noStrike">
                <a:solidFill>
                  <a:srgbClr val="262626"/>
                </a:solidFill>
                <a:latin typeface="Microsoft JhengHei UI"/>
              </a:rPr>
              <a:t>以</a:t>
            </a:r>
            <a:r>
              <a:rPr b="0" lang="zh-TW" sz="8000" spc="-52" strike="noStrike">
                <a:solidFill>
                  <a:srgbClr val="262626"/>
                </a:solidFill>
                <a:latin typeface="Microsoft JhengHei UI"/>
              </a:rPr>
              <a:t>編</a:t>
            </a:r>
            <a:r>
              <a:rPr b="0" lang="zh-TW" sz="8000" spc="-52" strike="noStrike">
                <a:solidFill>
                  <a:srgbClr val="262626"/>
                </a:solidFill>
                <a:latin typeface="Microsoft JhengHei UI"/>
              </a:rPr>
              <a:t>輯</a:t>
            </a:r>
            <a:r>
              <a:rPr b="0" lang="zh-TW" sz="8000" spc="-52" strike="noStrike">
                <a:solidFill>
                  <a:srgbClr val="262626"/>
                </a:solidFill>
                <a:latin typeface="Microsoft JhengHei UI"/>
              </a:rPr>
              <a:t>母</a:t>
            </a:r>
            <a:r>
              <a:rPr b="0" lang="zh-TW" sz="8000" spc="-52" strike="noStrike">
                <a:solidFill>
                  <a:srgbClr val="262626"/>
                </a:solidFill>
                <a:latin typeface="Microsoft JhengHei UI"/>
              </a:rPr>
              <a:t>片</a:t>
            </a:r>
            <a:r>
              <a:rPr b="0" lang="zh-TW" sz="8000" spc="-52" strike="noStrike">
                <a:solidFill>
                  <a:srgbClr val="262626"/>
                </a:solidFill>
                <a:latin typeface="Microsoft JhengHei UI"/>
              </a:rPr>
              <a:t>標</a:t>
            </a:r>
            <a:r>
              <a:rPr b="0" lang="zh-TW" sz="8000" spc="-52" strike="noStrike">
                <a:solidFill>
                  <a:srgbClr val="262626"/>
                </a:solidFill>
                <a:latin typeface="Microsoft JhengHei UI"/>
              </a:rPr>
              <a:t>題</a:t>
            </a:r>
            <a:r>
              <a:rPr b="0" lang="zh-TW" sz="8000" spc="-52" strike="noStrike">
                <a:solidFill>
                  <a:srgbClr val="262626"/>
                </a:solidFill>
                <a:latin typeface="Microsoft JhengHei UI"/>
              </a:rPr>
              <a:t>樣</a:t>
            </a:r>
            <a:r>
              <a:rPr b="0" lang="zh-TW" sz="8000" spc="-52" strike="noStrike">
                <a:solidFill>
                  <a:srgbClr val="262626"/>
                </a:solidFill>
                <a:latin typeface="Microsoft JhengHei UI"/>
              </a:rPr>
              <a:t>式</a:t>
            </a:r>
            <a:endParaRPr b="0" lang="en-US" sz="8000" spc="-1" strike="noStrike">
              <a:solidFill>
                <a:srgbClr val="000000"/>
              </a:solidFill>
              <a:latin typeface="Microsoft JhengHei UI"/>
            </a:endParaRPr>
          </a:p>
        </p:txBody>
      </p:sp>
      <p:sp>
        <p:nvSpPr>
          <p:cNvPr id="4" name="直線接點​​(S) 8"/>
          <p:cNvSpPr/>
          <p:nvPr/>
        </p:nvSpPr>
        <p:spPr>
          <a:xfrm>
            <a:off x="1207440" y="4474440"/>
            <a:ext cx="987552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
        <p:nvSpPr>
          <p:cNvPr id="5" name="PlaceHolder 2"/>
          <p:cNvSpPr>
            <a:spLocks noGrp="1"/>
          </p:cNvSpPr>
          <p:nvPr>
            <p:ph type="dt" idx="1"/>
          </p:nvPr>
        </p:nvSpPr>
        <p:spPr>
          <a:xfrm>
            <a:off x="8218440" y="6446880"/>
            <a:ext cx="2584440" cy="364680"/>
          </a:xfrm>
          <a:prstGeom prst="rect">
            <a:avLst/>
          </a:prstGeom>
          <a:noFill/>
          <a:ln w="0">
            <a:noFill/>
          </a:ln>
        </p:spPr>
        <p:txBody>
          <a:bodyPr anchor="ctr">
            <a:noAutofit/>
          </a:bodyPr>
          <a:lstStyle>
            <a:lvl1pPr algn="r">
              <a:lnSpc>
                <a:spcPct val="100000"/>
              </a:lnSpc>
              <a:buNone/>
              <a:defRPr b="0" lang="en-US" sz="900" spc="-1" strike="noStrike">
                <a:solidFill>
                  <a:srgbClr val="ffffff"/>
                </a:solidFill>
                <a:latin typeface="Microsoft JhengHei UI"/>
              </a:defRPr>
            </a:lvl1pPr>
          </a:lstStyle>
          <a:p>
            <a:pPr algn="r">
              <a:lnSpc>
                <a:spcPct val="100000"/>
              </a:lnSpc>
              <a:buNone/>
            </a:pPr>
            <a:r>
              <a:rPr b="0" lang="en-US" sz="900" spc="-1" strike="noStrike">
                <a:solidFill>
                  <a:srgbClr val="ffffff"/>
                </a:solidFill>
                <a:latin typeface="Microsoft JhengHei UI"/>
              </a:rPr>
              <a:t>&lt;日期/時間&gt;</a:t>
            </a:r>
            <a:endParaRPr b="0" lang="en-US" sz="900" spc="-1" strike="noStrike">
              <a:latin typeface="Times New Roman"/>
            </a:endParaRPr>
          </a:p>
        </p:txBody>
      </p:sp>
      <p:sp>
        <p:nvSpPr>
          <p:cNvPr id="6" name="PlaceHolder 3"/>
          <p:cNvSpPr>
            <a:spLocks noGrp="1"/>
          </p:cNvSpPr>
          <p:nvPr>
            <p:ph type="ftr" idx="2"/>
          </p:nvPr>
        </p:nvSpPr>
        <p:spPr>
          <a:xfrm>
            <a:off x="642960" y="6446880"/>
            <a:ext cx="6818040" cy="364680"/>
          </a:xfrm>
          <a:prstGeom prst="rect">
            <a:avLst/>
          </a:prstGeom>
          <a:noFill/>
          <a:ln w="0">
            <a:noFill/>
          </a:ln>
        </p:spPr>
        <p:txBody>
          <a:bodyPr anchor="ctr">
            <a:noAutofit/>
          </a:bodyPr>
          <a:lstStyle>
            <a:lvl1pPr>
              <a:lnSpc>
                <a:spcPct val="100000"/>
              </a:lnSpc>
              <a:buNone/>
              <a:defRPr b="0" lang="en-US" sz="900" spc="-1" strike="noStrike" cap="all">
                <a:solidFill>
                  <a:srgbClr val="b2b1f4"/>
                </a:solidFill>
                <a:latin typeface="Microsoft JhengHei UI"/>
              </a:defRPr>
            </a:lvl1pPr>
          </a:lstStyle>
          <a:p>
            <a:pPr>
              <a:lnSpc>
                <a:spcPct val="100000"/>
              </a:lnSpc>
              <a:buNone/>
            </a:pPr>
            <a:r>
              <a:rPr b="0" lang="en-US" sz="900" spc="-1" strike="noStrike" cap="all">
                <a:solidFill>
                  <a:srgbClr val="b2b1f4"/>
                </a:solidFill>
                <a:latin typeface="Microsoft JhengHei UI"/>
              </a:rPr>
              <a:t>&lt;頁尾&gt;</a:t>
            </a:r>
            <a:endParaRPr b="0" lang="en-US" sz="900" spc="-1" strike="noStrike">
              <a:latin typeface="Times New Roman"/>
            </a:endParaRPr>
          </a:p>
        </p:txBody>
      </p:sp>
      <p:sp>
        <p:nvSpPr>
          <p:cNvPr id="7" name="PlaceHolder 4"/>
          <p:cNvSpPr>
            <a:spLocks noGrp="1"/>
          </p:cNvSpPr>
          <p:nvPr>
            <p:ph type="sldNum" idx="3"/>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BC4A0B9C-8585-48B6-8480-C96F5F989B62}" type="slidenum">
              <a:rPr b="0" lang="en-US" sz="1050" spc="-1" strike="noStrike">
                <a:solidFill>
                  <a:srgbClr val="ffffff"/>
                </a:solidFill>
                <a:latin typeface="Microsoft JhengHei UI"/>
              </a:rPr>
              <a:t>&lt;編號&gt;</a:t>
            </a:fld>
            <a:endParaRPr b="0" lang="en-US" sz="1050" spc="-1" strike="noStrike">
              <a:latin typeface="Times New Roman"/>
            </a:endParaRPr>
          </a:p>
        </p:txBody>
      </p:sp>
      <p:sp>
        <p:nvSpPr>
          <p:cNvPr id="8"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zh-TW" sz="2000" spc="-1" strike="noStrike">
                <a:solidFill>
                  <a:srgbClr val="404040"/>
                </a:solidFill>
                <a:latin typeface="Microsoft JhengHei UI"/>
              </a:rPr>
              <a:t>請按這裡編輯大綱文字格式</a:t>
            </a:r>
            <a:endParaRPr b="0" lang="en-US" sz="2000" spc="-1" strike="noStrike">
              <a:solidFill>
                <a:srgbClr val="404040"/>
              </a:solidFill>
              <a:latin typeface="Microsoft JhengHei UI"/>
            </a:endParaRPr>
          </a:p>
          <a:p>
            <a:pPr lvl="1" marL="864000" indent="-324000">
              <a:spcBef>
                <a:spcPts val="1134"/>
              </a:spcBef>
              <a:buClr>
                <a:srgbClr val="000000"/>
              </a:buClr>
              <a:buSzPct val="75000"/>
              <a:buFont typeface="Symbol" charset="2"/>
              <a:buChar char=""/>
            </a:pPr>
            <a:r>
              <a:rPr b="0" lang="zh-TW" sz="1400" spc="-1" strike="noStrike">
                <a:solidFill>
                  <a:srgbClr val="404040"/>
                </a:solidFill>
                <a:latin typeface="Microsoft JhengHei UI"/>
              </a:rPr>
              <a:t>第二個大綱層次</a:t>
            </a:r>
            <a:endParaRPr b="0" lang="en-US" sz="1400" spc="-1" strike="noStrike">
              <a:solidFill>
                <a:srgbClr val="404040"/>
              </a:solidFill>
              <a:latin typeface="Microsoft JhengHei UI"/>
            </a:endParaRPr>
          </a:p>
          <a:p>
            <a:pPr lvl="2" marL="1296000" indent="-288000">
              <a:spcBef>
                <a:spcPts val="850"/>
              </a:spcBef>
              <a:buClr>
                <a:srgbClr val="000000"/>
              </a:buClr>
              <a:buSzPct val="45000"/>
              <a:buFont typeface="Wingdings" charset="2"/>
              <a:buChar char=""/>
            </a:pPr>
            <a:r>
              <a:rPr b="0" lang="zh-TW" sz="1400" spc="-1" strike="noStrike">
                <a:solidFill>
                  <a:srgbClr val="404040"/>
                </a:solidFill>
                <a:latin typeface="Microsoft JhengHei UI"/>
              </a:rPr>
              <a:t>第三個大綱層次</a:t>
            </a:r>
            <a:endParaRPr b="0" lang="en-US" sz="1400" spc="-1" strike="noStrike">
              <a:solidFill>
                <a:srgbClr val="404040"/>
              </a:solidFill>
              <a:latin typeface="Microsoft JhengHei UI"/>
            </a:endParaRPr>
          </a:p>
          <a:p>
            <a:pPr lvl="3" marL="1728000" indent="-216000">
              <a:spcBef>
                <a:spcPts val="567"/>
              </a:spcBef>
              <a:buClr>
                <a:srgbClr val="000000"/>
              </a:buClr>
              <a:buSzPct val="75000"/>
              <a:buFont typeface="Symbol" charset="2"/>
              <a:buChar char=""/>
            </a:pPr>
            <a:r>
              <a:rPr b="0" lang="zh-TW" sz="1400" spc="-1" strike="noStrike">
                <a:solidFill>
                  <a:srgbClr val="404040"/>
                </a:solidFill>
                <a:latin typeface="Microsoft JhengHei UI"/>
              </a:rPr>
              <a:t>第四個大綱層次</a:t>
            </a:r>
            <a:endParaRPr b="0" lang="en-US" sz="1400" spc="-1" strike="noStrike">
              <a:solidFill>
                <a:srgbClr val="404040"/>
              </a:solidFill>
              <a:latin typeface="Microsoft JhengHei UI"/>
            </a:endParaRPr>
          </a:p>
          <a:p>
            <a:pPr lvl="4" marL="2160000" indent="-216000">
              <a:spcBef>
                <a:spcPts val="283"/>
              </a:spcBef>
              <a:buClr>
                <a:srgbClr val="000000"/>
              </a:buClr>
              <a:buSzPct val="45000"/>
              <a:buFont typeface="Wingdings" charset="2"/>
              <a:buChar char=""/>
            </a:pPr>
            <a:r>
              <a:rPr b="0" lang="zh-TW" sz="2000" spc="-1" strike="noStrike">
                <a:solidFill>
                  <a:srgbClr val="404040"/>
                </a:solidFill>
                <a:latin typeface="Microsoft JhengHei UI"/>
              </a:rPr>
              <a:t>第五個大綱層次</a:t>
            </a:r>
            <a:endParaRPr b="0" lang="en-US" sz="2000" spc="-1" strike="noStrike">
              <a:solidFill>
                <a:srgbClr val="404040"/>
              </a:solidFill>
              <a:latin typeface="Microsoft JhengHei UI"/>
            </a:endParaRPr>
          </a:p>
          <a:p>
            <a:pPr lvl="5" marL="2592000" indent="-216000">
              <a:spcBef>
                <a:spcPts val="283"/>
              </a:spcBef>
              <a:buClr>
                <a:srgbClr val="000000"/>
              </a:buClr>
              <a:buSzPct val="45000"/>
              <a:buFont typeface="Wingdings" charset="2"/>
              <a:buChar char=""/>
            </a:pPr>
            <a:r>
              <a:rPr b="0" lang="zh-TW" sz="2000" spc="-1" strike="noStrike">
                <a:solidFill>
                  <a:srgbClr val="404040"/>
                </a:solidFill>
                <a:latin typeface="Microsoft JhengHei UI"/>
              </a:rPr>
              <a:t>第六個大綱層次</a:t>
            </a:r>
            <a:endParaRPr b="0" lang="en-US" sz="2000" spc="-1" strike="noStrike">
              <a:solidFill>
                <a:srgbClr val="404040"/>
              </a:solidFill>
              <a:latin typeface="Microsoft JhengHei UI"/>
            </a:endParaRPr>
          </a:p>
          <a:p>
            <a:pPr lvl="6" marL="3024000" indent="-216000">
              <a:spcBef>
                <a:spcPts val="283"/>
              </a:spcBef>
              <a:buClr>
                <a:srgbClr val="000000"/>
              </a:buClr>
              <a:buSzPct val="45000"/>
              <a:buFont typeface="Wingdings" charset="2"/>
              <a:buChar char=""/>
            </a:pPr>
            <a:r>
              <a:rPr b="0" lang="zh-TW" sz="2000" spc="-1" strike="noStrike">
                <a:solidFill>
                  <a:srgbClr val="404040"/>
                </a:solidFill>
                <a:latin typeface="Microsoft JhengHei UI"/>
              </a:rPr>
              <a:t>第七個大綱層次</a:t>
            </a:r>
            <a:endParaRPr b="0" lang="en-US" sz="2000" spc="-1" strike="noStrike">
              <a:solidFill>
                <a:srgbClr val="404040"/>
              </a:solidFill>
              <a:latin typeface="Microsoft JhengHei UI"/>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 name="矩形 6" hidden="1"/>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46" name="直線接點​​(S) 9"/>
          <p:cNvSpPr/>
          <p:nvPr/>
        </p:nvSpPr>
        <p:spPr>
          <a:xfrm>
            <a:off x="1193400" y="1897200"/>
            <a:ext cx="996696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
        <p:nvSpPr>
          <p:cNvPr id="47" name="矩形 9"/>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48" name="PlaceHolder 1"/>
          <p:cNvSpPr>
            <a:spLocks noGrp="1"/>
          </p:cNvSpPr>
          <p:nvPr>
            <p:ph type="dt" idx="4"/>
          </p:nvPr>
        </p:nvSpPr>
        <p:spPr>
          <a:xfrm>
            <a:off x="8218440" y="6446880"/>
            <a:ext cx="2584440" cy="364680"/>
          </a:xfrm>
          <a:prstGeom prst="rect">
            <a:avLst/>
          </a:prstGeom>
          <a:noFill/>
          <a:ln w="0">
            <a:noFill/>
          </a:ln>
        </p:spPr>
        <p:txBody>
          <a:bodyPr anchor="ctr">
            <a:noAutofit/>
          </a:bodyPr>
          <a:lstStyle>
            <a:lvl1pPr algn="r">
              <a:lnSpc>
                <a:spcPct val="100000"/>
              </a:lnSpc>
              <a:buNone/>
              <a:defRPr b="0" lang="en-US" sz="900" spc="-1" strike="noStrike">
                <a:solidFill>
                  <a:srgbClr val="ffffff"/>
                </a:solidFill>
                <a:latin typeface="Microsoft JhengHei UI"/>
              </a:defRPr>
            </a:lvl1pPr>
          </a:lstStyle>
          <a:p>
            <a:pPr algn="r">
              <a:lnSpc>
                <a:spcPct val="100000"/>
              </a:lnSpc>
              <a:buNone/>
            </a:pPr>
            <a:r>
              <a:rPr b="0" lang="en-US" sz="900" spc="-1" strike="noStrike">
                <a:solidFill>
                  <a:srgbClr val="ffffff"/>
                </a:solidFill>
                <a:latin typeface="Microsoft JhengHei UI"/>
              </a:rPr>
              <a:t>&lt;日期/時間&gt;</a:t>
            </a:r>
            <a:endParaRPr b="0" lang="en-US" sz="900" spc="-1" strike="noStrike">
              <a:latin typeface="Times New Roman"/>
            </a:endParaRPr>
          </a:p>
        </p:txBody>
      </p:sp>
      <p:sp>
        <p:nvSpPr>
          <p:cNvPr id="49" name="PlaceHolder 2"/>
          <p:cNvSpPr>
            <a:spLocks noGrp="1"/>
          </p:cNvSpPr>
          <p:nvPr>
            <p:ph type="ftr" idx="5"/>
          </p:nvPr>
        </p:nvSpPr>
        <p:spPr>
          <a:xfrm>
            <a:off x="642960" y="6446880"/>
            <a:ext cx="6818040" cy="364680"/>
          </a:xfrm>
          <a:prstGeom prst="rect">
            <a:avLst/>
          </a:prstGeom>
          <a:noFill/>
          <a:ln w="0">
            <a:noFill/>
          </a:ln>
        </p:spPr>
        <p:txBody>
          <a:bodyPr anchor="ctr">
            <a:noAutofit/>
          </a:bodyPr>
          <a:lstStyle>
            <a:lvl1pPr>
              <a:lnSpc>
                <a:spcPct val="100000"/>
              </a:lnSpc>
              <a:buNone/>
              <a:defRPr b="0" lang="en-US" sz="900" spc="-1" strike="noStrike" cap="all">
                <a:solidFill>
                  <a:srgbClr val="b2b1f4"/>
                </a:solidFill>
                <a:latin typeface="Microsoft JhengHei UI"/>
              </a:defRPr>
            </a:lvl1pPr>
          </a:lstStyle>
          <a:p>
            <a:pPr>
              <a:lnSpc>
                <a:spcPct val="100000"/>
              </a:lnSpc>
              <a:buNone/>
            </a:pPr>
            <a:r>
              <a:rPr b="0" lang="en-US" sz="900" spc="-1" strike="noStrike" cap="all">
                <a:solidFill>
                  <a:srgbClr val="b2b1f4"/>
                </a:solidFill>
                <a:latin typeface="Microsoft JhengHei UI"/>
              </a:rPr>
              <a:t>&lt;頁尾&gt;</a:t>
            </a:r>
            <a:endParaRPr b="0" lang="en-US" sz="900" spc="-1" strike="noStrike">
              <a:latin typeface="Times New Roman"/>
            </a:endParaRPr>
          </a:p>
        </p:txBody>
      </p:sp>
      <p:sp>
        <p:nvSpPr>
          <p:cNvPr id="50" name="PlaceHolder 3"/>
          <p:cNvSpPr>
            <a:spLocks noGrp="1"/>
          </p:cNvSpPr>
          <p:nvPr>
            <p:ph type="sldNum" idx="6"/>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D3CD7243-6C57-4FA5-973B-8E5AAB9712B6}" type="slidenum">
              <a:rPr b="0" lang="en-US" sz="1050" spc="-1" strike="noStrike">
                <a:solidFill>
                  <a:srgbClr val="ffffff"/>
                </a:solidFill>
                <a:latin typeface="Microsoft JhengHei UI"/>
              </a:rPr>
              <a:t>&lt;編號&gt;</a:t>
            </a:fld>
            <a:endParaRPr b="0" lang="en-US" sz="1050" spc="-1" strike="noStrike">
              <a:latin typeface="Times New Roman"/>
            </a:endParaRPr>
          </a:p>
        </p:txBody>
      </p:sp>
      <p:sp>
        <p:nvSpPr>
          <p:cNvPr id="51" name="PlaceHolder 4"/>
          <p:cNvSpPr>
            <a:spLocks noGrp="1"/>
          </p:cNvSpPr>
          <p:nvPr>
            <p:ph type="body"/>
          </p:nvPr>
        </p:nvSpPr>
        <p:spPr>
          <a:xfrm>
            <a:off x="0" y="0"/>
            <a:ext cx="12191760" cy="6407640"/>
          </a:xfrm>
          <a:prstGeom prst="rect">
            <a:avLst/>
          </a:prstGeom>
          <a:noFill/>
          <a:ln w="0">
            <a:noFill/>
          </a:ln>
        </p:spPr>
        <p:txBody>
          <a:bodyPr lIns="90000" rIns="90000" tIns="45000" bIns="45000" anchor="ctr">
            <a:normAutofit/>
          </a:bodyPr>
          <a:p>
            <a:pPr algn="ctr">
              <a:lnSpc>
                <a:spcPct val="100000"/>
              </a:lnSpc>
              <a:buNone/>
            </a:pPr>
            <a:r>
              <a:rPr b="0" lang="zh-TW" sz="1600" spc="-1" strike="noStrike">
                <a:solidFill>
                  <a:srgbClr val="000000"/>
                </a:solidFill>
                <a:latin typeface="Microsoft JhengHei UI"/>
              </a:rPr>
              <a:t>按一下圖示以新增圖片</a:t>
            </a:r>
            <a:endParaRPr b="0" lang="en-US" sz="1600" spc="-1" strike="noStrike">
              <a:solidFill>
                <a:srgbClr val="404040"/>
              </a:solidFill>
              <a:latin typeface="Microsoft JhengHei UI"/>
            </a:endParaRPr>
          </a:p>
        </p:txBody>
      </p:sp>
      <p:sp>
        <p:nvSpPr>
          <p:cNvPr id="52" name="PlaceHolder 5"/>
          <p:cNvSpPr>
            <a:spLocks noGrp="1"/>
          </p:cNvSpPr>
          <p:nvPr>
            <p:ph type="title"/>
          </p:nvPr>
        </p:nvSpPr>
        <p:spPr>
          <a:xfrm>
            <a:off x="0" y="0"/>
            <a:ext cx="12191760" cy="1296000"/>
          </a:xfrm>
          <a:prstGeom prst="rect">
            <a:avLst/>
          </a:prstGeom>
          <a:solidFill>
            <a:srgbClr val="b2b1f4">
              <a:alpha val="50000"/>
            </a:srgbClr>
          </a:solidFill>
          <a:ln w="0">
            <a:noFill/>
          </a:ln>
        </p:spPr>
        <p:txBody>
          <a:bodyPr lIns="720000" tIns="108000" anchor="ctr">
            <a:normAutofit/>
          </a:bodyPr>
          <a:p>
            <a:pPr>
              <a:lnSpc>
                <a:spcPct val="90000"/>
              </a:lnSpc>
              <a:buNone/>
            </a:pPr>
            <a:r>
              <a:rPr b="0" lang="zh-TW" sz="3600" spc="-52" strike="noStrike">
                <a:solidFill>
                  <a:srgbClr val="404040"/>
                </a:solidFill>
                <a:latin typeface="Microsoft JhengHei UI"/>
              </a:rPr>
              <a:t>按一下以編輯母片標題樣式</a:t>
            </a:r>
            <a:endParaRPr b="0" lang="en-US" sz="3600" spc="-1" strike="noStrike">
              <a:solidFill>
                <a:srgbClr val="000000"/>
              </a:solidFill>
              <a:latin typeface="Microsoft JhengHei UI"/>
            </a:endParaRPr>
          </a:p>
        </p:txBody>
      </p:sp>
      <p:sp>
        <p:nvSpPr>
          <p:cNvPr id="53" name="PlaceHolder 6"/>
          <p:cNvSpPr>
            <a:spLocks noGrp="1"/>
          </p:cNvSpPr>
          <p:nvPr>
            <p:ph type="body"/>
          </p:nvPr>
        </p:nvSpPr>
        <p:spPr>
          <a:xfrm>
            <a:off x="744480" y="1812600"/>
            <a:ext cx="4953960" cy="3747960"/>
          </a:xfrm>
          <a:prstGeom prst="rect">
            <a:avLst/>
          </a:prstGeom>
          <a:noFill/>
          <a:ln w="0">
            <a:noFill/>
          </a:ln>
        </p:spPr>
        <p:txBody>
          <a:bodyPr lIns="0" rIns="0" anchor="t">
            <a:noAutofit/>
          </a:bodyPr>
          <a:p>
            <a:pPr marL="91440" indent="-91440">
              <a:lnSpc>
                <a:spcPct val="100000"/>
              </a:lnSpc>
              <a:spcBef>
                <a:spcPts val="1199"/>
              </a:spcBef>
              <a:spcAft>
                <a:spcPts val="201"/>
              </a:spcAft>
              <a:buClr>
                <a:srgbClr val="3f3de3"/>
              </a:buClr>
              <a:buFont typeface="Calibri"/>
              <a:buChar char=" "/>
            </a:pPr>
            <a:r>
              <a:rPr b="0" lang="zh-TW" sz="2000" spc="-1" strike="noStrike">
                <a:solidFill>
                  <a:srgbClr val="404040"/>
                </a:solidFill>
                <a:latin typeface="Microsoft JhengHei UI"/>
              </a:rPr>
              <a:t>按一下以編輯母片文字樣式</a:t>
            </a:r>
            <a:endParaRPr b="0" lang="en-US" sz="2000" spc="-1" strike="noStrike">
              <a:solidFill>
                <a:srgbClr val="404040"/>
              </a:solidFill>
              <a:latin typeface="Microsoft JhengHei UI"/>
            </a:endParaRPr>
          </a:p>
          <a:p>
            <a:pPr lvl="1" marL="384120" indent="-182880">
              <a:lnSpc>
                <a:spcPct val="100000"/>
              </a:lnSpc>
              <a:spcBef>
                <a:spcPts val="201"/>
              </a:spcBef>
              <a:spcAft>
                <a:spcPts val="400"/>
              </a:spcAft>
              <a:buClr>
                <a:srgbClr val="404040"/>
              </a:buClr>
              <a:buFont typeface="Calibri"/>
              <a:buChar char="◦"/>
            </a:pPr>
            <a:r>
              <a:rPr b="0" lang="zh-TW" sz="1800" spc="-1" strike="noStrike">
                <a:solidFill>
                  <a:srgbClr val="404040"/>
                </a:solidFill>
                <a:latin typeface="Microsoft JhengHei UI"/>
              </a:rPr>
              <a:t>第二層</a:t>
            </a:r>
            <a:endParaRPr b="0" lang="en-US" sz="1800" spc="-1" strike="noStrike">
              <a:solidFill>
                <a:srgbClr val="404040"/>
              </a:solidFill>
              <a:latin typeface="Microsoft JhengHei UI"/>
            </a:endParaRPr>
          </a:p>
          <a:p>
            <a:pPr lvl="2" marL="56700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第三層</a:t>
            </a:r>
            <a:endParaRPr b="0" lang="en-US" sz="1400" spc="-1" strike="noStrike">
              <a:solidFill>
                <a:srgbClr val="404040"/>
              </a:solidFill>
              <a:latin typeface="Microsoft JhengHei UI"/>
            </a:endParaRPr>
          </a:p>
          <a:p>
            <a:pPr lvl="3" marL="74988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第四層</a:t>
            </a:r>
            <a:endParaRPr b="0" lang="en-US" sz="1400" spc="-1" strike="noStrike">
              <a:solidFill>
                <a:srgbClr val="404040"/>
              </a:solidFill>
              <a:latin typeface="Microsoft JhengHei UI"/>
            </a:endParaRPr>
          </a:p>
          <a:p>
            <a:pPr lvl="4" marL="93276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第五層</a:t>
            </a:r>
            <a:endParaRPr b="0" lang="en-US" sz="1400" spc="-1" strike="noStrike">
              <a:solidFill>
                <a:srgbClr val="404040"/>
              </a:solidFill>
              <a:latin typeface="Microsoft JhengHei UI"/>
            </a:endParaRPr>
          </a:p>
        </p:txBody>
      </p:sp>
      <p:sp>
        <p:nvSpPr>
          <p:cNvPr id="54" name="PlaceHolder 7"/>
          <p:cNvSpPr>
            <a:spLocks noGrp="1"/>
          </p:cNvSpPr>
          <p:nvPr>
            <p:ph type="body"/>
          </p:nvPr>
        </p:nvSpPr>
        <p:spPr>
          <a:xfrm>
            <a:off x="6499800" y="1812600"/>
            <a:ext cx="4953960" cy="3747960"/>
          </a:xfrm>
          <a:prstGeom prst="rect">
            <a:avLst/>
          </a:prstGeom>
          <a:noFill/>
          <a:ln w="0">
            <a:noFill/>
          </a:ln>
        </p:spPr>
        <p:txBody>
          <a:bodyPr lIns="0" rIns="0" anchor="t">
            <a:noAutofit/>
          </a:bodyPr>
          <a:p>
            <a:pPr marL="91440" indent="-91440">
              <a:lnSpc>
                <a:spcPct val="100000"/>
              </a:lnSpc>
              <a:spcBef>
                <a:spcPts val="1199"/>
              </a:spcBef>
              <a:spcAft>
                <a:spcPts val="201"/>
              </a:spcAft>
              <a:buClr>
                <a:srgbClr val="3f3de3"/>
              </a:buClr>
              <a:buFont typeface="Calibri"/>
              <a:buChar char=" "/>
            </a:pPr>
            <a:r>
              <a:rPr b="0" lang="zh-TW" sz="2000" spc="-1" strike="noStrike">
                <a:solidFill>
                  <a:srgbClr val="404040"/>
                </a:solidFill>
                <a:latin typeface="Microsoft JhengHei UI"/>
              </a:rPr>
              <a:t>按一下以編輯母片文字樣式</a:t>
            </a:r>
            <a:endParaRPr b="0" lang="en-US" sz="2000" spc="-1" strike="noStrike">
              <a:solidFill>
                <a:srgbClr val="404040"/>
              </a:solidFill>
              <a:latin typeface="Microsoft JhengHei UI"/>
            </a:endParaRPr>
          </a:p>
          <a:p>
            <a:pPr lvl="1" marL="384120" indent="-182880">
              <a:lnSpc>
                <a:spcPct val="100000"/>
              </a:lnSpc>
              <a:spcBef>
                <a:spcPts val="201"/>
              </a:spcBef>
              <a:spcAft>
                <a:spcPts val="400"/>
              </a:spcAft>
              <a:buClr>
                <a:srgbClr val="404040"/>
              </a:buClr>
              <a:buFont typeface="Calibri"/>
              <a:buChar char="◦"/>
            </a:pPr>
            <a:r>
              <a:rPr b="0" lang="zh-TW" sz="1800" spc="-1" strike="noStrike">
                <a:solidFill>
                  <a:srgbClr val="404040"/>
                </a:solidFill>
                <a:latin typeface="Microsoft JhengHei UI"/>
              </a:rPr>
              <a:t>第二層</a:t>
            </a:r>
            <a:endParaRPr b="0" lang="en-US" sz="1800" spc="-1" strike="noStrike">
              <a:solidFill>
                <a:srgbClr val="404040"/>
              </a:solidFill>
              <a:latin typeface="Microsoft JhengHei UI"/>
            </a:endParaRPr>
          </a:p>
          <a:p>
            <a:pPr lvl="2" marL="56700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第三層</a:t>
            </a:r>
            <a:endParaRPr b="0" lang="en-US" sz="1400" spc="-1" strike="noStrike">
              <a:solidFill>
                <a:srgbClr val="404040"/>
              </a:solidFill>
              <a:latin typeface="Microsoft JhengHei UI"/>
            </a:endParaRPr>
          </a:p>
          <a:p>
            <a:pPr lvl="3" marL="74988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第四層</a:t>
            </a:r>
            <a:endParaRPr b="0" lang="en-US" sz="1400" spc="-1" strike="noStrike">
              <a:solidFill>
                <a:srgbClr val="404040"/>
              </a:solidFill>
              <a:latin typeface="Microsoft JhengHei UI"/>
            </a:endParaRPr>
          </a:p>
          <a:p>
            <a:pPr lvl="4" marL="93276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第五層</a:t>
            </a:r>
            <a:endParaRPr b="0" lang="en-US" sz="1400" spc="-1" strike="noStrike">
              <a:solidFill>
                <a:srgbClr val="404040"/>
              </a:solidFill>
              <a:latin typeface="Microsoft JhengHei UI"/>
            </a:endParaRPr>
          </a:p>
        </p:txBody>
      </p:sp>
      <p:sp>
        <p:nvSpPr>
          <p:cNvPr id="55" name="直線接點​​(S) 15"/>
          <p:cNvSpPr/>
          <p:nvPr/>
        </p:nvSpPr>
        <p:spPr>
          <a:xfrm>
            <a:off x="-360" y="1283400"/>
            <a:ext cx="1219284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2" name="矩形 6"/>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93" name="直線接點​​(S) 9"/>
          <p:cNvSpPr/>
          <p:nvPr/>
        </p:nvSpPr>
        <p:spPr>
          <a:xfrm>
            <a:off x="1193400" y="1897200"/>
            <a:ext cx="996696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
        <p:nvSpPr>
          <p:cNvPr id="94" name="PlaceHolder 1"/>
          <p:cNvSpPr>
            <a:spLocks noGrp="1"/>
          </p:cNvSpPr>
          <p:nvPr>
            <p:ph type="title"/>
          </p:nvPr>
        </p:nvSpPr>
        <p:spPr>
          <a:xfrm>
            <a:off x="1097280" y="286560"/>
            <a:ext cx="10058040" cy="1450440"/>
          </a:xfrm>
          <a:prstGeom prst="rect">
            <a:avLst/>
          </a:prstGeom>
          <a:noFill/>
          <a:ln w="0">
            <a:noFill/>
          </a:ln>
        </p:spPr>
        <p:txBody>
          <a:bodyPr anchor="b">
            <a:noAutofit/>
          </a:bodyPr>
          <a:p>
            <a:pPr>
              <a:lnSpc>
                <a:spcPct val="90000"/>
              </a:lnSpc>
              <a:buNone/>
            </a:pPr>
            <a:r>
              <a:rPr b="0" lang="zh-TW" sz="3600" spc="-52" strike="noStrike">
                <a:solidFill>
                  <a:srgbClr val="404040"/>
                </a:solidFill>
                <a:latin typeface="Microsoft JhengHei UI"/>
              </a:rPr>
              <a:t>按一下以編輯母片標題樣式</a:t>
            </a:r>
            <a:endParaRPr b="0" lang="en-US" sz="3600" spc="-1" strike="noStrike">
              <a:solidFill>
                <a:srgbClr val="000000"/>
              </a:solidFill>
              <a:latin typeface="Microsoft JhengHei UI"/>
            </a:endParaRPr>
          </a:p>
        </p:txBody>
      </p:sp>
      <p:sp>
        <p:nvSpPr>
          <p:cNvPr id="95" name="PlaceHolder 2"/>
          <p:cNvSpPr>
            <a:spLocks noGrp="1"/>
          </p:cNvSpPr>
          <p:nvPr>
            <p:ph type="body"/>
          </p:nvPr>
        </p:nvSpPr>
        <p:spPr>
          <a:xfrm>
            <a:off x="1097280" y="2120760"/>
            <a:ext cx="4639320" cy="3747960"/>
          </a:xfrm>
          <a:prstGeom prst="rect">
            <a:avLst/>
          </a:prstGeom>
          <a:noFill/>
          <a:ln w="0">
            <a:noFill/>
          </a:ln>
        </p:spPr>
        <p:txBody>
          <a:bodyPr lIns="0" rIns="0" anchor="t">
            <a:noAutofit/>
          </a:bodyPr>
          <a:p>
            <a:pPr marL="91440" indent="-91440">
              <a:lnSpc>
                <a:spcPct val="100000"/>
              </a:lnSpc>
              <a:spcBef>
                <a:spcPts val="1199"/>
              </a:spcBef>
              <a:spcAft>
                <a:spcPts val="201"/>
              </a:spcAft>
              <a:buClr>
                <a:srgbClr val="3f3de3"/>
              </a:buClr>
              <a:buFont typeface="Calibri"/>
              <a:buChar char=" "/>
            </a:pPr>
            <a:r>
              <a:rPr b="0" lang="zh-TW" sz="2000" spc="-1" strike="noStrike">
                <a:solidFill>
                  <a:srgbClr val="404040"/>
                </a:solidFill>
                <a:latin typeface="Microsoft JhengHei UI"/>
              </a:rPr>
              <a:t>按一下以編輯母片文字樣式</a:t>
            </a:r>
            <a:endParaRPr b="0" lang="en-US" sz="2000" spc="-1" strike="noStrike">
              <a:solidFill>
                <a:srgbClr val="404040"/>
              </a:solidFill>
              <a:latin typeface="Microsoft JhengHei UI"/>
            </a:endParaRPr>
          </a:p>
          <a:p>
            <a:pPr lvl="1" marL="384120" indent="-182880">
              <a:lnSpc>
                <a:spcPct val="100000"/>
              </a:lnSpc>
              <a:spcBef>
                <a:spcPts val="201"/>
              </a:spcBef>
              <a:spcAft>
                <a:spcPts val="400"/>
              </a:spcAft>
              <a:buClr>
                <a:srgbClr val="404040"/>
              </a:buClr>
              <a:buFont typeface="Calibri"/>
              <a:buChar char="◦"/>
            </a:pPr>
            <a:r>
              <a:rPr b="0" lang="zh-TW" sz="1800" spc="-1" strike="noStrike">
                <a:solidFill>
                  <a:srgbClr val="404040"/>
                </a:solidFill>
                <a:latin typeface="Microsoft JhengHei UI"/>
              </a:rPr>
              <a:t>第二層</a:t>
            </a:r>
            <a:endParaRPr b="0" lang="en-US" sz="1800" spc="-1" strike="noStrike">
              <a:solidFill>
                <a:srgbClr val="404040"/>
              </a:solidFill>
              <a:latin typeface="Microsoft JhengHei UI"/>
            </a:endParaRPr>
          </a:p>
          <a:p>
            <a:pPr lvl="2" marL="56700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第三層</a:t>
            </a:r>
            <a:endParaRPr b="0" lang="en-US" sz="1400" spc="-1" strike="noStrike">
              <a:solidFill>
                <a:srgbClr val="404040"/>
              </a:solidFill>
              <a:latin typeface="Microsoft JhengHei UI"/>
            </a:endParaRPr>
          </a:p>
          <a:p>
            <a:pPr lvl="3" marL="74988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第四層</a:t>
            </a:r>
            <a:endParaRPr b="0" lang="en-US" sz="1400" spc="-1" strike="noStrike">
              <a:solidFill>
                <a:srgbClr val="404040"/>
              </a:solidFill>
              <a:latin typeface="Microsoft JhengHei UI"/>
            </a:endParaRPr>
          </a:p>
          <a:p>
            <a:pPr lvl="4" marL="93276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第五層</a:t>
            </a:r>
            <a:endParaRPr b="0" lang="en-US" sz="1400" spc="-1" strike="noStrike">
              <a:solidFill>
                <a:srgbClr val="404040"/>
              </a:solidFill>
              <a:latin typeface="Microsoft JhengHei UI"/>
            </a:endParaRPr>
          </a:p>
        </p:txBody>
      </p:sp>
      <p:sp>
        <p:nvSpPr>
          <p:cNvPr id="96" name="PlaceHolder 3"/>
          <p:cNvSpPr>
            <a:spLocks noGrp="1"/>
          </p:cNvSpPr>
          <p:nvPr>
            <p:ph type="body"/>
          </p:nvPr>
        </p:nvSpPr>
        <p:spPr>
          <a:xfrm>
            <a:off x="6516000" y="2120760"/>
            <a:ext cx="4639320" cy="3747960"/>
          </a:xfrm>
          <a:prstGeom prst="rect">
            <a:avLst/>
          </a:prstGeom>
          <a:noFill/>
          <a:ln w="0">
            <a:noFill/>
          </a:ln>
        </p:spPr>
        <p:txBody>
          <a:bodyPr lIns="0" rIns="0" anchor="t">
            <a:noAutofit/>
          </a:bodyPr>
          <a:p>
            <a:pPr marL="91440" indent="-91440">
              <a:lnSpc>
                <a:spcPct val="100000"/>
              </a:lnSpc>
              <a:spcBef>
                <a:spcPts val="1199"/>
              </a:spcBef>
              <a:spcAft>
                <a:spcPts val="201"/>
              </a:spcAft>
              <a:buClr>
                <a:srgbClr val="3f3de3"/>
              </a:buClr>
              <a:buFont typeface="Calibri"/>
              <a:buChar char=" "/>
            </a:pPr>
            <a:r>
              <a:rPr b="0" lang="zh-TW" sz="2000" spc="-1" strike="noStrike">
                <a:solidFill>
                  <a:srgbClr val="404040"/>
                </a:solidFill>
                <a:latin typeface="Microsoft JhengHei UI"/>
              </a:rPr>
              <a:t>按一下以編輯母片文字樣式</a:t>
            </a:r>
            <a:endParaRPr b="0" lang="en-US" sz="2000" spc="-1" strike="noStrike">
              <a:solidFill>
                <a:srgbClr val="404040"/>
              </a:solidFill>
              <a:latin typeface="Microsoft JhengHei UI"/>
            </a:endParaRPr>
          </a:p>
          <a:p>
            <a:pPr lvl="1" marL="384120" indent="-182880">
              <a:lnSpc>
                <a:spcPct val="100000"/>
              </a:lnSpc>
              <a:spcBef>
                <a:spcPts val="201"/>
              </a:spcBef>
              <a:spcAft>
                <a:spcPts val="400"/>
              </a:spcAft>
              <a:buClr>
                <a:srgbClr val="404040"/>
              </a:buClr>
              <a:buFont typeface="Calibri"/>
              <a:buChar char="◦"/>
            </a:pPr>
            <a:r>
              <a:rPr b="0" lang="zh-TW" sz="1800" spc="-1" strike="noStrike">
                <a:solidFill>
                  <a:srgbClr val="404040"/>
                </a:solidFill>
                <a:latin typeface="Microsoft JhengHei UI"/>
              </a:rPr>
              <a:t>第二層</a:t>
            </a:r>
            <a:endParaRPr b="0" lang="en-US" sz="1800" spc="-1" strike="noStrike">
              <a:solidFill>
                <a:srgbClr val="404040"/>
              </a:solidFill>
              <a:latin typeface="Microsoft JhengHei UI"/>
            </a:endParaRPr>
          </a:p>
          <a:p>
            <a:pPr lvl="2" marL="56700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第三層</a:t>
            </a:r>
            <a:endParaRPr b="0" lang="en-US" sz="1400" spc="-1" strike="noStrike">
              <a:solidFill>
                <a:srgbClr val="404040"/>
              </a:solidFill>
              <a:latin typeface="Microsoft JhengHei UI"/>
            </a:endParaRPr>
          </a:p>
          <a:p>
            <a:pPr lvl="3" marL="74988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第四層</a:t>
            </a:r>
            <a:endParaRPr b="0" lang="en-US" sz="1400" spc="-1" strike="noStrike">
              <a:solidFill>
                <a:srgbClr val="404040"/>
              </a:solidFill>
              <a:latin typeface="Microsoft JhengHei UI"/>
            </a:endParaRPr>
          </a:p>
          <a:p>
            <a:pPr lvl="4" marL="93276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第五層</a:t>
            </a:r>
            <a:endParaRPr b="0" lang="en-US" sz="1400" spc="-1" strike="noStrike">
              <a:solidFill>
                <a:srgbClr val="404040"/>
              </a:solidFill>
              <a:latin typeface="Microsoft JhengHei UI"/>
            </a:endParaRPr>
          </a:p>
        </p:txBody>
      </p:sp>
      <p:sp>
        <p:nvSpPr>
          <p:cNvPr id="97" name="PlaceHolder 4"/>
          <p:cNvSpPr>
            <a:spLocks noGrp="1"/>
          </p:cNvSpPr>
          <p:nvPr>
            <p:ph type="dt" idx="7"/>
          </p:nvPr>
        </p:nvSpPr>
        <p:spPr>
          <a:xfrm>
            <a:off x="8218440" y="6446880"/>
            <a:ext cx="2584440" cy="364680"/>
          </a:xfrm>
          <a:prstGeom prst="rect">
            <a:avLst/>
          </a:prstGeom>
          <a:noFill/>
          <a:ln w="0">
            <a:noFill/>
          </a:ln>
        </p:spPr>
        <p:txBody>
          <a:bodyPr anchor="ctr">
            <a:noAutofit/>
          </a:bodyPr>
          <a:lstStyle>
            <a:lvl1pPr algn="r">
              <a:lnSpc>
                <a:spcPct val="100000"/>
              </a:lnSpc>
              <a:buNone/>
              <a:defRPr b="0" lang="en-US" sz="900" spc="-1" strike="noStrike">
                <a:solidFill>
                  <a:srgbClr val="ffffff"/>
                </a:solidFill>
                <a:latin typeface="Microsoft JhengHei UI"/>
              </a:defRPr>
            </a:lvl1pPr>
          </a:lstStyle>
          <a:p>
            <a:pPr algn="r">
              <a:lnSpc>
                <a:spcPct val="100000"/>
              </a:lnSpc>
              <a:buNone/>
            </a:pPr>
            <a:r>
              <a:rPr b="0" lang="en-US" sz="900" spc="-1" strike="noStrike">
                <a:solidFill>
                  <a:srgbClr val="ffffff"/>
                </a:solidFill>
                <a:latin typeface="Microsoft JhengHei UI"/>
              </a:rPr>
              <a:t>&lt;日期/時間&gt;</a:t>
            </a:r>
            <a:endParaRPr b="0" lang="en-US" sz="900" spc="-1" strike="noStrike">
              <a:latin typeface="Times New Roman"/>
            </a:endParaRPr>
          </a:p>
        </p:txBody>
      </p:sp>
      <p:sp>
        <p:nvSpPr>
          <p:cNvPr id="98" name="PlaceHolder 5"/>
          <p:cNvSpPr>
            <a:spLocks noGrp="1"/>
          </p:cNvSpPr>
          <p:nvPr>
            <p:ph type="ftr" idx="8"/>
          </p:nvPr>
        </p:nvSpPr>
        <p:spPr>
          <a:xfrm>
            <a:off x="642960" y="6446880"/>
            <a:ext cx="6818040" cy="364680"/>
          </a:xfrm>
          <a:prstGeom prst="rect">
            <a:avLst/>
          </a:prstGeom>
          <a:noFill/>
          <a:ln w="0">
            <a:noFill/>
          </a:ln>
        </p:spPr>
        <p:txBody>
          <a:bodyPr anchor="ctr">
            <a:noAutofit/>
          </a:bodyPr>
          <a:lstStyle>
            <a:lvl1pPr>
              <a:lnSpc>
                <a:spcPct val="100000"/>
              </a:lnSpc>
              <a:buNone/>
              <a:defRPr b="0" lang="en-US" sz="900" spc="-1" strike="noStrike" cap="all">
                <a:solidFill>
                  <a:srgbClr val="b2b1f4"/>
                </a:solidFill>
                <a:latin typeface="Microsoft JhengHei UI"/>
              </a:defRPr>
            </a:lvl1pPr>
          </a:lstStyle>
          <a:p>
            <a:pPr>
              <a:lnSpc>
                <a:spcPct val="100000"/>
              </a:lnSpc>
              <a:buNone/>
            </a:pPr>
            <a:r>
              <a:rPr b="0" lang="en-US" sz="900" spc="-1" strike="noStrike" cap="all">
                <a:solidFill>
                  <a:srgbClr val="b2b1f4"/>
                </a:solidFill>
                <a:latin typeface="Microsoft JhengHei UI"/>
              </a:rPr>
              <a:t>&lt;頁尾&gt;</a:t>
            </a:r>
            <a:endParaRPr b="0" lang="en-US" sz="900" spc="-1" strike="noStrike">
              <a:latin typeface="Times New Roman"/>
            </a:endParaRPr>
          </a:p>
        </p:txBody>
      </p:sp>
      <p:sp>
        <p:nvSpPr>
          <p:cNvPr id="99" name="PlaceHolder 6"/>
          <p:cNvSpPr>
            <a:spLocks noGrp="1"/>
          </p:cNvSpPr>
          <p:nvPr>
            <p:ph type="sldNum" idx="9"/>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E7707026-3F21-4D48-8BC5-EB7F56A4D560}" type="slidenum">
              <a:rPr b="0" lang="en-US" sz="1050" spc="-1" strike="noStrike">
                <a:solidFill>
                  <a:srgbClr val="ffffff"/>
                </a:solidFill>
                <a:latin typeface="Microsoft JhengHei UI"/>
              </a:rPr>
              <a:t>&lt;編號&gt;</a:t>
            </a:fld>
            <a:endParaRPr b="0" lang="en-US" sz="105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6" name="矩形 6" hidden="1"/>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137" name="直線接點​​(S) 9"/>
          <p:cNvSpPr/>
          <p:nvPr/>
        </p:nvSpPr>
        <p:spPr>
          <a:xfrm>
            <a:off x="1193400" y="1897200"/>
            <a:ext cx="996696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
        <p:nvSpPr>
          <p:cNvPr id="138" name="矩形 9"/>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139" name="PlaceHolder 1"/>
          <p:cNvSpPr>
            <a:spLocks noGrp="1"/>
          </p:cNvSpPr>
          <p:nvPr>
            <p:ph type="dt" idx="10"/>
          </p:nvPr>
        </p:nvSpPr>
        <p:spPr>
          <a:xfrm>
            <a:off x="8218440" y="6446880"/>
            <a:ext cx="2584440" cy="364680"/>
          </a:xfrm>
          <a:prstGeom prst="rect">
            <a:avLst/>
          </a:prstGeom>
          <a:noFill/>
          <a:ln w="0">
            <a:noFill/>
          </a:ln>
        </p:spPr>
        <p:txBody>
          <a:bodyPr anchor="ctr">
            <a:noAutofit/>
          </a:bodyPr>
          <a:lstStyle>
            <a:lvl1pPr algn="r">
              <a:lnSpc>
                <a:spcPct val="100000"/>
              </a:lnSpc>
              <a:buNone/>
              <a:defRPr b="0" lang="en-US" sz="900" spc="-1" strike="noStrike">
                <a:solidFill>
                  <a:srgbClr val="ffffff"/>
                </a:solidFill>
                <a:latin typeface="Microsoft JhengHei UI"/>
              </a:defRPr>
            </a:lvl1pPr>
          </a:lstStyle>
          <a:p>
            <a:pPr algn="r">
              <a:lnSpc>
                <a:spcPct val="100000"/>
              </a:lnSpc>
              <a:buNone/>
            </a:pPr>
            <a:r>
              <a:rPr b="0" lang="en-US" sz="900" spc="-1" strike="noStrike">
                <a:solidFill>
                  <a:srgbClr val="ffffff"/>
                </a:solidFill>
                <a:latin typeface="Microsoft JhengHei UI"/>
              </a:rPr>
              <a:t>&lt;日期/時間&gt;</a:t>
            </a:r>
            <a:endParaRPr b="0" lang="en-US" sz="900" spc="-1" strike="noStrike">
              <a:latin typeface="Times New Roman"/>
            </a:endParaRPr>
          </a:p>
        </p:txBody>
      </p:sp>
      <p:sp>
        <p:nvSpPr>
          <p:cNvPr id="140" name="PlaceHolder 2"/>
          <p:cNvSpPr>
            <a:spLocks noGrp="1"/>
          </p:cNvSpPr>
          <p:nvPr>
            <p:ph type="ftr" idx="11"/>
          </p:nvPr>
        </p:nvSpPr>
        <p:spPr>
          <a:xfrm>
            <a:off x="642960" y="6446880"/>
            <a:ext cx="6818040" cy="364680"/>
          </a:xfrm>
          <a:prstGeom prst="rect">
            <a:avLst/>
          </a:prstGeom>
          <a:noFill/>
          <a:ln w="0">
            <a:noFill/>
          </a:ln>
        </p:spPr>
        <p:txBody>
          <a:bodyPr anchor="ctr">
            <a:noAutofit/>
          </a:bodyPr>
          <a:lstStyle>
            <a:lvl1pPr>
              <a:lnSpc>
                <a:spcPct val="100000"/>
              </a:lnSpc>
              <a:buNone/>
              <a:defRPr b="0" lang="en-US" sz="900" spc="-1" strike="noStrike" cap="all">
                <a:solidFill>
                  <a:srgbClr val="b2b1f4"/>
                </a:solidFill>
                <a:latin typeface="Microsoft JhengHei UI"/>
              </a:defRPr>
            </a:lvl1pPr>
          </a:lstStyle>
          <a:p>
            <a:pPr>
              <a:lnSpc>
                <a:spcPct val="100000"/>
              </a:lnSpc>
              <a:buNone/>
            </a:pPr>
            <a:r>
              <a:rPr b="0" lang="en-US" sz="900" spc="-1" strike="noStrike" cap="all">
                <a:solidFill>
                  <a:srgbClr val="b2b1f4"/>
                </a:solidFill>
                <a:latin typeface="Microsoft JhengHei UI"/>
              </a:rPr>
              <a:t>&lt;頁尾&gt;</a:t>
            </a:r>
            <a:endParaRPr b="0" lang="en-US" sz="900" spc="-1" strike="noStrike">
              <a:latin typeface="Times New Roman"/>
            </a:endParaRPr>
          </a:p>
        </p:txBody>
      </p:sp>
      <p:sp>
        <p:nvSpPr>
          <p:cNvPr id="141" name="PlaceHolder 3"/>
          <p:cNvSpPr>
            <a:spLocks noGrp="1"/>
          </p:cNvSpPr>
          <p:nvPr>
            <p:ph type="sldNum" idx="12"/>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9FA0F1B9-9817-4CBC-B871-8C38B9B53598}" type="slidenum">
              <a:rPr b="0" lang="en-US" sz="1050" spc="-1" strike="noStrike">
                <a:solidFill>
                  <a:srgbClr val="ffffff"/>
                </a:solidFill>
                <a:latin typeface="Microsoft JhengHei UI"/>
              </a:rPr>
              <a:t>&lt;編號&gt;</a:t>
            </a:fld>
            <a:endParaRPr b="0" lang="en-US" sz="1050" spc="-1" strike="noStrike">
              <a:latin typeface="Times New Roman"/>
            </a:endParaRPr>
          </a:p>
        </p:txBody>
      </p:sp>
      <p:sp>
        <p:nvSpPr>
          <p:cNvPr id="142" name="PlaceHolder 4"/>
          <p:cNvSpPr>
            <a:spLocks noGrp="1"/>
          </p:cNvSpPr>
          <p:nvPr>
            <p:ph type="body"/>
          </p:nvPr>
        </p:nvSpPr>
        <p:spPr>
          <a:xfrm>
            <a:off x="0" y="0"/>
            <a:ext cx="12191760" cy="6407640"/>
          </a:xfrm>
          <a:prstGeom prst="rect">
            <a:avLst/>
          </a:prstGeom>
          <a:noFill/>
          <a:ln w="0">
            <a:noFill/>
          </a:ln>
        </p:spPr>
        <p:txBody>
          <a:bodyPr lIns="90000" rIns="90000" tIns="45000" bIns="45000" anchor="ctr">
            <a:normAutofit/>
          </a:bodyPr>
          <a:p>
            <a:pPr algn="ctr">
              <a:lnSpc>
                <a:spcPct val="100000"/>
              </a:lnSpc>
              <a:buNone/>
            </a:pPr>
            <a:r>
              <a:rPr b="0" lang="zh-TW" sz="1600" spc="-1" strike="noStrike">
                <a:solidFill>
                  <a:srgbClr val="000000"/>
                </a:solidFill>
                <a:latin typeface="Microsoft JhengHei UI"/>
              </a:rPr>
              <a:t>按一下圖示以新增圖片</a:t>
            </a:r>
            <a:endParaRPr b="0" lang="en-US" sz="1600" spc="-1" strike="noStrike">
              <a:solidFill>
                <a:srgbClr val="404040"/>
              </a:solidFill>
              <a:latin typeface="Microsoft JhengHei UI"/>
            </a:endParaRPr>
          </a:p>
        </p:txBody>
      </p:sp>
      <p:sp>
        <p:nvSpPr>
          <p:cNvPr id="143" name="PlaceHolder 5"/>
          <p:cNvSpPr>
            <a:spLocks noGrp="1"/>
          </p:cNvSpPr>
          <p:nvPr>
            <p:ph type="title"/>
          </p:nvPr>
        </p:nvSpPr>
        <p:spPr>
          <a:xfrm>
            <a:off x="0" y="0"/>
            <a:ext cx="12191760" cy="1296000"/>
          </a:xfrm>
          <a:prstGeom prst="rect">
            <a:avLst/>
          </a:prstGeom>
          <a:solidFill>
            <a:srgbClr val="b2b1f4">
              <a:alpha val="50000"/>
            </a:srgbClr>
          </a:solidFill>
          <a:ln w="0">
            <a:noFill/>
          </a:ln>
        </p:spPr>
        <p:txBody>
          <a:bodyPr lIns="684000" tIns="108000" anchor="ctr">
            <a:normAutofit/>
          </a:bodyPr>
          <a:p>
            <a:pPr>
              <a:lnSpc>
                <a:spcPct val="90000"/>
              </a:lnSpc>
              <a:buNone/>
            </a:pPr>
            <a:r>
              <a:rPr b="0" lang="zh-TW" sz="3600" spc="-52" strike="noStrike">
                <a:solidFill>
                  <a:srgbClr val="404040"/>
                </a:solidFill>
                <a:latin typeface="Microsoft JhengHei UI"/>
              </a:rPr>
              <a:t>按一下以編輯母片標題樣式</a:t>
            </a:r>
            <a:endParaRPr b="0" lang="en-US" sz="3600" spc="-1" strike="noStrike">
              <a:solidFill>
                <a:srgbClr val="000000"/>
              </a:solidFill>
              <a:latin typeface="Microsoft JhengHei UI"/>
            </a:endParaRPr>
          </a:p>
        </p:txBody>
      </p:sp>
      <p:sp>
        <p:nvSpPr>
          <p:cNvPr id="144" name="PlaceHolder 6"/>
          <p:cNvSpPr>
            <a:spLocks noGrp="1"/>
          </p:cNvSpPr>
          <p:nvPr>
            <p:ph type="body"/>
          </p:nvPr>
        </p:nvSpPr>
        <p:spPr>
          <a:xfrm>
            <a:off x="748080" y="1812600"/>
            <a:ext cx="10905120" cy="4088160"/>
          </a:xfrm>
          <a:prstGeom prst="rect">
            <a:avLst/>
          </a:prstGeom>
          <a:noFill/>
          <a:ln w="0">
            <a:noFill/>
          </a:ln>
        </p:spPr>
        <p:txBody>
          <a:bodyPr lIns="0" rIns="0" anchor="t">
            <a:noAutofit/>
          </a:bodyPr>
          <a:p>
            <a:pPr marL="91440" indent="-91440">
              <a:lnSpc>
                <a:spcPct val="100000"/>
              </a:lnSpc>
              <a:spcBef>
                <a:spcPts val="1199"/>
              </a:spcBef>
              <a:spcAft>
                <a:spcPts val="201"/>
              </a:spcAft>
              <a:buClr>
                <a:srgbClr val="3f3de3"/>
              </a:buClr>
              <a:buFont typeface="Calibri"/>
              <a:buChar char=" "/>
            </a:pPr>
            <a:r>
              <a:rPr b="0" lang="zh-TW" sz="2000" spc="-1" strike="noStrike">
                <a:solidFill>
                  <a:srgbClr val="404040"/>
                </a:solidFill>
                <a:latin typeface="Microsoft JhengHei UI"/>
              </a:rPr>
              <a:t>按一下以編輯母片文字樣式</a:t>
            </a:r>
            <a:endParaRPr b="0" lang="en-US" sz="2000" spc="-1" strike="noStrike">
              <a:solidFill>
                <a:srgbClr val="404040"/>
              </a:solidFill>
              <a:latin typeface="Microsoft JhengHei UI"/>
            </a:endParaRPr>
          </a:p>
          <a:p>
            <a:pPr lvl="1" marL="384120" indent="-182880">
              <a:lnSpc>
                <a:spcPct val="100000"/>
              </a:lnSpc>
              <a:spcBef>
                <a:spcPts val="201"/>
              </a:spcBef>
              <a:spcAft>
                <a:spcPts val="400"/>
              </a:spcAft>
              <a:buClr>
                <a:srgbClr val="404040"/>
              </a:buClr>
              <a:buFont typeface="Calibri"/>
              <a:buChar char="◦"/>
            </a:pPr>
            <a:r>
              <a:rPr b="0" lang="zh-TW" sz="1800" spc="-1" strike="noStrike">
                <a:solidFill>
                  <a:srgbClr val="404040"/>
                </a:solidFill>
                <a:latin typeface="Microsoft JhengHei UI"/>
              </a:rPr>
              <a:t>第二層</a:t>
            </a:r>
            <a:endParaRPr b="0" lang="en-US" sz="1800" spc="-1" strike="noStrike">
              <a:solidFill>
                <a:srgbClr val="404040"/>
              </a:solidFill>
              <a:latin typeface="Microsoft JhengHei UI"/>
            </a:endParaRPr>
          </a:p>
          <a:p>
            <a:pPr lvl="2" marL="56700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第三層</a:t>
            </a:r>
            <a:endParaRPr b="0" lang="en-US" sz="1400" spc="-1" strike="noStrike">
              <a:solidFill>
                <a:srgbClr val="404040"/>
              </a:solidFill>
              <a:latin typeface="Microsoft JhengHei UI"/>
            </a:endParaRPr>
          </a:p>
          <a:p>
            <a:pPr lvl="3" marL="74988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第四層</a:t>
            </a:r>
            <a:endParaRPr b="0" lang="en-US" sz="1400" spc="-1" strike="noStrike">
              <a:solidFill>
                <a:srgbClr val="404040"/>
              </a:solidFill>
              <a:latin typeface="Microsoft JhengHei UI"/>
            </a:endParaRPr>
          </a:p>
          <a:p>
            <a:pPr lvl="4" marL="932760" indent="-182880">
              <a:lnSpc>
                <a:spcPct val="100000"/>
              </a:lnSpc>
              <a:spcBef>
                <a:spcPts val="201"/>
              </a:spcBef>
              <a:spcAft>
                <a:spcPts val="400"/>
              </a:spcAft>
              <a:buClr>
                <a:srgbClr val="404040"/>
              </a:buClr>
              <a:buFont typeface="Calibri"/>
              <a:buChar char="◦"/>
            </a:pPr>
            <a:r>
              <a:rPr b="0" lang="zh-TW" sz="1400" spc="-1" strike="noStrike">
                <a:solidFill>
                  <a:srgbClr val="404040"/>
                </a:solidFill>
                <a:latin typeface="Microsoft JhengHei UI"/>
              </a:rPr>
              <a:t>第五層</a:t>
            </a:r>
            <a:endParaRPr b="0" lang="en-US" sz="1400" spc="-1" strike="noStrike">
              <a:solidFill>
                <a:srgbClr val="404040"/>
              </a:solidFill>
              <a:latin typeface="Microsoft JhengHei UI"/>
            </a:endParaRPr>
          </a:p>
        </p:txBody>
      </p:sp>
      <p:sp>
        <p:nvSpPr>
          <p:cNvPr id="145" name="直線接點​​(S) 15"/>
          <p:cNvSpPr/>
          <p:nvPr/>
        </p:nvSpPr>
        <p:spPr>
          <a:xfrm>
            <a:off x="-360" y="1283400"/>
            <a:ext cx="1219284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Tree>
  </p:cSld>
  <p:clrMap bg1="lt1" bg2="lt2" tx1="dk1" tx2="dk2" accent1="accent1" accent2="accent2" accent3="accent3" accent4="accent4" accent5="accent5" accent6="accent6" hlink="hlink" folHlink="folHlink"/>
  <p:sldLayoutIdLst>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2" name="矩形 6" hidden="1"/>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183" name="直線接點​​(S) 9"/>
          <p:cNvSpPr/>
          <p:nvPr/>
        </p:nvSpPr>
        <p:spPr>
          <a:xfrm>
            <a:off x="1193400" y="1897200"/>
            <a:ext cx="996696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
        <p:nvSpPr>
          <p:cNvPr id="184" name="PlaceHolder 1"/>
          <p:cNvSpPr>
            <a:spLocks noGrp="1"/>
          </p:cNvSpPr>
          <p:nvPr>
            <p:ph type="body"/>
          </p:nvPr>
        </p:nvSpPr>
        <p:spPr>
          <a:xfrm>
            <a:off x="0" y="0"/>
            <a:ext cx="12191760" cy="6399720"/>
          </a:xfrm>
          <a:prstGeom prst="rect">
            <a:avLst/>
          </a:prstGeom>
          <a:noFill/>
          <a:ln w="0">
            <a:noFill/>
          </a:ln>
        </p:spPr>
        <p:txBody>
          <a:bodyPr lIns="0" rIns="90000" tIns="792000" bIns="45000" anchor="ctr">
            <a:noAutofit/>
          </a:bodyPr>
          <a:p>
            <a:pPr algn="ctr">
              <a:lnSpc>
                <a:spcPct val="100000"/>
              </a:lnSpc>
              <a:buNone/>
            </a:pPr>
            <a:r>
              <a:rPr b="0" lang="zh-TW" sz="1800" spc="-1" strike="noStrike">
                <a:solidFill>
                  <a:srgbClr val="000000"/>
                </a:solidFill>
                <a:latin typeface="Microsoft JhengHei UI"/>
              </a:rPr>
              <a:t>按一下圖示以新增圖片</a:t>
            </a:r>
            <a:endParaRPr b="0" lang="en-US" sz="1800" spc="-1" strike="noStrike">
              <a:solidFill>
                <a:srgbClr val="404040"/>
              </a:solidFill>
              <a:latin typeface="Microsoft JhengHei UI"/>
            </a:endParaRPr>
          </a:p>
        </p:txBody>
      </p:sp>
      <p:sp>
        <p:nvSpPr>
          <p:cNvPr id="185" name="矩形 7"/>
          <p:cNvSpPr/>
          <p:nvPr/>
        </p:nvSpPr>
        <p:spPr>
          <a:xfrm>
            <a:off x="4804560" y="0"/>
            <a:ext cx="7387200" cy="6446160"/>
          </a:xfrm>
          <a:prstGeom prst="rect">
            <a:avLst/>
          </a:prstGeom>
          <a:solidFill>
            <a:schemeClr val="accent1">
              <a:lumMod val="75000"/>
              <a:alpha val="25000"/>
            </a:schemeClr>
          </a:solidFill>
          <a:ln>
            <a:noFill/>
          </a:ln>
        </p:spPr>
        <p:style>
          <a:lnRef idx="2">
            <a:schemeClr val="accent1">
              <a:shade val="50000"/>
            </a:schemeClr>
          </a:lnRef>
          <a:fillRef idx="1">
            <a:schemeClr val="accent1"/>
          </a:fillRef>
          <a:effectRef idx="0">
            <a:schemeClr val="accent1"/>
          </a:effectRef>
          <a:fontRef idx="minor"/>
        </p:style>
      </p:sp>
      <p:sp>
        <p:nvSpPr>
          <p:cNvPr id="186" name="矩形 10"/>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187" name="PlaceHolder 2"/>
          <p:cNvSpPr>
            <a:spLocks noGrp="1"/>
          </p:cNvSpPr>
          <p:nvPr>
            <p:ph type="title"/>
          </p:nvPr>
        </p:nvSpPr>
        <p:spPr>
          <a:xfrm>
            <a:off x="643320" y="488160"/>
            <a:ext cx="3517200" cy="1087560"/>
          </a:xfrm>
          <a:prstGeom prst="rect">
            <a:avLst/>
          </a:prstGeom>
          <a:noFill/>
          <a:ln w="0">
            <a:noFill/>
          </a:ln>
        </p:spPr>
        <p:txBody>
          <a:bodyPr anchor="b">
            <a:normAutofit/>
          </a:bodyPr>
          <a:p>
            <a:pPr>
              <a:lnSpc>
                <a:spcPct val="90000"/>
              </a:lnSpc>
              <a:buNone/>
            </a:pPr>
            <a:r>
              <a:rPr b="0" lang="zh-TW" sz="3600" spc="-52" strike="noStrike">
                <a:solidFill>
                  <a:srgbClr val="13127e"/>
                </a:solidFill>
                <a:latin typeface="Microsoft JhengHei UI"/>
              </a:rPr>
              <a:t>按一下以編輯母片標題樣式</a:t>
            </a:r>
            <a:endParaRPr b="0" lang="en-US" sz="3600" spc="-1" strike="noStrike">
              <a:solidFill>
                <a:srgbClr val="000000"/>
              </a:solidFill>
              <a:latin typeface="Microsoft JhengHei UI"/>
            </a:endParaRPr>
          </a:p>
        </p:txBody>
      </p:sp>
      <p:sp>
        <p:nvSpPr>
          <p:cNvPr id="188" name="PlaceHolder 3"/>
          <p:cNvSpPr>
            <a:spLocks noGrp="1"/>
          </p:cNvSpPr>
          <p:nvPr>
            <p:ph type="body"/>
          </p:nvPr>
        </p:nvSpPr>
        <p:spPr>
          <a:xfrm>
            <a:off x="403560" y="2038680"/>
            <a:ext cx="3517200" cy="3311280"/>
          </a:xfrm>
          <a:prstGeom prst="rect">
            <a:avLst/>
          </a:prstGeom>
          <a:noFill/>
          <a:ln w="0">
            <a:noFill/>
          </a:ln>
        </p:spPr>
        <p:txBody>
          <a:bodyPr anchor="t">
            <a:normAutofit/>
          </a:bodyPr>
          <a:p>
            <a:pPr marL="216000" indent="-216000">
              <a:lnSpc>
                <a:spcPct val="100000"/>
              </a:lnSpc>
              <a:spcBef>
                <a:spcPts val="1199"/>
              </a:spcBef>
              <a:buClr>
                <a:srgbClr val="3f3de3"/>
              </a:buClr>
              <a:buFont typeface="Wingdings" charset="2"/>
              <a:buChar char=""/>
            </a:pPr>
            <a:r>
              <a:rPr b="0" lang="zh-TW" sz="1800" spc="-1" strike="noStrike">
                <a:solidFill>
                  <a:srgbClr val="000000"/>
                </a:solidFill>
                <a:latin typeface="Microsoft JhengHei UI"/>
              </a:rPr>
              <a:t>按一下以編輯母片文字樣式</a:t>
            </a:r>
            <a:endParaRPr b="0" lang="en-US" sz="1800" spc="-1" strike="noStrike">
              <a:solidFill>
                <a:srgbClr val="404040"/>
              </a:solidFill>
              <a:latin typeface="Microsoft JhengHei UI"/>
            </a:endParaRPr>
          </a:p>
        </p:txBody>
      </p:sp>
      <p:sp>
        <p:nvSpPr>
          <p:cNvPr id="189" name="PlaceHolder 4"/>
          <p:cNvSpPr>
            <a:spLocks noGrp="1"/>
          </p:cNvSpPr>
          <p:nvPr>
            <p:ph type="dt" idx="13"/>
          </p:nvPr>
        </p:nvSpPr>
        <p:spPr>
          <a:xfrm>
            <a:off x="8218440" y="6446880"/>
            <a:ext cx="2584440" cy="364680"/>
          </a:xfrm>
          <a:prstGeom prst="rect">
            <a:avLst/>
          </a:prstGeom>
          <a:noFill/>
          <a:ln w="0">
            <a:noFill/>
          </a:ln>
        </p:spPr>
        <p:txBody>
          <a:bodyPr anchor="ctr">
            <a:noAutofit/>
          </a:bodyPr>
          <a:lstStyle>
            <a:lvl1pPr algn="r">
              <a:lnSpc>
                <a:spcPct val="100000"/>
              </a:lnSpc>
              <a:buNone/>
              <a:defRPr b="0" lang="en-US" sz="900" spc="-1" strike="noStrike">
                <a:solidFill>
                  <a:srgbClr val="ffffff"/>
                </a:solidFill>
                <a:latin typeface="Microsoft JhengHei UI"/>
              </a:defRPr>
            </a:lvl1pPr>
          </a:lstStyle>
          <a:p>
            <a:pPr algn="r">
              <a:lnSpc>
                <a:spcPct val="100000"/>
              </a:lnSpc>
              <a:buNone/>
            </a:pPr>
            <a:r>
              <a:rPr b="0" lang="en-US" sz="900" spc="-1" strike="noStrike">
                <a:solidFill>
                  <a:srgbClr val="ffffff"/>
                </a:solidFill>
                <a:latin typeface="Microsoft JhengHei UI"/>
              </a:rPr>
              <a:t>&lt;日期/時間&gt;</a:t>
            </a:r>
            <a:endParaRPr b="0" lang="en-US" sz="900" spc="-1" strike="noStrike">
              <a:latin typeface="Times New Roman"/>
            </a:endParaRPr>
          </a:p>
        </p:txBody>
      </p:sp>
      <p:sp>
        <p:nvSpPr>
          <p:cNvPr id="190" name="PlaceHolder 5"/>
          <p:cNvSpPr>
            <a:spLocks noGrp="1"/>
          </p:cNvSpPr>
          <p:nvPr>
            <p:ph type="ftr" idx="14"/>
          </p:nvPr>
        </p:nvSpPr>
        <p:spPr>
          <a:xfrm>
            <a:off x="642960" y="6446880"/>
            <a:ext cx="6818040" cy="364680"/>
          </a:xfrm>
          <a:prstGeom prst="rect">
            <a:avLst/>
          </a:prstGeom>
          <a:noFill/>
          <a:ln w="0">
            <a:noFill/>
          </a:ln>
        </p:spPr>
        <p:txBody>
          <a:bodyPr anchor="ctr">
            <a:noAutofit/>
          </a:bodyPr>
          <a:lstStyle>
            <a:lvl1pPr>
              <a:lnSpc>
                <a:spcPct val="100000"/>
              </a:lnSpc>
              <a:buNone/>
              <a:defRPr b="0" lang="en-US" sz="900" spc="-1" strike="noStrike" cap="all">
                <a:solidFill>
                  <a:srgbClr val="b2b1f4"/>
                </a:solidFill>
                <a:latin typeface="Microsoft JhengHei UI"/>
              </a:defRPr>
            </a:lvl1pPr>
          </a:lstStyle>
          <a:p>
            <a:pPr>
              <a:lnSpc>
                <a:spcPct val="100000"/>
              </a:lnSpc>
              <a:buNone/>
            </a:pPr>
            <a:r>
              <a:rPr b="0" lang="en-US" sz="900" spc="-1" strike="noStrike" cap="all">
                <a:solidFill>
                  <a:srgbClr val="b2b1f4"/>
                </a:solidFill>
                <a:latin typeface="Microsoft JhengHei UI"/>
              </a:rPr>
              <a:t>&lt;頁尾&gt;</a:t>
            </a:r>
            <a:endParaRPr b="0" lang="en-US" sz="900" spc="-1" strike="noStrike">
              <a:latin typeface="Times New Roman"/>
            </a:endParaRPr>
          </a:p>
        </p:txBody>
      </p:sp>
      <p:sp>
        <p:nvSpPr>
          <p:cNvPr id="191" name="PlaceHolder 6"/>
          <p:cNvSpPr>
            <a:spLocks noGrp="1"/>
          </p:cNvSpPr>
          <p:nvPr>
            <p:ph type="sldNum" idx="15"/>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780A1E56-8267-4C0D-9004-4F4A5B739626}" type="slidenum">
              <a:rPr b="0" lang="en-US" sz="1050" spc="-1" strike="noStrike">
                <a:solidFill>
                  <a:srgbClr val="ffffff"/>
                </a:solidFill>
                <a:latin typeface="Microsoft JhengHei UI"/>
              </a:rPr>
              <a:t>&lt;編號&gt;</a:t>
            </a:fld>
            <a:endParaRPr b="0" lang="en-US" sz="1050" spc="-1" strike="noStrike">
              <a:latin typeface="Times New Roman"/>
            </a:endParaRPr>
          </a:p>
        </p:txBody>
      </p:sp>
      <p:sp>
        <p:nvSpPr>
          <p:cNvPr id="192" name="PlaceHolder 7"/>
          <p:cNvSpPr>
            <a:spLocks noGrp="1"/>
          </p:cNvSpPr>
          <p:nvPr>
            <p:ph type="body"/>
          </p:nvPr>
        </p:nvSpPr>
        <p:spPr>
          <a:xfrm>
            <a:off x="5599080" y="1692360"/>
            <a:ext cx="6592680" cy="3190680"/>
          </a:xfrm>
          <a:prstGeom prst="rect">
            <a:avLst/>
          </a:prstGeom>
          <a:solidFill>
            <a:srgbClr val="d9d9d9">
              <a:alpha val="50000"/>
            </a:srgbClr>
          </a:solidFill>
          <a:ln w="0">
            <a:noFill/>
          </a:ln>
        </p:spPr>
        <p:txBody>
          <a:bodyPr lIns="90000" rIns="90000" tIns="45000" bIns="45000" anchor="ctr">
            <a:noAutofit/>
          </a:bodyPr>
          <a:p>
            <a:pPr algn="ctr">
              <a:lnSpc>
                <a:spcPct val="100000"/>
              </a:lnSpc>
              <a:buNone/>
            </a:pPr>
            <a:r>
              <a:rPr b="0" lang="zh-TW" sz="1800" spc="-1" strike="noStrike">
                <a:solidFill>
                  <a:srgbClr val="000000"/>
                </a:solidFill>
                <a:latin typeface="Microsoft JhengHei UI"/>
              </a:rPr>
              <a:t>按一下圖示以新增圖片</a:t>
            </a:r>
            <a:endParaRPr b="0" lang="en-US" sz="1800" spc="-1" strike="noStrike">
              <a:solidFill>
                <a:srgbClr val="404040"/>
              </a:solidFill>
              <a:latin typeface="Microsoft JhengHei UI"/>
            </a:endParaRPr>
          </a:p>
        </p:txBody>
      </p:sp>
      <p:sp>
        <p:nvSpPr>
          <p:cNvPr id="193" name="直線接點​​(S) 15"/>
          <p:cNvSpPr/>
          <p:nvPr/>
        </p:nvSpPr>
        <p:spPr>
          <a:xfrm>
            <a:off x="723600" y="1767600"/>
            <a:ext cx="3291840" cy="360"/>
          </a:xfrm>
          <a:prstGeom prst="line">
            <a:avLst/>
          </a:prstGeom>
          <a:ln w="15875">
            <a:solidFill>
              <a:srgbClr val="262626"/>
            </a:solidFill>
            <a:round/>
          </a:ln>
        </p:spPr>
        <p:style>
          <a:lnRef idx="1">
            <a:schemeClr val="accent1"/>
          </a:lnRef>
          <a:fillRef idx="0">
            <a:schemeClr val="accent1"/>
          </a:fillRef>
          <a:effectRef idx="0">
            <a:schemeClr val="accent1"/>
          </a:effectRef>
          <a:fontRef idx="minor"/>
        </p:style>
      </p:sp>
    </p:spTree>
  </p:cSld>
  <p:clrMap bg1="lt1" bg2="lt2" tx1="dk1" tx2="dk2" accent1="accent1" accent2="accent2" accent3="accent3" accent4="accent4" accent5="accent5" accent6="accent6" hlink="hlink" folHlink="folHlink"/>
  <p:sldLayoutIdLst>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0" name="矩形 6" hidden="1"/>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231" name="直線接點​​(S) 9"/>
          <p:cNvSpPr/>
          <p:nvPr/>
        </p:nvSpPr>
        <p:spPr>
          <a:xfrm>
            <a:off x="1193400" y="1897200"/>
            <a:ext cx="996696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
        <p:nvSpPr>
          <p:cNvPr id="232" name="PlaceHolder 1"/>
          <p:cNvSpPr>
            <a:spLocks noGrp="1"/>
          </p:cNvSpPr>
          <p:nvPr>
            <p:ph type="body"/>
          </p:nvPr>
        </p:nvSpPr>
        <p:spPr>
          <a:xfrm>
            <a:off x="0" y="0"/>
            <a:ext cx="12192840" cy="6400440"/>
          </a:xfrm>
          <a:prstGeom prst="rect">
            <a:avLst/>
          </a:prstGeom>
          <a:noFill/>
          <a:ln w="0">
            <a:noFill/>
          </a:ln>
        </p:spPr>
        <p:txBody>
          <a:bodyPr lIns="90000" rIns="90000" tIns="45000" bIns="45000" anchor="ctr">
            <a:noAutofit/>
          </a:bodyPr>
          <a:p>
            <a:pPr algn="ctr">
              <a:lnSpc>
                <a:spcPct val="100000"/>
              </a:lnSpc>
              <a:buNone/>
            </a:pPr>
            <a:r>
              <a:rPr b="0" lang="zh-TW" sz="1800" spc="-1" strike="noStrike">
                <a:solidFill>
                  <a:srgbClr val="000000"/>
                </a:solidFill>
                <a:latin typeface="Microsoft JhengHei UI"/>
              </a:rPr>
              <a:t>按一下圖示以新增圖片</a:t>
            </a:r>
            <a:endParaRPr b="0" lang="en-US" sz="1800" spc="-1" strike="noStrike">
              <a:solidFill>
                <a:srgbClr val="404040"/>
              </a:solidFill>
              <a:latin typeface="Microsoft JhengHei UI"/>
            </a:endParaRPr>
          </a:p>
        </p:txBody>
      </p:sp>
      <p:sp>
        <p:nvSpPr>
          <p:cNvPr id="233" name="PlaceHolder 2"/>
          <p:cNvSpPr>
            <a:spLocks noGrp="1"/>
          </p:cNvSpPr>
          <p:nvPr>
            <p:ph type="body"/>
          </p:nvPr>
        </p:nvSpPr>
        <p:spPr>
          <a:xfrm>
            <a:off x="5356440" y="5034960"/>
            <a:ext cx="6834960" cy="816840"/>
          </a:xfrm>
          <a:prstGeom prst="rect">
            <a:avLst/>
          </a:prstGeom>
          <a:solidFill>
            <a:srgbClr val="262626"/>
          </a:solidFill>
          <a:ln w="0">
            <a:noFill/>
          </a:ln>
        </p:spPr>
        <p:txBody>
          <a:bodyPr lIns="396000" rIns="0" tIns="0" anchor="ctr">
            <a:normAutofit/>
          </a:bodyPr>
          <a:p>
            <a:pPr marL="91440" indent="-91440">
              <a:lnSpc>
                <a:spcPct val="100000"/>
              </a:lnSpc>
              <a:spcBef>
                <a:spcPts val="1199"/>
              </a:spcBef>
              <a:spcAft>
                <a:spcPts val="201"/>
              </a:spcAft>
              <a:buClr>
                <a:srgbClr val="3f3de3"/>
              </a:buClr>
              <a:buFont typeface="Calibri"/>
              <a:buChar char=" "/>
            </a:pPr>
            <a:r>
              <a:rPr b="0" lang="zh-TW" sz="2400" spc="-1" strike="noStrike">
                <a:solidFill>
                  <a:srgbClr val="b2b1f4"/>
                </a:solidFill>
                <a:latin typeface="Microsoft JhengHei UI"/>
              </a:rPr>
              <a:t>副標題</a:t>
            </a:r>
            <a:endParaRPr b="0" lang="en-US" sz="2400" spc="-1" strike="noStrike">
              <a:solidFill>
                <a:srgbClr val="404040"/>
              </a:solidFill>
              <a:latin typeface="Microsoft JhengHei UI"/>
            </a:endParaRPr>
          </a:p>
        </p:txBody>
      </p:sp>
      <p:sp>
        <p:nvSpPr>
          <p:cNvPr id="234" name="PlaceHolder 3"/>
          <p:cNvSpPr>
            <a:spLocks noGrp="1"/>
          </p:cNvSpPr>
          <p:nvPr>
            <p:ph type="title"/>
          </p:nvPr>
        </p:nvSpPr>
        <p:spPr>
          <a:xfrm>
            <a:off x="5356080" y="3975120"/>
            <a:ext cx="6835320" cy="1089000"/>
          </a:xfrm>
          <a:prstGeom prst="rect">
            <a:avLst/>
          </a:prstGeom>
          <a:solidFill>
            <a:srgbClr val="262626"/>
          </a:solidFill>
          <a:ln w="0">
            <a:noFill/>
          </a:ln>
        </p:spPr>
        <p:txBody>
          <a:bodyPr lIns="396000" tIns="252000" anchor="t">
            <a:noAutofit/>
          </a:bodyPr>
          <a:p>
            <a:pPr>
              <a:lnSpc>
                <a:spcPct val="90000"/>
              </a:lnSpc>
              <a:buNone/>
            </a:pPr>
            <a:r>
              <a:rPr b="0" lang="zh-TW" sz="3600" spc="-52" strike="noStrike">
                <a:solidFill>
                  <a:srgbClr val="ffffff"/>
                </a:solidFill>
                <a:latin typeface="Microsoft JhengHei UI"/>
              </a:rPr>
              <a:t>第一課摘要</a:t>
            </a:r>
            <a:endParaRPr b="0" lang="en-US" sz="3600" spc="-1" strike="noStrike">
              <a:solidFill>
                <a:srgbClr val="000000"/>
              </a:solidFill>
              <a:latin typeface="Microsoft JhengHei UI"/>
            </a:endParaRPr>
          </a:p>
        </p:txBody>
      </p:sp>
      <p:sp>
        <p:nvSpPr>
          <p:cNvPr id="235" name="矩形 10"/>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236" name="PlaceHolder 4"/>
          <p:cNvSpPr>
            <a:spLocks noGrp="1"/>
          </p:cNvSpPr>
          <p:nvPr>
            <p:ph type="body"/>
          </p:nvPr>
        </p:nvSpPr>
        <p:spPr>
          <a:xfrm>
            <a:off x="678600" y="0"/>
            <a:ext cx="3998520" cy="5851800"/>
          </a:xfrm>
          <a:prstGeom prst="rect">
            <a:avLst/>
          </a:prstGeom>
          <a:solidFill>
            <a:srgbClr val="262626"/>
          </a:solidFill>
          <a:ln w="0">
            <a:noFill/>
          </a:ln>
        </p:spPr>
        <p:txBody>
          <a:bodyPr lIns="360000" rIns="360000" tIns="46800" anchor="ctr">
            <a:normAutofit/>
          </a:bodyPr>
          <a:p>
            <a:pPr>
              <a:lnSpc>
                <a:spcPct val="100000"/>
              </a:lnSpc>
              <a:spcBef>
                <a:spcPts val="1199"/>
              </a:spcBef>
              <a:spcAft>
                <a:spcPts val="201"/>
              </a:spcAft>
              <a:buNone/>
              <a:tabLst>
                <a:tab algn="l" pos="0"/>
              </a:tabLst>
            </a:pPr>
            <a:r>
              <a:rPr b="0" lang="zh-TW" sz="2000" spc="-1" strike="noStrike">
                <a:solidFill>
                  <a:srgbClr val="ffffff"/>
                </a:solidFill>
                <a:latin typeface="Microsoft JhengHei UI"/>
              </a:rPr>
              <a:t>按一下以編輯母片文字樣式</a:t>
            </a:r>
            <a:endParaRPr b="0" lang="en-US" sz="2000" spc="-1" strike="noStrike">
              <a:solidFill>
                <a:srgbClr val="404040"/>
              </a:solidFill>
              <a:latin typeface="Microsoft JhengHei UI"/>
            </a:endParaRPr>
          </a:p>
        </p:txBody>
      </p:sp>
      <p:sp>
        <p:nvSpPr>
          <p:cNvPr id="237" name="PlaceHolder 5"/>
          <p:cNvSpPr>
            <a:spLocks noGrp="1"/>
          </p:cNvSpPr>
          <p:nvPr>
            <p:ph type="dt" idx="16"/>
          </p:nvPr>
        </p:nvSpPr>
        <p:spPr>
          <a:xfrm>
            <a:off x="8218440" y="6446880"/>
            <a:ext cx="2584440" cy="364680"/>
          </a:xfrm>
          <a:prstGeom prst="rect">
            <a:avLst/>
          </a:prstGeom>
          <a:noFill/>
          <a:ln w="0">
            <a:noFill/>
          </a:ln>
        </p:spPr>
        <p:txBody>
          <a:bodyPr anchor="ctr">
            <a:noAutofit/>
          </a:bodyPr>
          <a:lstStyle>
            <a:lvl1pPr algn="r">
              <a:lnSpc>
                <a:spcPct val="100000"/>
              </a:lnSpc>
              <a:buNone/>
              <a:defRPr b="0" lang="en-US" sz="900" spc="-1" strike="noStrike">
                <a:solidFill>
                  <a:srgbClr val="ffffff"/>
                </a:solidFill>
                <a:latin typeface="Microsoft JhengHei UI"/>
              </a:defRPr>
            </a:lvl1pPr>
          </a:lstStyle>
          <a:p>
            <a:pPr algn="r">
              <a:lnSpc>
                <a:spcPct val="100000"/>
              </a:lnSpc>
              <a:buNone/>
            </a:pPr>
            <a:r>
              <a:rPr b="0" lang="en-US" sz="900" spc="-1" strike="noStrike">
                <a:solidFill>
                  <a:srgbClr val="ffffff"/>
                </a:solidFill>
                <a:latin typeface="Microsoft JhengHei UI"/>
              </a:rPr>
              <a:t>&lt;日期/時間&gt;</a:t>
            </a:r>
            <a:endParaRPr b="0" lang="en-US" sz="900" spc="-1" strike="noStrike">
              <a:latin typeface="Times New Roman"/>
            </a:endParaRPr>
          </a:p>
        </p:txBody>
      </p:sp>
      <p:sp>
        <p:nvSpPr>
          <p:cNvPr id="238" name="PlaceHolder 6"/>
          <p:cNvSpPr>
            <a:spLocks noGrp="1"/>
          </p:cNvSpPr>
          <p:nvPr>
            <p:ph type="ftr" idx="17"/>
          </p:nvPr>
        </p:nvSpPr>
        <p:spPr>
          <a:xfrm>
            <a:off x="642960" y="6446880"/>
            <a:ext cx="6818040" cy="364680"/>
          </a:xfrm>
          <a:prstGeom prst="rect">
            <a:avLst/>
          </a:prstGeom>
          <a:noFill/>
          <a:ln w="0">
            <a:noFill/>
          </a:ln>
        </p:spPr>
        <p:txBody>
          <a:bodyPr anchor="ctr">
            <a:noAutofit/>
          </a:bodyPr>
          <a:lstStyle>
            <a:lvl1pPr>
              <a:lnSpc>
                <a:spcPct val="100000"/>
              </a:lnSpc>
              <a:buNone/>
              <a:defRPr b="0" lang="en-US" sz="900" spc="-1" strike="noStrike" cap="all">
                <a:solidFill>
                  <a:srgbClr val="b2b1f4"/>
                </a:solidFill>
                <a:latin typeface="Microsoft JhengHei UI"/>
              </a:defRPr>
            </a:lvl1pPr>
          </a:lstStyle>
          <a:p>
            <a:pPr>
              <a:lnSpc>
                <a:spcPct val="100000"/>
              </a:lnSpc>
              <a:buNone/>
            </a:pPr>
            <a:r>
              <a:rPr b="0" lang="en-US" sz="900" spc="-1" strike="noStrike" cap="all">
                <a:solidFill>
                  <a:srgbClr val="b2b1f4"/>
                </a:solidFill>
                <a:latin typeface="Microsoft JhengHei UI"/>
              </a:rPr>
              <a:t>&lt;頁尾&gt;</a:t>
            </a:r>
            <a:endParaRPr b="0" lang="en-US" sz="900" spc="-1" strike="noStrike">
              <a:latin typeface="Times New Roman"/>
            </a:endParaRPr>
          </a:p>
        </p:txBody>
      </p:sp>
      <p:sp>
        <p:nvSpPr>
          <p:cNvPr id="239" name="PlaceHolder 7"/>
          <p:cNvSpPr>
            <a:spLocks noGrp="1"/>
          </p:cNvSpPr>
          <p:nvPr>
            <p:ph type="sldNum" idx="18"/>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22D2D25B-7065-40B9-8084-FA15A5559F4F}" type="slidenum">
              <a:rPr b="0" lang="en-US" sz="1050" spc="-1" strike="noStrike">
                <a:solidFill>
                  <a:srgbClr val="ffffff"/>
                </a:solidFill>
                <a:latin typeface="Microsoft JhengHei UI"/>
              </a:rPr>
              <a:t>&lt;編號&gt;</a:t>
            </a:fld>
            <a:endParaRPr b="0" lang="en-US" sz="105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 id="2147483725" r:id="rId13"/>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76" name="矩形 6" hidden="1"/>
          <p:cNvSpPr/>
          <p:nvPr/>
        </p:nvSpPr>
        <p:spPr>
          <a:xfrm>
            <a:off x="3240" y="6400800"/>
            <a:ext cx="12188520" cy="4568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277" name="直線接點​​(S) 9"/>
          <p:cNvSpPr/>
          <p:nvPr/>
        </p:nvSpPr>
        <p:spPr>
          <a:xfrm>
            <a:off x="1193400" y="1897200"/>
            <a:ext cx="9966960" cy="360"/>
          </a:xfrm>
          <a:prstGeom prst="line">
            <a:avLst/>
          </a:prstGeom>
          <a:ln>
            <a:solidFill>
              <a:srgbClr val="000000">
                <a:lumMod val="75000"/>
                <a:lumOff val="25000"/>
              </a:srgbClr>
            </a:solidFill>
            <a:round/>
          </a:ln>
        </p:spPr>
        <p:style>
          <a:lnRef idx="1">
            <a:schemeClr val="accent1"/>
          </a:lnRef>
          <a:fillRef idx="0">
            <a:schemeClr val="accent1"/>
          </a:fillRef>
          <a:effectRef idx="0">
            <a:schemeClr val="accent1"/>
          </a:effectRef>
          <a:fontRef idx="minor"/>
        </p:style>
      </p:sp>
      <p:sp>
        <p:nvSpPr>
          <p:cNvPr id="278" name="矩形 7"/>
          <p:cNvSpPr/>
          <p:nvPr/>
        </p:nvSpPr>
        <p:spPr>
          <a:xfrm>
            <a:off x="0" y="4578480"/>
            <a:ext cx="12188520" cy="227916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279" name="PlaceHolder 1"/>
          <p:cNvSpPr>
            <a:spLocks noGrp="1"/>
          </p:cNvSpPr>
          <p:nvPr>
            <p:ph type="body"/>
          </p:nvPr>
        </p:nvSpPr>
        <p:spPr>
          <a:xfrm>
            <a:off x="0" y="0"/>
            <a:ext cx="12191760" cy="4578120"/>
          </a:xfrm>
          <a:prstGeom prst="rect">
            <a:avLst/>
          </a:prstGeom>
          <a:solidFill>
            <a:srgbClr val="d9d9d9"/>
          </a:solidFill>
          <a:ln w="0">
            <a:noFill/>
          </a:ln>
        </p:spPr>
        <p:txBody>
          <a:bodyPr lIns="457200" rIns="90000" tIns="457200" bIns="45000" anchor="t">
            <a:noAutofit/>
          </a:bodyPr>
          <a:p>
            <a:pPr>
              <a:lnSpc>
                <a:spcPct val="100000"/>
              </a:lnSpc>
              <a:buNone/>
              <a:tabLst>
                <a:tab algn="l" pos="0"/>
              </a:tabLst>
            </a:pPr>
            <a:r>
              <a:rPr b="0" lang="zh-TW" sz="3200" spc="-1" strike="noStrike">
                <a:solidFill>
                  <a:srgbClr val="000000"/>
                </a:solidFill>
                <a:latin typeface="Microsoft JhengHei UI"/>
              </a:rPr>
              <a:t>按一下圖示以新增圖片</a:t>
            </a:r>
            <a:endParaRPr b="0" lang="en-US" sz="3200" spc="-1" strike="noStrike">
              <a:solidFill>
                <a:srgbClr val="404040"/>
              </a:solidFill>
              <a:latin typeface="Microsoft JhengHei UI"/>
            </a:endParaRPr>
          </a:p>
        </p:txBody>
      </p:sp>
      <p:sp>
        <p:nvSpPr>
          <p:cNvPr id="280" name="PlaceHolder 2"/>
          <p:cNvSpPr>
            <a:spLocks noGrp="1"/>
          </p:cNvSpPr>
          <p:nvPr>
            <p:ph type="title"/>
          </p:nvPr>
        </p:nvSpPr>
        <p:spPr>
          <a:xfrm>
            <a:off x="1097280" y="4799520"/>
            <a:ext cx="10113120" cy="743400"/>
          </a:xfrm>
          <a:prstGeom prst="rect">
            <a:avLst/>
          </a:prstGeom>
          <a:noFill/>
          <a:ln w="0">
            <a:noFill/>
          </a:ln>
        </p:spPr>
        <p:txBody>
          <a:bodyPr tIns="0" bIns="0" anchor="b">
            <a:noAutofit/>
          </a:bodyPr>
          <a:p>
            <a:pPr>
              <a:lnSpc>
                <a:spcPct val="90000"/>
              </a:lnSpc>
              <a:buNone/>
            </a:pPr>
            <a:r>
              <a:rPr b="0" lang="zh-TW" sz="3600" spc="-52" strike="noStrike">
                <a:solidFill>
                  <a:srgbClr val="ffffff"/>
                </a:solidFill>
                <a:latin typeface="Microsoft JhengHei UI"/>
              </a:rPr>
              <a:t>按一下以編輯母片標題樣式</a:t>
            </a:r>
            <a:endParaRPr b="0" lang="en-US" sz="3600" spc="-1" strike="noStrike">
              <a:solidFill>
                <a:srgbClr val="000000"/>
              </a:solidFill>
              <a:latin typeface="Microsoft JhengHei UI"/>
            </a:endParaRPr>
          </a:p>
        </p:txBody>
      </p:sp>
      <p:sp>
        <p:nvSpPr>
          <p:cNvPr id="281" name="PlaceHolder 3"/>
          <p:cNvSpPr>
            <a:spLocks noGrp="1"/>
          </p:cNvSpPr>
          <p:nvPr>
            <p:ph type="body"/>
          </p:nvPr>
        </p:nvSpPr>
        <p:spPr>
          <a:xfrm>
            <a:off x="1097280" y="5715000"/>
            <a:ext cx="10112760" cy="609120"/>
          </a:xfrm>
          <a:prstGeom prst="rect">
            <a:avLst/>
          </a:prstGeom>
          <a:noFill/>
          <a:ln w="0">
            <a:noFill/>
          </a:ln>
        </p:spPr>
        <p:txBody>
          <a:bodyPr tIns="0" bIns="0" anchor="t">
            <a:normAutofit/>
          </a:bodyPr>
          <a:p>
            <a:pPr>
              <a:lnSpc>
                <a:spcPct val="100000"/>
              </a:lnSpc>
              <a:spcAft>
                <a:spcPts val="601"/>
              </a:spcAft>
              <a:buNone/>
              <a:tabLst>
                <a:tab algn="l" pos="0"/>
              </a:tabLst>
            </a:pPr>
            <a:r>
              <a:rPr b="0" lang="zh-TW" sz="1800" spc="-1" strike="noStrike">
                <a:solidFill>
                  <a:srgbClr val="b2b1f4"/>
                </a:solidFill>
                <a:latin typeface="Microsoft JhengHei UI"/>
              </a:rPr>
              <a:t>按一下以編輯母片文字樣式</a:t>
            </a:r>
            <a:endParaRPr b="0" lang="en-US" sz="1800" spc="-1" strike="noStrike">
              <a:solidFill>
                <a:srgbClr val="404040"/>
              </a:solidFill>
              <a:latin typeface="Microsoft JhengHei UI"/>
            </a:endParaRPr>
          </a:p>
        </p:txBody>
      </p:sp>
      <p:sp>
        <p:nvSpPr>
          <p:cNvPr id="282" name="PlaceHolder 4"/>
          <p:cNvSpPr>
            <a:spLocks noGrp="1"/>
          </p:cNvSpPr>
          <p:nvPr>
            <p:ph type="dt" idx="19"/>
          </p:nvPr>
        </p:nvSpPr>
        <p:spPr>
          <a:xfrm>
            <a:off x="8218440" y="6446880"/>
            <a:ext cx="2584440" cy="364680"/>
          </a:xfrm>
          <a:prstGeom prst="rect">
            <a:avLst/>
          </a:prstGeom>
          <a:noFill/>
          <a:ln w="0">
            <a:noFill/>
          </a:ln>
        </p:spPr>
        <p:txBody>
          <a:bodyPr anchor="ctr">
            <a:noAutofit/>
          </a:bodyPr>
          <a:lstStyle>
            <a:lvl1pPr algn="r">
              <a:lnSpc>
                <a:spcPct val="100000"/>
              </a:lnSpc>
              <a:buNone/>
              <a:defRPr b="0" lang="en-US" sz="900" spc="-1" strike="noStrike">
                <a:solidFill>
                  <a:srgbClr val="ffffff"/>
                </a:solidFill>
                <a:latin typeface="Microsoft JhengHei UI"/>
              </a:defRPr>
            </a:lvl1pPr>
          </a:lstStyle>
          <a:p>
            <a:pPr algn="r">
              <a:lnSpc>
                <a:spcPct val="100000"/>
              </a:lnSpc>
              <a:buNone/>
            </a:pPr>
            <a:r>
              <a:rPr b="0" lang="en-US" sz="900" spc="-1" strike="noStrike">
                <a:solidFill>
                  <a:srgbClr val="ffffff"/>
                </a:solidFill>
                <a:latin typeface="Microsoft JhengHei UI"/>
              </a:rPr>
              <a:t>&lt;日期/時間&gt;</a:t>
            </a:r>
            <a:endParaRPr b="0" lang="en-US" sz="900" spc="-1" strike="noStrike">
              <a:latin typeface="Times New Roman"/>
            </a:endParaRPr>
          </a:p>
        </p:txBody>
      </p:sp>
      <p:sp>
        <p:nvSpPr>
          <p:cNvPr id="283" name="PlaceHolder 5"/>
          <p:cNvSpPr>
            <a:spLocks noGrp="1"/>
          </p:cNvSpPr>
          <p:nvPr>
            <p:ph type="ftr" idx="20"/>
          </p:nvPr>
        </p:nvSpPr>
        <p:spPr>
          <a:xfrm>
            <a:off x="1097280" y="6446880"/>
            <a:ext cx="6818040" cy="364680"/>
          </a:xfrm>
          <a:prstGeom prst="rect">
            <a:avLst/>
          </a:prstGeom>
          <a:noFill/>
          <a:ln w="0">
            <a:noFill/>
          </a:ln>
        </p:spPr>
        <p:txBody>
          <a:bodyPr anchor="ctr">
            <a:noAutofit/>
          </a:bodyPr>
          <a:lstStyle>
            <a:lvl1pPr>
              <a:lnSpc>
                <a:spcPct val="100000"/>
              </a:lnSpc>
              <a:buNone/>
              <a:defRPr b="0" lang="en-US" sz="900" spc="-1" strike="noStrike" cap="all">
                <a:solidFill>
                  <a:srgbClr val="b2b1f4"/>
                </a:solidFill>
                <a:latin typeface="Microsoft JhengHei UI"/>
              </a:defRPr>
            </a:lvl1pPr>
          </a:lstStyle>
          <a:p>
            <a:pPr>
              <a:lnSpc>
                <a:spcPct val="100000"/>
              </a:lnSpc>
              <a:buNone/>
            </a:pPr>
            <a:r>
              <a:rPr b="0" lang="en-US" sz="900" spc="-1" strike="noStrike" cap="all">
                <a:solidFill>
                  <a:srgbClr val="b2b1f4"/>
                </a:solidFill>
                <a:latin typeface="Microsoft JhengHei UI"/>
              </a:rPr>
              <a:t>&lt;頁尾&gt;</a:t>
            </a:r>
            <a:endParaRPr b="0" lang="en-US" sz="900" spc="-1" strike="noStrike">
              <a:latin typeface="Times New Roman"/>
            </a:endParaRPr>
          </a:p>
        </p:txBody>
      </p:sp>
      <p:sp>
        <p:nvSpPr>
          <p:cNvPr id="284" name="PlaceHolder 6"/>
          <p:cNvSpPr>
            <a:spLocks noGrp="1"/>
          </p:cNvSpPr>
          <p:nvPr>
            <p:ph type="sldNum" idx="21"/>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CC0AEC66-188E-4674-88D7-2E3E9688B879}" type="slidenum">
              <a:rPr b="0" lang="en-US" sz="1050" spc="-1" strike="noStrike">
                <a:solidFill>
                  <a:srgbClr val="ffffff"/>
                </a:solidFill>
                <a:latin typeface="Microsoft JhengHei UI"/>
              </a:rPr>
              <a:t>&lt;編號&gt;</a:t>
            </a:fld>
            <a:endParaRPr b="0" lang="en-US" sz="105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8" r:id="rId13"/>
  </p:sldLayoutIdLst>
</p:sldMaster>
</file>

<file path=ppt/slides/_rels/slide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diagramData" Target="../diagrams/data1.xml"/><Relationship Id="rId3" Type="http://schemas.openxmlformats.org/officeDocument/2006/relationships/diagramLayout" Target="../diagrams/layout1.xml"/><Relationship Id="rId4" Type="http://schemas.openxmlformats.org/officeDocument/2006/relationships/diagramQuickStyle" Target="../diagrams/quickStyle1.xml"/><Relationship Id="rId5" Type="http://schemas.openxmlformats.org/officeDocument/2006/relationships/diagramColors" Target="../diagrams/colors1.xml"/><Relationship Id="rId6" Type="http://schemas.microsoft.com/office/2007/relationships/diagramDrawing" Target="../diagrams/drawing1.xml"/><Relationship Id="rId7" Type="http://schemas.openxmlformats.org/officeDocument/2006/relationships/image" Target="../media/image3.jpeg"/><Relationship Id="rId8" Type="http://schemas.openxmlformats.org/officeDocument/2006/relationships/slideLayout" Target="../slideLayouts/slideLayout13.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28.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37.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6.jpeg"/><Relationship Id="rId2" Type="http://schemas.openxmlformats.org/officeDocument/2006/relationships/slideLayout" Target="../slideLayouts/slideLayout73.xml"/><Relationship Id="rId3"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327" name="矩形 17"/>
          <p:cNvSpPr/>
          <p:nvPr/>
        </p:nvSpPr>
        <p:spPr>
          <a:xfrm>
            <a:off x="1440" y="4915080"/>
            <a:ext cx="12188520" cy="194256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328" name="PlaceHolder 1"/>
          <p:cNvSpPr>
            <a:spLocks noGrp="1"/>
          </p:cNvSpPr>
          <p:nvPr>
            <p:ph type="title"/>
          </p:nvPr>
        </p:nvSpPr>
        <p:spPr>
          <a:xfrm>
            <a:off x="828720" y="5120640"/>
            <a:ext cx="7137000" cy="1279800"/>
          </a:xfrm>
          <a:prstGeom prst="rect">
            <a:avLst/>
          </a:prstGeom>
          <a:noFill/>
          <a:ln w="0">
            <a:noFill/>
          </a:ln>
        </p:spPr>
        <p:txBody>
          <a:bodyPr anchor="ctr">
            <a:normAutofit/>
          </a:bodyPr>
          <a:p>
            <a:pPr algn="r">
              <a:lnSpc>
                <a:spcPct val="90000"/>
              </a:lnSpc>
              <a:buNone/>
            </a:pPr>
            <a:r>
              <a:rPr b="0" lang="zh-TW" sz="4800" spc="-52" strike="noStrike">
                <a:solidFill>
                  <a:srgbClr val="ffffff"/>
                </a:solidFill>
                <a:latin typeface="Microsoft JhengHei UI"/>
              </a:rPr>
              <a:t>教授課程</a:t>
            </a:r>
            <a:endParaRPr b="0" lang="en-US" sz="4800" spc="-1" strike="noStrike">
              <a:solidFill>
                <a:srgbClr val="000000"/>
              </a:solidFill>
              <a:latin typeface="Microsoft JhengHei UI"/>
            </a:endParaRPr>
          </a:p>
        </p:txBody>
      </p:sp>
      <p:sp>
        <p:nvSpPr>
          <p:cNvPr id="329" name="直線接點​​(S) 19"/>
          <p:cNvSpPr/>
          <p:nvPr/>
        </p:nvSpPr>
        <p:spPr>
          <a:xfrm flipV="1">
            <a:off x="8127000" y="5166360"/>
            <a:ext cx="360" cy="1188720"/>
          </a:xfrm>
          <a:prstGeom prst="line">
            <a:avLst/>
          </a:prstGeom>
          <a:ln w="19050">
            <a:solidFill>
              <a:srgbClr val="3f3de3"/>
            </a:solidFill>
            <a:round/>
          </a:ln>
        </p:spPr>
        <p:style>
          <a:lnRef idx="1">
            <a:schemeClr val="accent1"/>
          </a:lnRef>
          <a:fillRef idx="0">
            <a:schemeClr val="accent1"/>
          </a:fillRef>
          <a:effectRef idx="0">
            <a:schemeClr val="accent1"/>
          </a:effectRef>
          <a:fontRef idx="minor"/>
        </p:style>
      </p:sp>
      <p:sp>
        <p:nvSpPr>
          <p:cNvPr id="330" name="PlaceHolder 2"/>
          <p:cNvSpPr>
            <a:spLocks noGrp="1"/>
          </p:cNvSpPr>
          <p:nvPr>
            <p:ph type="subTitle"/>
          </p:nvPr>
        </p:nvSpPr>
        <p:spPr>
          <a:xfrm>
            <a:off x="8289720" y="5166360"/>
            <a:ext cx="2575440" cy="1188360"/>
          </a:xfrm>
          <a:prstGeom prst="rect">
            <a:avLst/>
          </a:prstGeom>
          <a:noFill/>
          <a:ln w="0">
            <a:noFill/>
          </a:ln>
        </p:spPr>
        <p:txBody>
          <a:bodyPr anchor="ctr">
            <a:normAutofit/>
          </a:bodyPr>
          <a:p>
            <a:pPr>
              <a:lnSpc>
                <a:spcPct val="100000"/>
              </a:lnSpc>
              <a:spcBef>
                <a:spcPts val="1199"/>
              </a:spcBef>
              <a:spcAft>
                <a:spcPts val="201"/>
              </a:spcAft>
              <a:buNone/>
              <a:tabLst>
                <a:tab algn="l" pos="0"/>
              </a:tabLst>
            </a:pPr>
            <a:r>
              <a:rPr b="0" lang="zh-TW" sz="1500" spc="199" strike="noStrike" cap="all">
                <a:solidFill>
                  <a:srgbClr val="b2b1f4"/>
                </a:solidFill>
                <a:latin typeface="Arial"/>
              </a:rPr>
              <a:t>簡報副標題</a:t>
            </a:r>
            <a:endParaRPr b="0" lang="en-US" sz="1500" spc="-1" strike="noStrike">
              <a:latin typeface="Arial"/>
            </a:endParaRPr>
          </a:p>
        </p:txBody>
      </p:sp>
      <p:pic>
        <p:nvPicPr>
          <p:cNvPr id="331" name="圖片 3" descr="實驗室中的兩名女工程師"/>
          <p:cNvPicPr/>
          <p:nvPr/>
        </p:nvPicPr>
        <p:blipFill>
          <a:blip r:embed="rId1"/>
          <a:stretch/>
        </p:blipFill>
        <p:spPr>
          <a:xfrm>
            <a:off x="0" y="0"/>
            <a:ext cx="12191760" cy="4914720"/>
          </a:xfrm>
          <a:prstGeom prst="rect">
            <a:avLst/>
          </a:prstGeom>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32" name="圖片版面配置區 16" descr="正在使用電腦的人"/>
          <p:cNvPicPr/>
          <p:nvPr/>
        </p:nvPicPr>
        <p:blipFill>
          <a:blip r:embed="rId1">
            <a:alphaModFix amt="10000"/>
          </a:blip>
          <a:stretch/>
        </p:blipFill>
        <p:spPr>
          <a:xfrm>
            <a:off x="2160" y="0"/>
            <a:ext cx="12187080" cy="6407640"/>
          </a:xfrm>
          <a:prstGeom prst="rect">
            <a:avLst/>
          </a:prstGeom>
          <a:ln w="0">
            <a:noFill/>
          </a:ln>
        </p:spPr>
      </p:pic>
      <p:sp>
        <p:nvSpPr>
          <p:cNvPr id="333" name="PlaceHolder 1"/>
          <p:cNvSpPr>
            <a:spLocks noGrp="1"/>
          </p:cNvSpPr>
          <p:nvPr>
            <p:ph type="title"/>
          </p:nvPr>
        </p:nvSpPr>
        <p:spPr>
          <a:xfrm>
            <a:off x="0" y="0"/>
            <a:ext cx="12191760" cy="1296000"/>
          </a:xfrm>
          <a:prstGeom prst="rect">
            <a:avLst/>
          </a:prstGeom>
          <a:solidFill>
            <a:srgbClr val="b2b1f4">
              <a:alpha val="50000"/>
            </a:srgbClr>
          </a:solidFill>
          <a:ln w="0">
            <a:noFill/>
          </a:ln>
        </p:spPr>
        <p:txBody>
          <a:bodyPr lIns="720000" tIns="108000" anchor="ctr">
            <a:noAutofit/>
          </a:bodyPr>
          <a:p>
            <a:pPr>
              <a:lnSpc>
                <a:spcPct val="90000"/>
              </a:lnSpc>
              <a:buNone/>
            </a:pPr>
            <a:r>
              <a:rPr b="0" lang="zh-TW" sz="3600" spc="-52" strike="noStrike">
                <a:solidFill>
                  <a:srgbClr val="404040"/>
                </a:solidFill>
                <a:latin typeface="Microsoft JhengHei UI"/>
              </a:rPr>
              <a:t>課程大綱​​</a:t>
            </a:r>
            <a:endParaRPr b="0" lang="en-US" sz="3600" spc="-1" strike="noStrike">
              <a:solidFill>
                <a:srgbClr val="000000"/>
              </a:solidFill>
              <a:latin typeface="Microsoft JhengHei UI"/>
            </a:endParaRPr>
          </a:p>
        </p:txBody>
      </p:sp>
      <p:graphicFrame>
        <p:nvGraphicFramePr>
          <p:cNvPr id="1" name="Diagram1"/>
          <p:cNvGraphicFramePr/>
          <p:nvPr>
            <p:extLst>
              <p:ext uri="{D42A27DB-BD31-4B8C-83A1-F6EECF244321}">
                <p14:modId xmlns:p14="http://schemas.microsoft.com/office/powerpoint/2010/main" val="3356586961"/>
              </p:ext>
            </p:extLst>
          </p:nvPr>
        </p:nvGraphicFramePr>
        <p:xfrm>
          <a:off x="744480" y="1986120"/>
          <a:ext cx="4954320" cy="3747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34" name="內容版面配置區 5" descr="使用膝上型電腦的女人"/>
          <p:cNvPicPr/>
          <p:nvPr/>
        </p:nvPicPr>
        <p:blipFill>
          <a:blip r:embed="rId7"/>
          <a:stretch/>
        </p:blipFill>
        <p:spPr>
          <a:xfrm>
            <a:off x="6095880" y="1986840"/>
            <a:ext cx="5357520" cy="3746160"/>
          </a:xfrm>
          <a:prstGeom prst="rect">
            <a:avLst/>
          </a:prstGeom>
          <a:ln w="0">
            <a:noFill/>
          </a:ln>
        </p:spPr>
      </p:pic>
      <p:sp>
        <p:nvSpPr>
          <p:cNvPr id="335" name="PlaceHolder 2"/>
          <p:cNvSpPr>
            <a:spLocks noGrp="1"/>
          </p:cNvSpPr>
          <p:nvPr>
            <p:ph type="ftr" idx="25"/>
          </p:nvPr>
        </p:nvSpPr>
        <p:spPr>
          <a:xfrm>
            <a:off x="642960" y="6446880"/>
            <a:ext cx="6818040" cy="364680"/>
          </a:xfrm>
          <a:prstGeom prst="rect">
            <a:avLst/>
          </a:prstGeom>
          <a:noFill/>
          <a:ln w="0">
            <a:noFill/>
          </a:ln>
        </p:spPr>
        <p:txBody>
          <a:bodyPr anchor="ctr">
            <a:noAutofit/>
          </a:bodyPr>
          <a:lstStyle>
            <a:lvl1pPr>
              <a:lnSpc>
                <a:spcPct val="100000"/>
              </a:lnSpc>
              <a:buNone/>
              <a:defRPr b="0" lang="zh-TW" sz="900" spc="-1" strike="noStrike" cap="all">
                <a:solidFill>
                  <a:srgbClr val="b2b1f4"/>
                </a:solidFill>
                <a:latin typeface="Microsoft JhengHei UI"/>
              </a:defRPr>
            </a:lvl1pPr>
          </a:lstStyle>
          <a:p>
            <a:pPr>
              <a:lnSpc>
                <a:spcPct val="100000"/>
              </a:lnSpc>
              <a:buNone/>
            </a:pPr>
            <a:r>
              <a:rPr b="0" lang="zh-TW" sz="900" spc="-1" strike="noStrike" cap="all">
                <a:solidFill>
                  <a:srgbClr val="b2b1f4"/>
                </a:solidFill>
                <a:latin typeface="Microsoft JhengHei UI"/>
              </a:rPr>
              <a:t>教授課程</a:t>
            </a:r>
            <a:endParaRPr b="0" lang="en-US" sz="900" spc="-1" strike="noStrike">
              <a:latin typeface="Times New Roman"/>
            </a:endParaRPr>
          </a:p>
        </p:txBody>
      </p:sp>
      <p:sp>
        <p:nvSpPr>
          <p:cNvPr id="336" name="PlaceHolder 3"/>
          <p:cNvSpPr>
            <a:spLocks noGrp="1"/>
          </p:cNvSpPr>
          <p:nvPr>
            <p:ph type="sldNum" idx="26"/>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3804FAD3-6BCF-4091-A627-53D85E6F68C7}" type="slidenum">
              <a:rPr b="0" lang="en-US" sz="1050" spc="-1" strike="noStrike">
                <a:solidFill>
                  <a:srgbClr val="ffffff"/>
                </a:solidFill>
                <a:latin typeface="Microsoft JhengHei UI"/>
              </a:rPr>
              <a:t>1</a:t>
            </a:fld>
            <a:endParaRPr b="0" lang="en-US" sz="1050" spc="-1" strike="noStrike">
              <a:latin typeface="Times New Roman"/>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bg>
      <p:bgPr>
        <a:solidFill>
          <a:srgbClr val="000000"/>
        </a:solidFill>
      </p:bgPr>
    </p:bg>
    <p:spTree>
      <p:nvGrpSpPr>
        <p:cNvPr id="1" name=""/>
        <p:cNvGrpSpPr/>
        <p:nvPr/>
      </p:nvGrpSpPr>
      <p:grpSpPr>
        <a:xfrm>
          <a:off x="0" y="0"/>
          <a:ext cx="0" cy="0"/>
          <a:chOff x="0" y="0"/>
          <a:chExt cx="0" cy="0"/>
        </a:xfrm>
      </p:grpSpPr>
      <p:sp>
        <p:nvSpPr>
          <p:cNvPr id="337" name="矩形 25"/>
          <p:cNvSpPr/>
          <p:nvPr/>
        </p:nvSpPr>
        <p:spPr>
          <a:xfrm>
            <a:off x="0" y="0"/>
            <a:ext cx="12191760" cy="685764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p:style>
      </p:sp>
      <p:sp>
        <p:nvSpPr>
          <p:cNvPr id="338" name="PlaceHolder 1"/>
          <p:cNvSpPr>
            <a:spLocks noGrp="1"/>
          </p:cNvSpPr>
          <p:nvPr>
            <p:ph type="title"/>
          </p:nvPr>
        </p:nvSpPr>
        <p:spPr>
          <a:xfrm>
            <a:off x="598320" y="516960"/>
            <a:ext cx="3447720" cy="1666080"/>
          </a:xfrm>
          <a:prstGeom prst="rect">
            <a:avLst/>
          </a:prstGeom>
          <a:noFill/>
          <a:ln w="0">
            <a:noFill/>
          </a:ln>
        </p:spPr>
        <p:txBody>
          <a:bodyPr anchor="b">
            <a:normAutofit/>
          </a:bodyPr>
          <a:p>
            <a:pPr>
              <a:lnSpc>
                <a:spcPct val="90000"/>
              </a:lnSpc>
              <a:buNone/>
            </a:pPr>
            <a:r>
              <a:rPr b="0" lang="zh-TW" sz="4000" spc="-52" strike="noStrike">
                <a:solidFill>
                  <a:srgbClr val="ffffff"/>
                </a:solidFill>
                <a:latin typeface="Microsoft JhengHei UI"/>
              </a:rPr>
              <a:t>第一課</a:t>
            </a:r>
            <a:endParaRPr b="0" lang="en-US" sz="4000" spc="-1" strike="noStrike">
              <a:solidFill>
                <a:srgbClr val="000000"/>
              </a:solidFill>
              <a:latin typeface="Microsoft JhengHei UI"/>
            </a:endParaRPr>
          </a:p>
        </p:txBody>
      </p:sp>
      <p:sp>
        <p:nvSpPr>
          <p:cNvPr id="339" name="直線接點​​(S) 27"/>
          <p:cNvSpPr/>
          <p:nvPr/>
        </p:nvSpPr>
        <p:spPr>
          <a:xfrm>
            <a:off x="723600" y="2353320"/>
            <a:ext cx="3291840" cy="360"/>
          </a:xfrm>
          <a:prstGeom prst="line">
            <a:avLst/>
          </a:prstGeom>
          <a:ln w="19050">
            <a:solidFill>
              <a:srgbClr val="3f3de3"/>
            </a:solidFill>
            <a:round/>
          </a:ln>
        </p:spPr>
        <p:style>
          <a:lnRef idx="1">
            <a:schemeClr val="accent1"/>
          </a:lnRef>
          <a:fillRef idx="0">
            <a:schemeClr val="accent1"/>
          </a:fillRef>
          <a:effectRef idx="0">
            <a:schemeClr val="accent1"/>
          </a:effectRef>
          <a:fontRef idx="minor"/>
        </p:style>
      </p:sp>
      <p:sp>
        <p:nvSpPr>
          <p:cNvPr id="340" name="PlaceHolder 2"/>
          <p:cNvSpPr>
            <a:spLocks noGrp="1"/>
          </p:cNvSpPr>
          <p:nvPr>
            <p:ph/>
          </p:nvPr>
        </p:nvSpPr>
        <p:spPr>
          <a:xfrm>
            <a:off x="505800" y="2604240"/>
            <a:ext cx="3447720" cy="3342240"/>
          </a:xfrm>
          <a:prstGeom prst="rect">
            <a:avLst/>
          </a:prstGeom>
          <a:noFill/>
          <a:ln w="0">
            <a:noFill/>
          </a:ln>
        </p:spPr>
        <p:txBody>
          <a:bodyPr lIns="0" rIns="0" anchor="t">
            <a:normAutofit/>
          </a:bodyPr>
          <a:p>
            <a:pPr marL="216000">
              <a:lnSpc>
                <a:spcPct val="100000"/>
              </a:lnSpc>
              <a:spcBef>
                <a:spcPts val="1199"/>
              </a:spcBef>
              <a:buNone/>
              <a:tabLst>
                <a:tab algn="l" pos="0"/>
              </a:tabLst>
            </a:pPr>
            <a:r>
              <a:rPr b="0" lang="zh-TW" sz="1800" spc="-1" strike="noStrike">
                <a:solidFill>
                  <a:srgbClr val="b2b1f4"/>
                </a:solidFill>
                <a:latin typeface="Microsoft JhengHei UI"/>
              </a:rPr>
              <a:t>我們將介紹這些技能：</a:t>
            </a:r>
            <a:endParaRPr b="0" lang="en-US" sz="1800" spc="-1" strike="noStrike">
              <a:solidFill>
                <a:srgbClr val="404040"/>
              </a:solidFill>
              <a:latin typeface="Microsoft JhengHei UI"/>
            </a:endParaRPr>
          </a:p>
          <a:p>
            <a:pPr marL="404640" indent="-216000">
              <a:lnSpc>
                <a:spcPct val="100000"/>
              </a:lnSpc>
              <a:spcBef>
                <a:spcPts val="601"/>
              </a:spcBef>
              <a:buClr>
                <a:srgbClr val="3f3de3"/>
              </a:buClr>
              <a:buFont typeface="Wingdings" charset="2"/>
              <a:buChar char=""/>
              <a:tabLst>
                <a:tab algn="l" pos="0"/>
              </a:tabLst>
            </a:pPr>
            <a:r>
              <a:rPr b="0" lang="zh-TW" sz="2000" spc="-1" strike="noStrike">
                <a:solidFill>
                  <a:srgbClr val="ffffff"/>
                </a:solidFill>
                <a:latin typeface="Microsoft JhengHei UI"/>
              </a:rPr>
              <a:t>第一個技能</a:t>
            </a:r>
            <a:endParaRPr b="0" lang="en-US" sz="2000" spc="-1" strike="noStrike">
              <a:solidFill>
                <a:srgbClr val="404040"/>
              </a:solidFill>
              <a:latin typeface="Microsoft JhengHei UI"/>
            </a:endParaRPr>
          </a:p>
          <a:p>
            <a:pPr marL="404640" indent="-216000">
              <a:lnSpc>
                <a:spcPct val="100000"/>
              </a:lnSpc>
              <a:spcBef>
                <a:spcPts val="601"/>
              </a:spcBef>
              <a:buClr>
                <a:srgbClr val="3f3de3"/>
              </a:buClr>
              <a:buFont typeface="Wingdings" charset="2"/>
              <a:buChar char=""/>
              <a:tabLst>
                <a:tab algn="l" pos="0"/>
              </a:tabLst>
            </a:pPr>
            <a:r>
              <a:rPr b="0" lang="zh-TW" sz="2000" spc="-1" strike="noStrike">
                <a:solidFill>
                  <a:srgbClr val="ffffff"/>
                </a:solidFill>
                <a:latin typeface="Microsoft JhengHei UI"/>
              </a:rPr>
              <a:t>第二個技能</a:t>
            </a:r>
            <a:endParaRPr b="0" lang="en-US" sz="2000" spc="-1" strike="noStrike">
              <a:solidFill>
                <a:srgbClr val="404040"/>
              </a:solidFill>
              <a:latin typeface="Microsoft JhengHei UI"/>
            </a:endParaRPr>
          </a:p>
          <a:p>
            <a:pPr marL="404640" indent="-216000">
              <a:lnSpc>
                <a:spcPct val="100000"/>
              </a:lnSpc>
              <a:spcBef>
                <a:spcPts val="601"/>
              </a:spcBef>
              <a:buClr>
                <a:srgbClr val="3f3de3"/>
              </a:buClr>
              <a:buFont typeface="Wingdings" charset="2"/>
              <a:buChar char=""/>
              <a:tabLst>
                <a:tab algn="l" pos="0"/>
              </a:tabLst>
            </a:pPr>
            <a:r>
              <a:rPr b="0" lang="zh-TW" sz="2000" spc="-1" strike="noStrike">
                <a:solidFill>
                  <a:srgbClr val="ffffff"/>
                </a:solidFill>
                <a:latin typeface="Microsoft JhengHei UI"/>
              </a:rPr>
              <a:t>第三個技能</a:t>
            </a:r>
            <a:endParaRPr b="0" lang="en-US" sz="2000" spc="-1" strike="noStrike">
              <a:solidFill>
                <a:srgbClr val="404040"/>
              </a:solidFill>
              <a:latin typeface="Microsoft JhengHei UI"/>
            </a:endParaRPr>
          </a:p>
        </p:txBody>
      </p:sp>
      <p:sp>
        <p:nvSpPr>
          <p:cNvPr id="341" name="PlaceHolder 3"/>
          <p:cNvSpPr>
            <a:spLocks noGrp="1"/>
          </p:cNvSpPr>
          <p:nvPr>
            <p:ph type="ftr" idx="27"/>
          </p:nvPr>
        </p:nvSpPr>
        <p:spPr>
          <a:xfrm>
            <a:off x="642960" y="6446880"/>
            <a:ext cx="6818040" cy="364680"/>
          </a:xfrm>
          <a:prstGeom prst="rect">
            <a:avLst/>
          </a:prstGeom>
          <a:noFill/>
          <a:ln w="0">
            <a:noFill/>
          </a:ln>
        </p:spPr>
        <p:txBody>
          <a:bodyPr anchor="ctr">
            <a:noAutofit/>
          </a:bodyPr>
          <a:lstStyle>
            <a:lvl1pPr>
              <a:lnSpc>
                <a:spcPct val="100000"/>
              </a:lnSpc>
              <a:buNone/>
              <a:defRPr b="0" lang="zh-TW" sz="900" spc="-1" strike="noStrike" cap="all">
                <a:solidFill>
                  <a:srgbClr val="b2b1f4"/>
                </a:solidFill>
                <a:latin typeface="Microsoft JhengHei UI"/>
              </a:defRPr>
            </a:lvl1pPr>
          </a:lstStyle>
          <a:p>
            <a:pPr>
              <a:lnSpc>
                <a:spcPct val="100000"/>
              </a:lnSpc>
              <a:buNone/>
            </a:pPr>
            <a:r>
              <a:rPr b="0" lang="zh-TW" sz="900" spc="-1" strike="noStrike" cap="all">
                <a:solidFill>
                  <a:srgbClr val="b2b1f4"/>
                </a:solidFill>
                <a:latin typeface="Microsoft JhengHei UI"/>
              </a:rPr>
              <a:t>教授課程</a:t>
            </a:r>
            <a:endParaRPr b="0" lang="en-US" sz="900" spc="-1" strike="noStrike">
              <a:latin typeface="Times New Roman"/>
            </a:endParaRPr>
          </a:p>
        </p:txBody>
      </p:sp>
      <p:pic>
        <p:nvPicPr>
          <p:cNvPr id="342" name="內容版面配置區 5" descr="顯示一些代碼的膝上型電腦螢幕"/>
          <p:cNvPicPr/>
          <p:nvPr/>
        </p:nvPicPr>
        <p:blipFill>
          <a:blip r:embed="rId1"/>
          <a:stretch/>
        </p:blipFill>
        <p:spPr>
          <a:xfrm>
            <a:off x="4655880" y="0"/>
            <a:ext cx="7534080" cy="6857640"/>
          </a:xfrm>
          <a:prstGeom prst="rect">
            <a:avLst/>
          </a:prstGeom>
          <a:ln w="0">
            <a:noFill/>
          </a:ln>
        </p:spPr>
      </p:pic>
      <p:sp>
        <p:nvSpPr>
          <p:cNvPr id="343" name="PlaceHolder 4"/>
          <p:cNvSpPr>
            <a:spLocks noGrp="1"/>
          </p:cNvSpPr>
          <p:nvPr>
            <p:ph type="sldNum" idx="28"/>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BDAE1EC5-6CBB-46A1-AA6B-F17C93A828A8}" type="slidenum">
              <a:rPr b="0" lang="en-US" sz="1050" spc="-1" strike="noStrike">
                <a:solidFill>
                  <a:srgbClr val="ffffff"/>
                </a:solidFill>
                <a:latin typeface="Microsoft JhengHei UI"/>
              </a:rPr>
              <a:t>3</a:t>
            </a:fld>
            <a:endParaRPr b="0" lang="en-US" sz="1050" spc="-1" strike="noStrike">
              <a:latin typeface="Times New Roman"/>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44" name="圖片版面配置區 15" descr="男人在膝上型電腦上顯示東西"/>
          <p:cNvPicPr/>
          <p:nvPr/>
        </p:nvPicPr>
        <p:blipFill>
          <a:blip r:embed="rId1">
            <a:alphaModFix amt="10000"/>
          </a:blip>
          <a:stretch/>
        </p:blipFill>
        <p:spPr>
          <a:xfrm>
            <a:off x="2160" y="0"/>
            <a:ext cx="12187080" cy="6407640"/>
          </a:xfrm>
          <a:prstGeom prst="rect">
            <a:avLst/>
          </a:prstGeom>
          <a:ln w="0">
            <a:noFill/>
          </a:ln>
        </p:spPr>
      </p:pic>
      <p:sp>
        <p:nvSpPr>
          <p:cNvPr id="345" name="PlaceHolder 1"/>
          <p:cNvSpPr>
            <a:spLocks noGrp="1"/>
          </p:cNvSpPr>
          <p:nvPr>
            <p:ph type="title"/>
          </p:nvPr>
        </p:nvSpPr>
        <p:spPr>
          <a:xfrm>
            <a:off x="0" y="0"/>
            <a:ext cx="12191760" cy="1296000"/>
          </a:xfrm>
          <a:prstGeom prst="rect">
            <a:avLst/>
          </a:prstGeom>
          <a:solidFill>
            <a:srgbClr val="b2b1f4">
              <a:alpha val="50000"/>
            </a:srgbClr>
          </a:solidFill>
          <a:ln w="0">
            <a:noFill/>
          </a:ln>
        </p:spPr>
        <p:txBody>
          <a:bodyPr lIns="684000" tIns="108000" anchor="ctr">
            <a:noAutofit/>
          </a:bodyPr>
          <a:p>
            <a:pPr>
              <a:lnSpc>
                <a:spcPct val="90000"/>
              </a:lnSpc>
              <a:buNone/>
            </a:pPr>
            <a:r>
              <a:rPr b="0" lang="zh-TW" sz="3600" spc="-52" strike="noStrike">
                <a:solidFill>
                  <a:srgbClr val="404040"/>
                </a:solidFill>
                <a:latin typeface="Microsoft JhengHei UI"/>
              </a:rPr>
              <a:t>第一個技能</a:t>
            </a:r>
            <a:endParaRPr b="0" lang="en-US" sz="3600" spc="-1" strike="noStrike">
              <a:solidFill>
                <a:srgbClr val="000000"/>
              </a:solidFill>
              <a:latin typeface="Microsoft JhengHei UI"/>
            </a:endParaRPr>
          </a:p>
        </p:txBody>
      </p:sp>
      <p:sp>
        <p:nvSpPr>
          <p:cNvPr id="346" name="PlaceHolder 2"/>
          <p:cNvSpPr>
            <a:spLocks noGrp="1"/>
          </p:cNvSpPr>
          <p:nvPr>
            <p:ph/>
          </p:nvPr>
        </p:nvSpPr>
        <p:spPr>
          <a:xfrm>
            <a:off x="514800" y="1812600"/>
            <a:ext cx="10905120" cy="2759040"/>
          </a:xfrm>
          <a:prstGeom prst="rect">
            <a:avLst/>
          </a:prstGeom>
          <a:noFill/>
          <a:ln w="0">
            <a:noFill/>
          </a:ln>
        </p:spPr>
        <p:txBody>
          <a:bodyPr numCol="2" spcCol="540000" lIns="0" rIns="0" anchor="t">
            <a:noAutofit/>
          </a:bodyPr>
          <a:p>
            <a:pPr marL="171360" indent="-171360">
              <a:lnSpc>
                <a:spcPct val="100000"/>
              </a:lnSpc>
              <a:spcBef>
                <a:spcPts val="1800"/>
              </a:spcBef>
              <a:buClr>
                <a:srgbClr val="3f3de3"/>
              </a:buClr>
              <a:buFont typeface="Wingdings" charset="2"/>
              <a:buChar char=""/>
            </a:pPr>
            <a:r>
              <a:rPr b="0" lang="en-US" sz="1600" spc="-1" strike="noStrike">
                <a:solidFill>
                  <a:srgbClr val="404040"/>
                </a:solidFill>
                <a:latin typeface="Microsoft JhengHei UI"/>
              </a:rPr>
              <a:t>Lorem ipsum dolor sit amet, consectetuer adipiscing elit.Maecenas porttitor congue massa.Fusce posuere, magna sed pulvinar ultricies, purus lectus malesuada libero, sit amet commodo magna eros quis urna.</a:t>
            </a:r>
            <a:endParaRPr b="0" lang="en-US" sz="1600" spc="-1" strike="noStrike">
              <a:solidFill>
                <a:srgbClr val="404040"/>
              </a:solidFill>
              <a:latin typeface="Microsoft JhengHei UI"/>
            </a:endParaRPr>
          </a:p>
          <a:p>
            <a:pPr marL="171360" indent="-171360">
              <a:lnSpc>
                <a:spcPct val="100000"/>
              </a:lnSpc>
              <a:spcBef>
                <a:spcPts val="1800"/>
              </a:spcBef>
              <a:buClr>
                <a:srgbClr val="3f3de3"/>
              </a:buClr>
              <a:buFont typeface="Wingdings" charset="2"/>
              <a:buChar char=""/>
            </a:pPr>
            <a:r>
              <a:rPr b="0" lang="en-US" sz="1600" spc="-1" strike="noStrike">
                <a:solidFill>
                  <a:srgbClr val="404040"/>
                </a:solidFill>
                <a:latin typeface="Microsoft JhengHei UI"/>
              </a:rPr>
              <a:t>Nunc viverra imperdiet enim.Fusce est.Vivamus a tellus.Sed ut perspiciatis unde omnis iste natus error sit voluptatem accusantium doloremque laudantium, totam rem aperiam, eaque ipsa quae ab illo inventore veritatis et quasi architecto beatae vitae dicta sunt explicabo.</a:t>
            </a:r>
            <a:endParaRPr b="0" lang="en-US" sz="1600" spc="-1" strike="noStrike">
              <a:solidFill>
                <a:srgbClr val="404040"/>
              </a:solidFill>
              <a:latin typeface="Microsoft JhengHei UI"/>
            </a:endParaRPr>
          </a:p>
          <a:p>
            <a:pPr marL="171360" indent="-171360">
              <a:lnSpc>
                <a:spcPct val="100000"/>
              </a:lnSpc>
              <a:spcBef>
                <a:spcPts val="1800"/>
              </a:spcBef>
              <a:buClr>
                <a:srgbClr val="3f3de3"/>
              </a:buClr>
              <a:buFont typeface="Wingdings" charset="2"/>
              <a:buChar char=""/>
            </a:pPr>
            <a:r>
              <a:rPr b="0" lang="en-US" sz="1600" spc="-1" strike="noStrike">
                <a:solidFill>
                  <a:srgbClr val="404040"/>
                </a:solidFill>
                <a:latin typeface="Microsoft JhengHei UI"/>
              </a:rPr>
              <a:t>Nemo enim ipsam voluptatem quia voluptas sit aspernatur aut odit aut fugit, sed quia consequuntur magni dolores eos qui ratione voluptatem sequi nesciunt.Neque porro quisquam est, qui dolorem ipsum quia dolor sit amet, consectetur, adipisci velit, sed quia non numquam eius modi tempora incidunt ut labore et dolore magnam aliquam quaerat voluptatem. </a:t>
            </a:r>
            <a:endParaRPr b="0" lang="en-US" sz="1600" spc="-1" strike="noStrike">
              <a:solidFill>
                <a:srgbClr val="404040"/>
              </a:solidFill>
              <a:latin typeface="Microsoft JhengHei UI"/>
            </a:endParaRPr>
          </a:p>
        </p:txBody>
      </p:sp>
      <p:sp>
        <p:nvSpPr>
          <p:cNvPr id="347" name="PlaceHolder 3"/>
          <p:cNvSpPr>
            <a:spLocks noGrp="1"/>
          </p:cNvSpPr>
          <p:nvPr>
            <p:ph type="ftr" idx="29"/>
          </p:nvPr>
        </p:nvSpPr>
        <p:spPr>
          <a:xfrm>
            <a:off x="642960" y="6446880"/>
            <a:ext cx="6818040" cy="364680"/>
          </a:xfrm>
          <a:prstGeom prst="rect">
            <a:avLst/>
          </a:prstGeom>
          <a:noFill/>
          <a:ln w="0">
            <a:noFill/>
          </a:ln>
        </p:spPr>
        <p:txBody>
          <a:bodyPr anchor="ctr">
            <a:noAutofit/>
          </a:bodyPr>
          <a:lstStyle>
            <a:lvl1pPr>
              <a:lnSpc>
                <a:spcPct val="100000"/>
              </a:lnSpc>
              <a:buNone/>
              <a:defRPr b="0" lang="zh-TW" sz="900" spc="-1" strike="noStrike" cap="all">
                <a:solidFill>
                  <a:srgbClr val="b2b1f4"/>
                </a:solidFill>
                <a:latin typeface="Microsoft JhengHei UI"/>
              </a:defRPr>
            </a:lvl1pPr>
          </a:lstStyle>
          <a:p>
            <a:pPr>
              <a:lnSpc>
                <a:spcPct val="100000"/>
              </a:lnSpc>
              <a:buNone/>
            </a:pPr>
            <a:r>
              <a:rPr b="0" lang="zh-TW" sz="900" spc="-1" strike="noStrike" cap="all">
                <a:solidFill>
                  <a:srgbClr val="b2b1f4"/>
                </a:solidFill>
                <a:latin typeface="Microsoft JhengHei UI"/>
              </a:rPr>
              <a:t>教授課程</a:t>
            </a:r>
            <a:endParaRPr b="0" lang="en-US" sz="900" spc="-1" strike="noStrike">
              <a:latin typeface="Times New Roman"/>
            </a:endParaRPr>
          </a:p>
        </p:txBody>
      </p:sp>
      <p:sp>
        <p:nvSpPr>
          <p:cNvPr id="348" name="PlaceHolder 4"/>
          <p:cNvSpPr>
            <a:spLocks noGrp="1"/>
          </p:cNvSpPr>
          <p:nvPr>
            <p:ph type="sldNum" idx="30"/>
          </p:nvPr>
        </p:nvSpPr>
        <p:spPr>
          <a:xfrm>
            <a:off x="10930680" y="6446880"/>
            <a:ext cx="617400" cy="364680"/>
          </a:xfrm>
          <a:prstGeom prst="rect">
            <a:avLst/>
          </a:prstGeom>
          <a:noFill/>
          <a:ln w="0">
            <a:noFill/>
          </a:ln>
        </p:spPr>
        <p:txBody>
          <a:bodyPr anchor="ctr">
            <a:noAutofit/>
          </a:bodyPr>
          <a:lstStyle>
            <a:lvl1pPr algn="r">
              <a:lnSpc>
                <a:spcPct val="100000"/>
              </a:lnSpc>
              <a:buNone/>
              <a:defRPr b="0" lang="en-US" sz="1050" spc="-1" strike="noStrike">
                <a:solidFill>
                  <a:srgbClr val="ffffff"/>
                </a:solidFill>
                <a:latin typeface="Microsoft JhengHei UI"/>
              </a:defRPr>
            </a:lvl1pPr>
          </a:lstStyle>
          <a:p>
            <a:pPr algn="r">
              <a:lnSpc>
                <a:spcPct val="100000"/>
              </a:lnSpc>
              <a:buNone/>
            </a:pPr>
            <a:fld id="{DD62749E-8D8F-4504-B5F1-1F11389096EB}" type="slidenum">
              <a:rPr b="0" lang="en-US" sz="1050" spc="-1" strike="noStrike">
                <a:solidFill>
                  <a:srgbClr val="ffffff"/>
                </a:solidFill>
                <a:latin typeface="Microsoft JhengHei UI"/>
              </a:rPr>
              <a:t>3</a:t>
            </a:fld>
            <a:endParaRPr b="0" lang="en-US" sz="1050" spc="-1" strike="noStrike">
              <a:latin typeface="Times New Roman"/>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9" name="PlaceHolder 1"/>
          <p:cNvSpPr>
            <a:spLocks noGrp="1"/>
          </p:cNvSpPr>
          <p:nvPr>
            <p:ph type="title"/>
          </p:nvPr>
        </p:nvSpPr>
        <p:spPr>
          <a:xfrm>
            <a:off x="1097280" y="4893120"/>
            <a:ext cx="10113120" cy="743400"/>
          </a:xfrm>
          <a:prstGeom prst="rect">
            <a:avLst/>
          </a:prstGeom>
          <a:noFill/>
          <a:ln w="0">
            <a:noFill/>
          </a:ln>
        </p:spPr>
        <p:txBody>
          <a:bodyPr tIns="0" bIns="0" anchor="b">
            <a:noAutofit/>
          </a:bodyPr>
          <a:p>
            <a:pPr>
              <a:lnSpc>
                <a:spcPct val="90000"/>
              </a:lnSpc>
              <a:buNone/>
            </a:pPr>
            <a:r>
              <a:rPr b="0" lang="zh-TW" sz="3600" spc="-52" strike="noStrike">
                <a:solidFill>
                  <a:srgbClr val="ffffff"/>
                </a:solidFill>
                <a:latin typeface="Microsoft JhengHei UI"/>
              </a:rPr>
              <a:t>感謝您！</a:t>
            </a:r>
            <a:endParaRPr b="0" lang="en-US" sz="3600" spc="-1" strike="noStrike">
              <a:solidFill>
                <a:srgbClr val="000000"/>
              </a:solidFill>
              <a:latin typeface="Microsoft JhengHei UI"/>
            </a:endParaRPr>
          </a:p>
        </p:txBody>
      </p:sp>
      <p:sp>
        <p:nvSpPr>
          <p:cNvPr id="350" name="PlaceHolder 2"/>
          <p:cNvSpPr>
            <a:spLocks noGrp="1"/>
          </p:cNvSpPr>
          <p:nvPr>
            <p:ph/>
          </p:nvPr>
        </p:nvSpPr>
        <p:spPr>
          <a:xfrm>
            <a:off x="1097280" y="5808600"/>
            <a:ext cx="10112760" cy="609120"/>
          </a:xfrm>
          <a:prstGeom prst="rect">
            <a:avLst/>
          </a:prstGeom>
          <a:noFill/>
          <a:ln w="0">
            <a:noFill/>
          </a:ln>
        </p:spPr>
        <p:txBody>
          <a:bodyPr tIns="0" bIns="0" anchor="t">
            <a:normAutofit fontScale="86000"/>
          </a:bodyPr>
          <a:p>
            <a:pPr>
              <a:lnSpc>
                <a:spcPct val="100000"/>
              </a:lnSpc>
              <a:spcAft>
                <a:spcPts val="601"/>
              </a:spcAft>
              <a:buNone/>
              <a:tabLst>
                <a:tab algn="l" pos="0"/>
              </a:tabLst>
            </a:pPr>
            <a:r>
              <a:rPr b="0" lang="en-US" sz="1800" spc="-1" strike="noStrike">
                <a:solidFill>
                  <a:srgbClr val="b2b1f4"/>
                </a:solidFill>
                <a:latin typeface="Microsoft JhengHei UI"/>
              </a:rPr>
              <a:t>Lorem ipsum dolor sit amet, consectetuer adipiscing elit.Maecenas porttitor congue massa.Fusce posuere, magna sed pulvinar ultricies, purus lectus malesuada libero, sit amet commodo magna eros quis urna.</a:t>
            </a:r>
            <a:endParaRPr b="0" lang="en-US" sz="1800" spc="-1" strike="noStrike">
              <a:solidFill>
                <a:srgbClr val="404040"/>
              </a:solidFill>
              <a:latin typeface="Microsoft JhengHei UI"/>
            </a:endParaRPr>
          </a:p>
        </p:txBody>
      </p:sp>
      <p:pic>
        <p:nvPicPr>
          <p:cNvPr id="351" name="圖片版面配置區 13" descr="學生群組&#10;"/>
          <p:cNvPicPr/>
          <p:nvPr/>
        </p:nvPicPr>
        <p:blipFill>
          <a:blip r:embed="rId1"/>
          <a:stretch/>
        </p:blipFill>
        <p:spPr>
          <a:xfrm>
            <a:off x="4320" y="0"/>
            <a:ext cx="12183120" cy="4578120"/>
          </a:xfrm>
          <a:prstGeom prst="rect">
            <a:avLst/>
          </a:prstGeom>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Visionary Story">
      <a:dk1>
        <a:sysClr val="windowText" lastClr="000000"/>
      </a:dk1>
      <a:lt1>
        <a:sysClr val="window" lastClr="FFFFFF"/>
      </a:lt1>
      <a:dk2>
        <a:srgbClr val="3D3D54"/>
      </a:dk2>
      <a:lt2>
        <a:srgbClr val="F8F8FC"/>
      </a:lt2>
      <a:accent1>
        <a:srgbClr val="6C5CE7"/>
      </a:accent1>
      <a:accent2>
        <a:srgbClr val="A29BFE"/>
      </a:accent2>
      <a:accent3>
        <a:srgbClr val="FD79A8"/>
      </a:accent3>
      <a:accent4>
        <a:srgbClr val="FDCB6E"/>
      </a:accent4>
      <a:accent5>
        <a:srgbClr val="E17055"/>
      </a:accent5>
      <a:accent6>
        <a:srgbClr val="00B894"/>
      </a:accent6>
      <a:hlink>
        <a:srgbClr val="87882d"/>
      </a:hlink>
      <a:folHlink>
        <a:srgbClr val="7f7f7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322441"/>
      </a:dk2>
      <a:lt2>
        <a:srgbClr val="e8e8e2"/>
      </a:lt2>
      <a:accent1>
        <a:srgbClr val="3f3de3"/>
      </a:accent1>
      <a:accent2>
        <a:srgbClr val="7229d2"/>
      </a:accent2>
      <a:accent3>
        <a:srgbClr val="c62fe1"/>
      </a:accent3>
      <a:accent4>
        <a:srgbClr val="cf1da0"/>
      </a:accent4>
      <a:accent5>
        <a:srgbClr val="e12f68"/>
      </a:accent5>
      <a:accent6>
        <a:srgbClr val="cf2e1d"/>
      </a:accent6>
      <a:hlink>
        <a:srgbClr val="87882d"/>
      </a:hlink>
      <a:folHlink>
        <a:srgbClr val="7f7f7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322441"/>
      </a:dk2>
      <a:lt2>
        <a:srgbClr val="e8e8e2"/>
      </a:lt2>
      <a:accent1>
        <a:srgbClr val="3f3de3"/>
      </a:accent1>
      <a:accent2>
        <a:srgbClr val="7229d2"/>
      </a:accent2>
      <a:accent3>
        <a:srgbClr val="c62fe1"/>
      </a:accent3>
      <a:accent4>
        <a:srgbClr val="cf1da0"/>
      </a:accent4>
      <a:accent5>
        <a:srgbClr val="e12f68"/>
      </a:accent5>
      <a:accent6>
        <a:srgbClr val="cf2e1d"/>
      </a:accent6>
      <a:hlink>
        <a:srgbClr val="87882d"/>
      </a:hlink>
      <a:folHlink>
        <a:srgbClr val="7f7f7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322441"/>
      </a:dk2>
      <a:lt2>
        <a:srgbClr val="e8e8e2"/>
      </a:lt2>
      <a:accent1>
        <a:srgbClr val="3f3de3"/>
      </a:accent1>
      <a:accent2>
        <a:srgbClr val="7229d2"/>
      </a:accent2>
      <a:accent3>
        <a:srgbClr val="c62fe1"/>
      </a:accent3>
      <a:accent4>
        <a:srgbClr val="cf1da0"/>
      </a:accent4>
      <a:accent5>
        <a:srgbClr val="e12f68"/>
      </a:accent5>
      <a:accent6>
        <a:srgbClr val="cf2e1d"/>
      </a:accent6>
      <a:hlink>
        <a:srgbClr val="87882d"/>
      </a:hlink>
      <a:folHlink>
        <a:srgbClr val="7f7f7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322441"/>
      </a:dk2>
      <a:lt2>
        <a:srgbClr val="e8e8e2"/>
      </a:lt2>
      <a:accent1>
        <a:srgbClr val="3f3de3"/>
      </a:accent1>
      <a:accent2>
        <a:srgbClr val="7229d2"/>
      </a:accent2>
      <a:accent3>
        <a:srgbClr val="c62fe1"/>
      </a:accent3>
      <a:accent4>
        <a:srgbClr val="cf1da0"/>
      </a:accent4>
      <a:accent5>
        <a:srgbClr val="e12f68"/>
      </a:accent5>
      <a:accent6>
        <a:srgbClr val="cf2e1d"/>
      </a:accent6>
      <a:hlink>
        <a:srgbClr val="87882d"/>
      </a:hlink>
      <a:folHlink>
        <a:srgbClr val="7f7f7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322441"/>
      </a:dk2>
      <a:lt2>
        <a:srgbClr val="e8e8e2"/>
      </a:lt2>
      <a:accent1>
        <a:srgbClr val="3f3de3"/>
      </a:accent1>
      <a:accent2>
        <a:srgbClr val="7229d2"/>
      </a:accent2>
      <a:accent3>
        <a:srgbClr val="c62fe1"/>
      </a:accent3>
      <a:accent4>
        <a:srgbClr val="cf1da0"/>
      </a:accent4>
      <a:accent5>
        <a:srgbClr val="e12f68"/>
      </a:accent5>
      <a:accent6>
        <a:srgbClr val="cf2e1d"/>
      </a:accent6>
      <a:hlink>
        <a:srgbClr val="87882d"/>
      </a:hlink>
      <a:folHlink>
        <a:srgbClr val="7f7f7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322441"/>
      </a:dk2>
      <a:lt2>
        <a:srgbClr val="e8e8e2"/>
      </a:lt2>
      <a:accent1>
        <a:srgbClr val="3f3de3"/>
      </a:accent1>
      <a:accent2>
        <a:srgbClr val="7229d2"/>
      </a:accent2>
      <a:accent3>
        <a:srgbClr val="c62fe1"/>
      </a:accent3>
      <a:accent4>
        <a:srgbClr val="cf1da0"/>
      </a:accent4>
      <a:accent5>
        <a:srgbClr val="e12f68"/>
      </a:accent5>
      <a:accent6>
        <a:srgbClr val="cf2e1d"/>
      </a:accent6>
      <a:hlink>
        <a:srgbClr val="87882d"/>
      </a:hlink>
      <a:folHlink>
        <a:srgbClr val="7f7f7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322441"/>
      </a:dk2>
      <a:lt2>
        <a:srgbClr val="e8e8e2"/>
      </a:lt2>
      <a:accent1>
        <a:srgbClr val="3f3de3"/>
      </a:accent1>
      <a:accent2>
        <a:srgbClr val="7229d2"/>
      </a:accent2>
      <a:accent3>
        <a:srgbClr val="c62fe1"/>
      </a:accent3>
      <a:accent4>
        <a:srgbClr val="cf1da0"/>
      </a:accent4>
      <a:accent5>
        <a:srgbClr val="e12f68"/>
      </a:accent5>
      <a:accent6>
        <a:srgbClr val="cf2e1d"/>
      </a:accent6>
      <a:hlink>
        <a:srgbClr val="87882d"/>
      </a:hlink>
      <a:folHlink>
        <a:srgbClr val="7f7f7f"/>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4" ma:contentTypeDescription="Create a new document." ma:contentTypeScope="" ma:versionID="2d714a3296df14eba7a100bb665443ca">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49549bf45bfbbfb6cffed527380e77e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CEC8651-C134-4BB0-A7EA-DD3F32D57CEB}">
  <ds:schemaRefs>
    <ds:schemaRef ds:uri="http://schemas.microsoft.com/sharepoint/v3/contenttype/forms"/>
  </ds:schemaRefs>
</ds:datastoreItem>
</file>

<file path=customXml/itemProps2.xml><?xml version="1.0" encoding="utf-8"?>
<ds:datastoreItem xmlns:ds="http://schemas.openxmlformats.org/officeDocument/2006/customXml" ds:itemID="{9B26184A-CBF6-4A98-A23E-9D37379CD7FB}">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C338BACD-0E31-4ECE-AC0C-5ADA0D0CEF3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0</TotalTime>
  <Application>LibreOffice/7.3.7.2$Linux_X86_64 LibreOffice_project/30$Build-2</Application>
  <AppVersion>15.0000</AppVersion>
  <Words>620</Words>
  <Paragraphs>80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2026-01-09T05:06:47Z</dcterms:created>
  <dc:creator/>
  <dc:description/>
  <dc:language>zh-TW</dc:language>
  <cp:lastModifiedBy/>
  <dcterms:modified xsi:type="dcterms:W3CDTF">2026-01-09T15:58:49Z</dcterms:modified>
  <cp:revision>3</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Notes">
    <vt:i4>11</vt:i4>
  </property>
  <property fmtid="{D5CDD505-2E9C-101B-9397-08002B2CF9AE}" pid="4" name="PresentationFormat">
    <vt:lpwstr>寬螢幕</vt:lpwstr>
  </property>
  <property fmtid="{D5CDD505-2E9C-101B-9397-08002B2CF9AE}" pid="5" name="Slides">
    <vt:i4>11</vt:i4>
  </property>
</Properties>
</file>