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 Id="rId14" Type="http://schemas.openxmlformats.org/officeDocument/2006/relationships/slideLayout" Target="../slideLayouts/slideLayout13.xml"/></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Visionary Story">
      <a:dk1>
        <a:sysClr val="windowText" lastClr="000000"/>
      </a:dk1>
      <a:lt1>
        <a:sysClr val="window" lastClr="FFFFFF"/>
      </a:lt1>
      <a:dk2>
        <a:srgbClr val="3D3D54"/>
      </a:dk2>
      <a:lt2>
        <a:srgbClr val="F8F8FC"/>
      </a:lt2>
      <a:accent1>
        <a:srgbClr val="6C5CE7"/>
      </a:accent1>
      <a:accent2>
        <a:srgbClr val="A29BFE"/>
      </a:accent2>
      <a:accent3>
        <a:srgbClr val="FD79A8"/>
      </a:accent3>
      <a:accent4>
        <a:srgbClr val="FDCB6E"/>
      </a:accent4>
      <a:accent5>
        <a:srgbClr val="E17055"/>
      </a:accent5>
      <a:accent6>
        <a:srgbClr val="00B894"/>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