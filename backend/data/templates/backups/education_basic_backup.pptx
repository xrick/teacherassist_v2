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_rels/drawing1.xml.rels" ContentType="application/vnd.openxmlformats-package.relationships+xml"/>
  <Override PartName="/ppt/diagrams/_rels/data1.xml.rels" ContentType="application/vnd.openxmlformats-package.relationships+xml"/>
  <Override PartName="/ppt/diagrams/drawing1.xml" ContentType="application/vnd.ms-office.drawingml.diagramDrawing+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OOXDiagramDrawingRels1_0.png" ContentType="image/png"/>
  <Override PartName="/ppt/media/OOXDiagramDataRels1_6.svg" ContentType="image/svg"/>
  <Override PartName="/ppt/media/image1.jpeg" ContentType="image/jpeg"/>
  <Override PartName="/ppt/media/OOXDiagramDataRels1_8.svg" ContentType="image/svg"/>
  <Override PartName="/ppt/media/OOXDiagramDataRels1_7.png" ContentType="image/png"/>
  <Override PartName="/ppt/media/OOXDiagramDataRels1_4.svg" ContentType="image/svg"/>
  <Override PartName="/ppt/media/image5.png" ContentType="image/png"/>
  <Override PartName="/ppt/media/OOXDiagramDataRels1_3.png" ContentType="image/png"/>
  <Override PartName="/ppt/media/OOXDiagramDataRels1_5.png" ContentType="image/png"/>
  <Override PartName="/ppt/media/OOXDiagramDataRels1_2.svg" ContentType="image/svg"/>
  <Override PartName="/ppt/media/image6.jpeg" ContentType="image/jpeg"/>
  <Override PartName="/ppt/media/OOXDiagramDrawingRels1_1.svg" ContentType="image/svg"/>
  <Override PartName="/ppt/media/image3.jpeg" ContentType="image/jpeg"/>
  <Override PartName="/ppt/media/OOXDiagramDrawingRels1_9.png" ContentType="image/png"/>
  <Override PartName="/ppt/media/OOXDiagramDrawingRels1_6.svg" ContentType="image/svg"/>
  <Override PartName="/ppt/media/OOXDiagramDrawingRels1_8.svg" ContentType="image/svg"/>
  <Override PartName="/ppt/media/OOXDiagramDrawingRels1_7.png" ContentType="image/png"/>
  <Override PartName="/ppt/media/OOXDiagramDrawingRels1_5.png" ContentType="image/png"/>
  <Override PartName="/ppt/media/OOXDiagramDrawingRels1_2.svg" ContentType="image/svg"/>
  <Override PartName="/ppt/media/OOXDiagramDataRels1_9.png" ContentType="image/png"/>
  <Override PartName="/ppt/media/OOXDiagramDataRels1_0.png" ContentType="image/png"/>
  <Override PartName="/ppt/media/OOXDiagramDrawingRels1_3.png" ContentType="image/png"/>
  <Override PartName="/ppt/media/OOXDiagramDataRels1_1.svg" ContentType="image/svg"/>
  <Override PartName="/ppt/media/image2.png" ContentType="image/png"/>
  <Override PartName="/ppt/media/OOXDiagramDrawingRels1_4.svg" ContentType="image/svg"/>
  <Override PartName="/ppt/media/image4.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10" Type="http://schemas.openxmlformats.org/officeDocument/2006/relationships/image" Target="../media/OOXDiagramDataRels1_1.sv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10" Type="http://schemas.openxmlformats.org/officeDocument/2006/relationships/image" Target="../media/OOXDiagramDrawingRels1_1.sv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
</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63BDFF9-24EA-4D3A-9F84-31555EF87A37}" type="slidenum">
              <a:t>&lt;#&gt;</a:t>
            </a:fld>
          </a:p>
        </p:txBody>
      </p:sp>
      <p:sp>
        <p:nvSpPr>
          <p:cNvPr id="4" name="PlaceHolder 3"/>
          <p:cNvSpPr>
            <a:spLocks noGrp="1"/>
          </p:cNvSpPr>
          <p:nvPr>
            <p:ph type="dt" idx="4"/>
          </p:nvPr>
        </p:nvSpPr>
        <p:spPr/>
        <p:txBody>
          <a:bodyPr/>
          <a:p>
            <a:r>
              <a:rPr lang="zh-TW"/>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