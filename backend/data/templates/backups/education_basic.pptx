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OOXDiagramDataRels1_1.svg" ContentType="image/svg"/>
  <Override PartName="/ppt/media/OOXDiagramDataRels1_2.svg" ContentType="image/svg"/>
  <Override PartName="/ppt/media/OOXDiagramDataRels1_4.svg" ContentType="image/svg"/>
  <Override PartName="/ppt/media/OOXDiagramDataRels1_6.svg" ContentType="image/svg"/>
  <Override PartName="/ppt/media/OOXDiagramDataRels1_8.svg" ContentType="image/svg"/>
  <Override PartName="/ppt/media/OOXDiagramDrawingRels1_1.svg" ContentType="image/svg"/>
  <Override PartName="/ppt/media/OOXDiagramDrawingRels1_2.svg" ContentType="image/svg"/>
  <Override PartName="/ppt/media/OOXDiagramDrawingRels1_4.svg" ContentType="image/svg"/>
  <Override PartName="/ppt/media/OOXDiagramDrawingRels1_6.svg" ContentType="image/svg"/>
  <Override PartName="/ppt/media/OOXDiagramDrawingRels1_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Relationship Id="rId10" Type="http://schemas.openxmlformats.org/officeDocument/2006/relationships/image" Target="../media/OOXDiagramDataRels1_1.svg"/></Relationships>
</file>

<file path=ppt/diagrams/_rels/drawing1.xml.rels><?xml version='1.0' encoding='UTF-8' standalone='yes'?>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Relationship Id="rId10" Type="http://schemas.openxmlformats.org/officeDocument/2006/relationships/image" Target="../media/OOXDiagramDrawingRels1_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63BDFF9-24EA-4D3A-9F84-31555EF87A37}" type="slidenum">
              <a:t>&lt;#&gt;</a:t>
            </a:fld>
          </a:p>
        </p:txBody>
      </p:sp>
      <p:sp>
        <p:nvSpPr>
          <p:cNvPr id="4" name="PlaceHolder 3"/>
          <p:cNvSpPr>
            <a:spLocks noGrp="1"/>
          </p:cNvSpPr>
          <p:nvPr>
            <p:ph type="dt" idx="4"/>
          </p:nvPr>
        </p:nvSpPr>
        <p:spPr/>
        <p:txBody>
          <a:bodyPr/>
          <a:p>
            <a:r>
              <a:rPr lang="zh-TW"/>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