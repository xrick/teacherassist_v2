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2.xml.rels" ContentType="application/vnd.openxmlformats-package.relationships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12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7.xml" ContentType="application/vnd.openxmlformats-officedocument.theme+xml"/>
  <Override PartName="/ppt/theme/theme1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41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.jpeg" ContentType="image/jpeg"/>
  <Override PartName="/ppt/media/image11.png" ContentType="image/png"/>
  <Override PartName="/ppt/media/image6.png" ContentType="image/png"/>
  <Override PartName="/ppt/media/image4.png" ContentType="image/png"/>
  <Override PartName="/ppt/media/image23.png" ContentType="image/png"/>
  <Override PartName="/ppt/media/image22.png" ContentType="image/png"/>
  <Override PartName="/ppt/media/image5.png" ContentType="image/png"/>
  <Override PartName="/ppt/media/image10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6.jpeg" ContentType="image/jpeg"/>
  <Override PartName="/ppt/media/image15.png" ContentType="image/png"/>
  <Override PartName="/ppt/media/image14.png" ContentType="image/png"/>
  <Override PartName="/ppt/media/image3.png" ContentType="image/png"/>
  <Override PartName="/ppt/media/image17.jpeg" ContentType="image/jpe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請按這裡移動投影片</a:t>
            </a:r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TW" sz="2000" spc="-1" strike="noStrike">
                <a:latin typeface="Arial"/>
              </a:rPr>
              <a:t>請按這裡編輯備註</a:t>
            </a:r>
            <a:r>
              <a:rPr b="0" lang="zh-TW" sz="2000" spc="-1" strike="noStrike">
                <a:latin typeface="Arial"/>
              </a:rPr>
              <a:t>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&lt;頁首&gt;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31" name="PlaceHolder 4"/>
          <p:cNvSpPr>
            <a:spLocks noGrp="1"/>
          </p:cNvSpPr>
          <p:nvPr>
            <p:ph type="dt" idx="2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&lt;日期/時間&gt;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32" name="PlaceHolder 5"/>
          <p:cNvSpPr>
            <a:spLocks noGrp="1"/>
          </p:cNvSpPr>
          <p:nvPr>
            <p:ph type="ftr" idx="3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&lt;頁尾&gt;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33" name="PlaceHolder 6"/>
          <p:cNvSpPr>
            <a:spLocks noGrp="1"/>
          </p:cNvSpPr>
          <p:nvPr>
            <p:ph type="sldNum" idx="3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602FF99-DE62-41B4-A65E-2111A1695F8E}" type="slidenum">
              <a:rPr b="0" lang="en-US" sz="1400" spc="-1" strike="noStrike">
                <a:latin typeface="Times New Roman"/>
              </a:rPr>
              <a:t>&lt;編號&gt;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FE192F-0729-4A06-AD2D-CC38D174596A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DAD6EC-86D9-417F-AFE6-900CDCD39F75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1488D3-B349-42A8-B713-05DF39650195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3956B2-3768-4190-AAFF-63B108463FA5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071331-F201-4EB6-BA42-184B31E859DB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25BD8D-D045-4426-AA5D-B85298194EAB}" type="slidenum">
              <a:rPr b="0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Microsoft JhengHei UI"/>
                <a:ea typeface="Microsoft JhengHei U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15D66A-4201-4028-9137-26986FD0DE07}" type="slidenum">
              <a:rPr b="0" lang="en-US" sz="1200" spc="-1" strike="noStrike"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C8DC636-D5F9-4C4F-8AA9-28C1A3A0D2F0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0669B5-2DBF-4800-87FF-A2FC3B13BAA8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B185C76-D5F6-4EBE-B197-DCCDD8B9901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F38456B-892E-4786-9B83-47F2242DEFA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D972A3-1392-40EB-BB62-01350AECEC54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C9FE232-5A5D-49AD-B2A8-7A1D8868883C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D9247A-E375-400A-99BC-9C5B7CCE96C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7F28D8-A808-4838-9846-AEE9B08A7B9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DF1E2A-51CB-48B2-91DC-7AE4DEA44426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2E738D-DC8D-4829-848A-F64B8E1BA38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20C688A-89A2-40C3-A373-8A1946FE2B6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24D70D2-1C59-4165-B9B6-A4FE812B0AF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563854-90EB-41B9-BB56-37DB8162FDD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C1BD8C-AAB4-4200-AE15-08F02BF95F5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21A57-D446-46D3-ABAC-CCD1400B11A0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264EEA-17DA-4F6F-A722-C6F4045B354B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39052-4107-4F77-ACE4-1FBF80A9626B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2F76AC-233F-4833-9AD7-6117D6BBF081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C26E1-3F73-41E8-9C95-BFABE46BBC41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AF611-A60E-47E5-9C61-CE2F9B21ABEF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529AA7-71DD-48DC-B17A-B0EC622C8F5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742326-F198-454B-B244-BC1A2E24E29C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385A74-6B59-4264-A7BE-C19F598284C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3C62AE-F7E6-4F5B-8D61-CF3FB1DDC39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C61E09-E915-405E-B738-8543C6D4B38F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95DB3AF-427A-47FD-BA9E-73EB9A9C99D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6DA7BB-611A-4205-A9C4-2CA117DB3776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10EFC9-4603-4575-A03B-D1AA0F75C3FA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DBA040-5D75-427C-8FFF-BE35CB6F88D6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97F44B-A5A7-4AC0-A5A8-CF6E75F031A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C0BDC3-B48F-4F1B-B0AE-FC326356083A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28181D-EE15-481C-A49E-E90533978C70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1BEB30-EBF5-407C-B256-78C127C2A7C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1EA63E-D02C-4723-9304-26935D9A70A1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3434A6-D709-460C-9BFD-91EA680E17BB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C7A062-E1E9-4CBF-8EB9-96EB1E748ACE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B8BD0FC-E486-493F-AD9D-E3DA6BC387BB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B1F9C5F-1DCF-4415-81C6-767410DF40E0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FD1B2E3-57B5-4A9B-820E-0E1AEA98130E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FF2D216-AF85-4264-889C-1C39D80FCCDE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96E93FA-D1C5-441D-BBAC-A8E713D2A092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CC868BE-20C9-411A-9251-86444D25BBB1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DA6A1F1-C39D-4D75-86D2-3A583F7E1A24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4853187-ED16-44BC-9C15-AE15BE68CB18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6BC5FC-4E6F-44EA-86D5-F0BC17AED564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4444A3F-300B-48BF-8CF3-CE6C0638B834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5A87BC8-2B88-4887-862C-078293C98F01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402EE4E-5A6E-4AAD-84F8-859B352C30E5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4AC524-2962-4480-AE6C-4AC4A4E1F18C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B65AD6C-FBDE-4F6B-A532-D9BFC795F385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37F3403-7B40-4A89-8E67-40124C5FA65B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CC59ACD-3F3D-4310-9BE1-85EB4F4587F9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B7B79C6-F2AC-4193-8722-563E91D731E5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2295E9-056D-4DF0-8E81-5EDBF06B8324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7AEBD61-C29B-42FF-A241-004725355B16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4B1BF63-9129-45CA-91DB-D4E926A1411F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0D7F767-B5FA-4D60-87C3-74EDC62695AE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E3C57CC-0FBA-453E-A2F6-8173DE9EF92E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9F30F6-97D0-4865-A90E-01324268E6DE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1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82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A6D81A-3AA2-48F4-9549-C5B5B41E6145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41CE35F-8431-4AE6-9F41-FD1DBD8A412C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CAC4ED8-E4EE-42E5-83A4-CE67D503EF9D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17ADA8C-07B2-4C8F-AF96-E37767B778AD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82AA774-F93F-43BB-9FA0-F03BB3515126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BD3C336-317E-48F0-A0E9-DD3B09A64087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D31F51D-3526-4274-A299-212B2559439A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3591923-7683-44B5-86DD-3EB0977BDFB5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E1B6CBC-E9FF-4B9B-892D-C34ADD3C028C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BF59ACC-5CF2-4CDF-96C8-91DE7246397B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52BA63A-78DA-4566-AB3E-8758D740EAB4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27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B8B1C1C-407F-4F12-B60E-A13904A00046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3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34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09B7873-808E-4DAC-AFE0-68B7185EFF60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31081A-F977-4E4D-8FCF-56E113F28E19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E96B905-BD09-4042-90C9-4EF5AD8C7D02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1257E4E-B965-439A-8024-B6521CFE5002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0BA4975-9527-437E-953F-BD0DB720BFBF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B0162E3-3ECC-4F99-9FA6-19F09E83099D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7A34E3-181D-4504-BCD9-285F6779446A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4B49436-5A6C-4A7B-B03E-6900762A8FD2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EF8B65-B5F9-46F9-B58F-140B7F9D85E9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EB07B8F-E78E-433B-9D0B-AF26A3C5CA9D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A111F6-11D0-422D-8942-4FD9ADA8B910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72F2F1C-A412-4CFF-A32F-71ED76DF9324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9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2FCD526-1218-4EA5-8290-C31C45548A13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217665E-E480-47EA-9972-42E172E2D64C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A79AD63-6311-4257-932B-9DD731E02851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9A5D0BA-86C1-428B-8889-B57787C17905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BFCA2B2-7682-4D8F-9CC5-7946404884DE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04D0D92-67E2-4110-B6EB-FF3C3F521BD3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7CF15F5-3773-4843-B2C9-F249B2D0173D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C2242EF-8E42-4AB5-8AE3-CA8B219CE6B9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6A10047-66E4-470C-B570-792C04EF1D12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2E40EC9-53D9-4641-96D7-B8B8239B22BF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37948EA-1B4E-4CF7-AF93-28304B28F304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5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F3C1669-CA8D-4A87-B620-751EFAF74CE8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59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0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1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62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B275A5C-9260-4FD6-A054-FBAF22618D95}" type="slidenum">
              <a:t>&lt;#&gt;</a:t>
            </a:fld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A8B93B1-1181-47C4-B4B4-BE0C5AED6ED4}" type="slidenum">
              <a:t>&lt;#&gt;</a:t>
            </a:fld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72F5FC4-C1E2-435E-B05F-FF7E7EB62F09}" type="slidenum">
              <a:t>&lt;#&gt;</a:t>
            </a:fld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B837527A-B8DE-4FF9-A510-B26BDE55C729}" type="slidenum">
              <a:t>&lt;#&gt;</a:t>
            </a:fld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B1EE93F-BF17-4264-B70C-25375C7E2B25}" type="slidenum">
              <a:t>&lt;#&gt;</a:t>
            </a:fld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24BA15E-3330-49FF-AE48-B2926711F443}" type="slidenum">
              <a:t>&lt;#&gt;</a:t>
            </a:fld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251ED20-2B36-4002-A77E-1C79DF860FDA}" type="slidenum">
              <a:t>&lt;#&gt;</a:t>
            </a:fld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8B338238-E107-43FC-8840-E4EC9AC37A2D}" type="slidenum">
              <a:t>&lt;#&gt;</a:t>
            </a:fld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9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6A1CF6A1-0BE6-4E42-B8D2-8B166F8F71C1}" type="slidenum">
              <a:t>&lt;#&gt;</a:t>
            </a:fld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88003BA-F9C1-4C15-AB57-D2B721A26D49}" type="slidenum">
              <a:t>&lt;#&gt;</a:t>
            </a:fld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BD41B992-DD39-4DBE-96C8-6D14CEC7B655}" type="slidenum">
              <a:t>&lt;#&gt;</a:t>
            </a:fld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96935844-4F27-4E3B-8711-52E53A9A1E41}" type="slidenum">
              <a:t>&lt;#&gt;</a:t>
            </a:fld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1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3B848CC-1694-498A-97CA-8CAD12A07507}" type="slidenum">
              <a:t>&lt;#&gt;</a:t>
            </a:fld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DC31E7-37F0-48BA-A321-185178F47C60}" type="slidenum">
              <a:t>&lt;#&gt;</a:t>
            </a:fld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A2BD389-64BF-468D-8EC1-16AE7377C478}" type="slidenum">
              <a:t>&lt;#&gt;</a:t>
            </a:fld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29C3EC5-BAC3-4BF0-A0B2-B4F664FB997B}" type="slidenum">
              <a:t>&lt;#&gt;</a:t>
            </a:fld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CDFA23-46FA-4515-8EEC-25C3F39A0A05}" type="slidenum">
              <a:t>&lt;#&gt;</a:t>
            </a:fld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18A5039-7D55-4625-8B7A-5E32DFB49F8A}" type="slidenum">
              <a:t>&lt;#&gt;</a:t>
            </a:fld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659A531-FDC0-490E-9701-A89B27507772}" type="slidenum">
              <a:t>&lt;#&gt;</a:t>
            </a:fld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BB9607-2F06-441B-91E0-7B84039D9764}" type="slidenum">
              <a:t>&lt;#&gt;</a:t>
            </a:fld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A095610-E82C-4B40-B434-820A9FD2877E}" type="slidenum">
              <a:t>&lt;#&gt;</a:t>
            </a:fld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BCA55E9-603C-4B01-B68F-26FB145980FD}" type="slidenum">
              <a:t>&lt;#&gt;</a:t>
            </a:fld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8B38A09-ABF6-413B-AFFB-6CD74288E8FC}" type="slidenum">
              <a:t>&lt;#&gt;</a:t>
            </a:fld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3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84AEAC-87A8-4F8A-A908-1CC5A18CD683}" type="slidenum">
              <a:t>&lt;#&gt;</a:t>
            </a:fld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7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8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69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70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945D4A0-3141-41C1-8A02-11435A92C8F4}" type="slidenum">
              <a:t>&lt;#&gt;</a:t>
            </a:fld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AA7D9D5-EB68-459A-B22C-6B301591082C}" type="slidenum">
              <a:t>&lt;#&gt;</a:t>
            </a:fld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70C9BC2-7611-4DDA-81EE-F16DE1B4CB4E}" type="slidenum">
              <a:t>&lt;#&gt;</a:t>
            </a:fld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B157B6B-1EF3-4041-8E5C-780DB1524A17}" type="slidenum">
              <a:t>&lt;#&gt;</a:t>
            </a:fld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ADE6981-DBC3-427E-9B4B-25923581F328}" type="slidenum">
              <a:t>&lt;#&gt;</a:t>
            </a:fld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7C79396-43E1-4A25-85BA-1A31803A62CB}" type="slidenum">
              <a:t>&lt;#&gt;</a:t>
            </a:fld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69FA395-B9CC-42AF-88A0-AF7A13DACE47}" type="slidenum">
              <a:t>&lt;#&gt;</a:t>
            </a:fld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7BC2CAA-8173-4A9D-A533-BBC46AB487F6}" type="slidenum">
              <a:t>&lt;#&gt;</a:t>
            </a:fld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0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9C9A6E6-2518-450E-93EB-E6EA5B07F781}" type="slidenum">
              <a:t>&lt;#&gt;</a:t>
            </a:fld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73CD4E1-0CA2-48EF-9619-35CAF1F7CB34}" type="slidenum">
              <a:t>&lt;#&gt;</a:t>
            </a:fld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B67B27A-972E-4D81-8B05-DB50573CEE82}" type="slidenum">
              <a:t>&lt;#&gt;</a:t>
            </a:fld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1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3D8C120-475C-4576-97EF-B8F09C41CD75}" type="slidenum">
              <a:t>&lt;#&gt;</a:t>
            </a:fld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2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763DD9A-3548-44C6-9DB7-89736B3A23E5}" type="slidenum">
              <a:t>&lt;#&gt;</a:t>
            </a:fld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1887B04-C5DD-4F58-B421-2C6B4B649B92}" type="slidenum">
              <a:t>&lt;#&gt;</a:t>
            </a:fld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AA42F4E-7086-41FE-B697-0DF2EBAC48DF}" type="slidenum">
              <a:t>&lt;#&gt;</a:t>
            </a:fld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555BF6E6-6FCF-4E8C-9BCC-C926DF5EF1BD}" type="slidenum">
              <a:t>&lt;#&gt;</a:t>
            </a:fld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955E4F2D-804B-4A50-9409-2584984C48AC}" type="slidenum">
              <a:t>&lt;#&gt;</a:t>
            </a:fld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A211F3DD-82F0-4BD6-8A15-03EAF2C3ED51}" type="slidenum">
              <a:t>&lt;#&gt;</a:t>
            </a:fld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01C143C1-EB97-4287-B7DE-E9BAC106EA39}" type="slidenum">
              <a:t>&lt;#&gt;</a:t>
            </a:fld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0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CB770FCB-6FCD-4A2B-A50A-408D07A38314}" type="slidenum">
              <a:t>&lt;#&gt;</a:t>
            </a:fld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4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460371F0-42A1-46F2-A9A9-0811A9550512}" type="slidenum">
              <a:t>&lt;#&gt;</a:t>
            </a:fld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8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024D799A-C41C-4B48-BC9B-9CA70C2215CC}" type="slidenum">
              <a:t>&lt;#&gt;</a:t>
            </a:fld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774F75DC-2444-4929-ABF0-6A78E2594743}" type="slidenum">
              <a:t>&lt;#&gt;</a:t>
            </a:fld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5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6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4B2F7842-E78C-4C0A-A054-314FC76D953E}" type="slidenum">
              <a:t>&lt;#&gt;</a:t>
            </a:fld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0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1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2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03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3C744380-30FA-4F9E-B9D6-C9169D46D21A}" type="slidenum">
              <a:t>&lt;#&gt;</a:t>
            </a:fld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C169C20-9B1D-405C-94FC-C95E37E889F8}" type="slidenum">
              <a:t>&lt;#&gt;</a:t>
            </a:fld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380CCEB-7C7F-4B80-8046-90EF2925C9C0}" type="slidenum">
              <a:t>&lt;#&gt;</a:t>
            </a:fld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45B07A0-E521-4507-A059-63265B2F7FDD}" type="slidenum">
              <a:t>&lt;#&gt;</a:t>
            </a:fld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9322781-F61F-4170-A797-7B632FF8E704}" type="slidenum">
              <a:t>&lt;#&gt;</a:t>
            </a:fld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3B79F85-FB36-40FD-8E7D-C6C74133931A}" type="slidenum">
              <a:t>&lt;#&gt;</a:t>
            </a:fld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5515297-BA04-4D38-8F8C-FD9931B60C65}" type="slidenum">
              <a:t>&lt;#&gt;</a:t>
            </a:fld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36FA97D-631E-470A-AEFB-79F14F7F2EFA}" type="slidenum">
              <a:t>&lt;#&gt;</a:t>
            </a:fld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2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8A5CB1C-C943-4614-B24C-561D64732516}" type="slidenum">
              <a:t>&lt;#&gt;</a:t>
            </a:fld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A0092A1-BF9E-4293-A385-375EE176CF6C}" type="slidenum">
              <a:t>&lt;#&gt;</a:t>
            </a:fld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B1FCCDA-0049-4751-BC8E-D8B90ED8C824}" type="slidenum">
              <a:t>&lt;#&gt;</a:t>
            </a:fld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4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F0E8FA5-53BA-4BE5-8F06-5F415331A28E}" type="slidenum">
              <a:t>&lt;#&gt;</a:t>
            </a:fld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8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49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50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51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D54A21B-0574-4558-B339-5CC7FF363C58}" type="slidenum">
              <a:t>&lt;#&gt;</a:t>
            </a:fld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CBB8460-1A6E-4B50-BB49-15D23464BFAF}" type="slidenum">
              <a:t>&lt;#&gt;</a:t>
            </a:fld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515F193-30A5-45A6-914D-8864373D0691}" type="slidenum">
              <a:t>&lt;#&gt;</a:t>
            </a:fld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AB453DA-F0C3-4129-B5CF-BE7574B5CCB5}" type="slidenum">
              <a:t>&lt;#&gt;</a:t>
            </a:fld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23472B7-E1C0-4EDA-A509-FA3E00B813FB}" type="slidenum">
              <a:t>&lt;#&gt;</a:t>
            </a:fld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9903C53-0E72-444C-943F-3FFA53B101F0}" type="slidenum">
              <a:t>&lt;#&gt;</a:t>
            </a:fld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606F72C-A054-4334-AFA3-C01A7FFBAA9D}" type="slidenum">
              <a:t>&lt;#&gt;</a:t>
            </a:fld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9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39F0EF6-811E-44F8-A91A-1419B8CC9BFA}" type="slidenum">
              <a:t>&lt;#&gt;</a:t>
            </a:fld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2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B5F5AB5-F093-4A2A-B8DB-046717EDA7FC}" type="slidenum">
              <a:t>&lt;#&gt;</a:t>
            </a:fld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6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2745BD9-0811-4742-B53B-756D665B8D55}" type="slidenum">
              <a:t>&lt;#&gt;</a:t>
            </a:fld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8CD96E3-7D2A-4E35-9DF0-F494DFC22ED8}" type="slidenum">
              <a:t>&lt;#&gt;</a:t>
            </a:fld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4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978CA7A-D931-40B1-9914-03A6B6E8A18B}" type="slidenum">
              <a:t>&lt;#&gt;</a:t>
            </a:fld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8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19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0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21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A82CADA-B9EF-4D53-B87E-0389FE6F3AC0}" type="slidenum">
              <a:t>&lt;#&gt;</a:t>
            </a:fld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AAA106D5-90C6-496E-8C75-2FF144729E16}" type="slidenum">
              <a:t>&lt;#&gt;</a:t>
            </a:fld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39CD40E2-72C4-416A-A786-3640F0D1674D}" type="slidenum">
              <a:t>&lt;#&gt;</a:t>
            </a:fld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17F59B59-C51C-4E16-8465-27E1A3974F28}" type="slidenum">
              <a:t>&lt;#&gt;</a:t>
            </a:fld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52F8B8F0-7EB3-467A-8017-1E1F12555352}" type="slidenum">
              <a:t>&lt;#&gt;</a:t>
            </a:fld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3469413D-991C-4DCD-9760-B6BD054518FE}" type="slidenum">
              <a:t>&lt;#&gt;</a:t>
            </a:fld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B81E500-3B1A-4D14-92D1-1B784D1299A9}" type="slidenum">
              <a:t>&lt;#&gt;</a:t>
            </a:fld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3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FC1E580F-DFDA-4DA8-94E6-DEC582AAAAE2}" type="slidenum">
              <a:t>&lt;#&gt;</a:t>
            </a:fld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57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1725008A-4777-4A6A-9599-F8215EBEB6B9}" type="slidenum">
              <a:t>&lt;#&gt;</a:t>
            </a:fld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32B86E55-FB15-40AE-8C96-A2EB9E033F3E}" type="slidenum">
              <a:t>&lt;#&gt;</a:t>
            </a:fld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63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D912BA01-7DBC-4EAF-9A3C-FFCE57562E7A}" type="slidenum">
              <a:t>&lt;#&gt;</a:t>
            </a:fld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8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69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8878EF54-8AEA-4718-A72D-D1F3F717E85A}" type="slidenum">
              <a:t>&lt;#&gt;</a:t>
            </a:fld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1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5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76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35AA6C80-317D-4CD0-ADD6-01C55EC867F3}" type="slidenum">
              <a:t>&lt;#&gt;</a:t>
            </a:fld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3" name="PlaceHolder 2"/>
          <p:cNvSpPr>
            <a:spLocks noGrp="1"/>
          </p:cNvSpPr>
          <p:nvPr>
            <p:ph type="subTitle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5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subTitle"/>
          </p:nvPr>
        </p:nvSpPr>
        <p:spPr>
          <a:xfrm>
            <a:off x="2494440" y="2237400"/>
            <a:ext cx="7202520" cy="671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4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06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66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08" name="PlaceHolder 4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0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1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2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4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/>
          </p:nvPr>
        </p:nvSpPr>
        <p:spPr>
          <a:xfrm>
            <a:off x="86760" y="3578040"/>
            <a:ext cx="120182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/>
          </p:nvPr>
        </p:nvSpPr>
        <p:spPr>
          <a:xfrm>
            <a:off x="6245280" y="8676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/>
          </p:nvPr>
        </p:nvSpPr>
        <p:spPr>
          <a:xfrm>
            <a:off x="8676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0" name="PlaceHolder 5"/>
          <p:cNvSpPr>
            <a:spLocks noGrp="1"/>
          </p:cNvSpPr>
          <p:nvPr>
            <p:ph/>
          </p:nvPr>
        </p:nvSpPr>
        <p:spPr>
          <a:xfrm>
            <a:off x="6245280" y="3578040"/>
            <a:ext cx="586476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22" name="PlaceHolder 2"/>
          <p:cNvSpPr>
            <a:spLocks noGrp="1"/>
          </p:cNvSpPr>
          <p:nvPr>
            <p:ph/>
          </p:nvPr>
        </p:nvSpPr>
        <p:spPr>
          <a:xfrm>
            <a:off x="86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3" name="PlaceHolder 3"/>
          <p:cNvSpPr>
            <a:spLocks noGrp="1"/>
          </p:cNvSpPr>
          <p:nvPr>
            <p:ph/>
          </p:nvPr>
        </p:nvSpPr>
        <p:spPr>
          <a:xfrm>
            <a:off x="415044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4" name="PlaceHolder 4"/>
          <p:cNvSpPr>
            <a:spLocks noGrp="1"/>
          </p:cNvSpPr>
          <p:nvPr>
            <p:ph/>
          </p:nvPr>
        </p:nvSpPr>
        <p:spPr>
          <a:xfrm>
            <a:off x="8213760" y="8676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5" name="PlaceHolder 5"/>
          <p:cNvSpPr>
            <a:spLocks noGrp="1"/>
          </p:cNvSpPr>
          <p:nvPr>
            <p:ph/>
          </p:nvPr>
        </p:nvSpPr>
        <p:spPr>
          <a:xfrm>
            <a:off x="86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6" name="PlaceHolder 6"/>
          <p:cNvSpPr>
            <a:spLocks noGrp="1"/>
          </p:cNvSpPr>
          <p:nvPr>
            <p:ph/>
          </p:nvPr>
        </p:nvSpPr>
        <p:spPr>
          <a:xfrm>
            <a:off x="415044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27" name="PlaceHolder 7"/>
          <p:cNvSpPr>
            <a:spLocks noGrp="1"/>
          </p:cNvSpPr>
          <p:nvPr>
            <p:ph/>
          </p:nvPr>
        </p:nvSpPr>
        <p:spPr>
          <a:xfrm>
            <a:off x="8213760" y="3578040"/>
            <a:ext cx="3869640" cy="318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88.xml"/><Relationship Id="rId10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1.xml"/><Relationship Id="rId13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八邊形 6" hidden="1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橢圓​​ 8" hidden="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橢圓​​ 9" hidden="1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橢圓​​ 13" hidden="1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矩形 17" hidden="1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矩形 18" hidden="1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矩形 19" hidden="1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矩形 20" hidden="1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360000" rIns="90000" tIns="360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Times New Roman"/>
              </a:rPr>
              <a:t>在這裡插入影像或將影像拖放到這</a:t>
            </a:r>
            <a:r>
              <a:rPr b="0" i="1" lang="zh-TW" sz="1100" spc="-1" strike="noStrike">
                <a:solidFill>
                  <a:srgbClr val="000000"/>
                </a:solidFill>
                <a:latin typeface="Times New Roman"/>
              </a:rPr>
              <a:t>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2160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按一下以編輯母片標題</a:t>
            </a: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樣式</a:t>
            </a:r>
            <a:endParaRPr b="0" lang="en-US" sz="4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直線接點​​ 4"/>
          <p:cNvSpPr/>
          <p:nvPr/>
        </p:nvSpPr>
        <p:spPr>
          <a:xfrm>
            <a:off x="7777080" y="241200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065080" y="2587680"/>
            <a:ext cx="1343880" cy="70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ffffff"/>
                </a:solidFill>
                <a:latin typeface="Calibri Light"/>
              </a:rPr>
              <a:t>標誌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4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80" y="3517920"/>
            <a:ext cx="6011640" cy="1409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rIns="432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按一下以編輯 </a:t>
            </a:r>
            <a:br>
              <a:rPr sz="4200"/>
            </a:b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母片標題樣式</a:t>
            </a:r>
            <a:endParaRPr b="0" lang="en-US" sz="4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1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E6213E92-5907-43E7-BCCD-D7EE035C9C45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8" name="文字方塊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880" y="86760"/>
            <a:ext cx="6008760" cy="3430800"/>
          </a:xfrm>
          <a:prstGeom prst="rect">
            <a:avLst/>
          </a:prstGeom>
          <a:solidFill>
            <a:srgbClr val="262626"/>
          </a:solidFill>
          <a:ln w="0">
            <a:noFill/>
          </a:ln>
        </p:spPr>
        <p:txBody>
          <a:bodyPr lIns="0" rIns="90000" tIns="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d9d9d9"/>
                </a:solidFill>
                <a:latin typeface="Microsoft JhengHei UI"/>
                <a:ea typeface="Microsoft JhengHei UI"/>
              </a:rPr>
              <a:t>在這裡插入影像或將影像拖放到這</a:t>
            </a:r>
            <a:r>
              <a:rPr b="0" i="1" lang="zh-TW" sz="1100" spc="-1" strike="noStrike">
                <a:solidFill>
                  <a:srgbClr val="d9d9d9"/>
                </a:solidFill>
                <a:latin typeface="Microsoft JhengHei UI"/>
                <a:ea typeface="Microsoft JhengHei UI"/>
              </a:rPr>
              <a:t>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464160" y="1152000"/>
            <a:ext cx="5307480" cy="46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文字樣式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542880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80964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07640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34316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橢圓​​ 27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橢圓 28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橢圓​​ 29"/>
          <p:cNvSpPr/>
          <p:nvPr/>
        </p:nvSpPr>
        <p:spPr>
          <a:xfrm>
            <a:off x="763956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橢圓​​ 30"/>
          <p:cNvSpPr/>
          <p:nvPr/>
        </p:nvSpPr>
        <p:spPr>
          <a:xfrm>
            <a:off x="99338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橢圓​​ 8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一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下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以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母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片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標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ftr" idx="2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5E5120D-EBF7-43A2-A9A1-2E7221004C38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731484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960948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7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8" name="PlaceHolder 9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19" name="PlaceHolder 10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0" name="PlaceHolder 11"/>
          <p:cNvSpPr>
            <a:spLocks noGrp="1"/>
          </p:cNvSpPr>
          <p:nvPr>
            <p:ph type="body"/>
          </p:nvPr>
        </p:nvSpPr>
        <p:spPr>
          <a:xfrm>
            <a:off x="73148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4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1" name="PlaceHolder 12"/>
          <p:cNvSpPr>
            <a:spLocks noGrp="1"/>
          </p:cNvSpPr>
          <p:nvPr>
            <p:ph type="body"/>
          </p:nvPr>
        </p:nvSpPr>
        <p:spPr>
          <a:xfrm>
            <a:off x="96094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5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2" name="PlaceHolder 13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3" name="PlaceHolder 14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4" name="PlaceHolder 15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5" name="PlaceHolder 16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6" name="PlaceHolder 17"/>
          <p:cNvSpPr>
            <a:spLocks noGrp="1"/>
          </p:cNvSpPr>
          <p:nvPr>
            <p:ph type="body"/>
          </p:nvPr>
        </p:nvSpPr>
        <p:spPr>
          <a:xfrm>
            <a:off x="7967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7" name="PlaceHolder 18"/>
          <p:cNvSpPr>
            <a:spLocks noGrp="1"/>
          </p:cNvSpPr>
          <p:nvPr>
            <p:ph type="body"/>
          </p:nvPr>
        </p:nvSpPr>
        <p:spPr>
          <a:xfrm>
            <a:off x="102614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28" name="直線接點​​(S) 24"/>
          <p:cNvSpPr/>
          <p:nvPr/>
        </p:nvSpPr>
        <p:spPr>
          <a:xfrm>
            <a:off x="265896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直線接點 25"/>
          <p:cNvSpPr/>
          <p:nvPr/>
        </p:nvSpPr>
        <p:spPr>
          <a:xfrm>
            <a:off x="495324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0" name="直線接點​​(S) 26"/>
          <p:cNvSpPr/>
          <p:nvPr/>
        </p:nvSpPr>
        <p:spPr>
          <a:xfrm>
            <a:off x="724788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直線接點​​(S) 35"/>
          <p:cNvSpPr/>
          <p:nvPr/>
        </p:nvSpPr>
        <p:spPr>
          <a:xfrm>
            <a:off x="954252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9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0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1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2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3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4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" name="橢圓​​ 19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橢圓​​ 21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橢圓​​ 25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9" name="PlaceHolder 1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一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下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圖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示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以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新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增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圖</a:t>
            </a: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2" name="矩形 41"/>
          <p:cNvSpPr/>
          <p:nvPr/>
        </p:nvSpPr>
        <p:spPr>
          <a:xfrm>
            <a:off x="7632720" y="86760"/>
            <a:ext cx="447228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372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7632720" y="86760"/>
            <a:ext cx="4472280" cy="6478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ftr" idx="4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7" name="PlaceHolder 8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8" name="PlaceHolder 9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89" name="PlaceHolder 10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0" name="PlaceHolder 11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1" name="PlaceHolder 12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92" name="八邊形 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橢圓​​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橢圓​​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橢圓​​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" name="PlaceHolder 13"/>
          <p:cNvSpPr>
            <a:spLocks noGrp="1"/>
          </p:cNvSpPr>
          <p:nvPr>
            <p:ph type="sldNum" idx="5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3D34B32B-A805-4C40-BE4C-141C42C775D3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97" name="直線接點​​(S) 22"/>
          <p:cNvSpPr/>
          <p:nvPr/>
        </p:nvSpPr>
        <p:spPr>
          <a:xfrm>
            <a:off x="265896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" name="直線接點​​(S) 23"/>
          <p:cNvSpPr/>
          <p:nvPr/>
        </p:nvSpPr>
        <p:spPr>
          <a:xfrm>
            <a:off x="4953240" y="2052000"/>
            <a:ext cx="360" cy="14871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7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9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2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3" name="橢圓​​ 34"/>
          <p:cNvSpPr/>
          <p:nvPr/>
        </p:nvSpPr>
        <p:spPr>
          <a:xfrm>
            <a:off x="7066080" y="136656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4" name="橢圓​​ 32"/>
          <p:cNvSpPr/>
          <p:nvPr/>
        </p:nvSpPr>
        <p:spPr>
          <a:xfrm>
            <a:off x="7066080" y="293112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橢圓​​ 33"/>
          <p:cNvSpPr/>
          <p:nvPr/>
        </p:nvSpPr>
        <p:spPr>
          <a:xfrm>
            <a:off x="7066080" y="449604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6" name="矩形 41"/>
          <p:cNvSpPr/>
          <p:nvPr/>
        </p:nvSpPr>
        <p:spPr>
          <a:xfrm>
            <a:off x="97560" y="86760"/>
            <a:ext cx="620784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372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PlaceHolder 1"/>
          <p:cNvSpPr>
            <a:spLocks noGrp="1"/>
          </p:cNvSpPr>
          <p:nvPr>
            <p:ph type="body"/>
          </p:nvPr>
        </p:nvSpPr>
        <p:spPr>
          <a:xfrm>
            <a:off x="97560" y="496080"/>
            <a:ext cx="6207840" cy="6274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title"/>
          </p:nvPr>
        </p:nvSpPr>
        <p:spPr>
          <a:xfrm>
            <a:off x="7068600" y="432000"/>
            <a:ext cx="4703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6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8768160" y="358272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body"/>
          </p:nvPr>
        </p:nvSpPr>
        <p:spPr>
          <a:xfrm>
            <a:off x="8768160" y="514764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body"/>
          </p:nvPr>
        </p:nvSpPr>
        <p:spPr>
          <a:xfrm>
            <a:off x="8768160" y="136908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 type="body"/>
          </p:nvPr>
        </p:nvSpPr>
        <p:spPr>
          <a:xfrm>
            <a:off x="8768160" y="293364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4" name="PlaceHolder 8"/>
          <p:cNvSpPr>
            <a:spLocks noGrp="1"/>
          </p:cNvSpPr>
          <p:nvPr>
            <p:ph type="body"/>
          </p:nvPr>
        </p:nvSpPr>
        <p:spPr>
          <a:xfrm>
            <a:off x="8768160" y="449856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5" name="PlaceHolder 9"/>
          <p:cNvSpPr>
            <a:spLocks noGrp="1"/>
          </p:cNvSpPr>
          <p:nvPr>
            <p:ph type="body"/>
          </p:nvPr>
        </p:nvSpPr>
        <p:spPr>
          <a:xfrm>
            <a:off x="8768160" y="197496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56" name="八邊形 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橢圓​​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橢圓​​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橢圓​​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PlaceHolder 10"/>
          <p:cNvSpPr>
            <a:spLocks noGrp="1"/>
          </p:cNvSpPr>
          <p:nvPr>
            <p:ph type="sldNum" idx="7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B4072AA6-3FE7-47B3-878B-B5EEAA7A3AF8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261" name="群組 21"/>
          <p:cNvGrpSpPr/>
          <p:nvPr/>
        </p:nvGrpSpPr>
        <p:grpSpPr>
          <a:xfrm>
            <a:off x="1737360" y="2054160"/>
            <a:ext cx="3261240" cy="3252960"/>
            <a:chOff x="1737360" y="2054160"/>
            <a:chExt cx="3261240" cy="3252960"/>
          </a:xfrm>
        </p:grpSpPr>
        <p:sp>
          <p:nvSpPr>
            <p:cNvPr id="262" name="手繪多邊形：圖案 13"/>
            <p:cNvSpPr/>
            <p:nvPr/>
          </p:nvSpPr>
          <p:spPr>
            <a:xfrm rot="4308600">
              <a:off x="2464920" y="2678400"/>
              <a:ext cx="1980360" cy="2066040"/>
            </a:xfrm>
            <a:custGeom>
              <a:avLst/>
              <a:gdLst/>
              <a:ahLst/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3" name="手繪多邊形：圖案 26"/>
            <p:cNvSpPr/>
            <p:nvPr/>
          </p:nvSpPr>
          <p:spPr>
            <a:xfrm rot="13830600">
              <a:off x="2730960" y="5004720"/>
              <a:ext cx="346320" cy="205920"/>
            </a:xfrm>
            <a:custGeom>
              <a:avLst/>
              <a:gdLst/>
              <a:ahLst/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4" name="手繪多邊形：圖案 17"/>
            <p:cNvSpPr/>
            <p:nvPr/>
          </p:nvSpPr>
          <p:spPr>
            <a:xfrm rot="12430800">
              <a:off x="2802240" y="4740840"/>
              <a:ext cx="710280" cy="335160"/>
            </a:xfrm>
            <a:custGeom>
              <a:avLst/>
              <a:gdLst/>
              <a:ahLst/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5" name="手繪多邊形：圖案 19"/>
            <p:cNvSpPr/>
            <p:nvPr/>
          </p:nvSpPr>
          <p:spPr>
            <a:xfrm rot="4308600">
              <a:off x="2059200" y="2102400"/>
              <a:ext cx="1245960" cy="1579680"/>
            </a:xfrm>
            <a:custGeom>
              <a:avLst/>
              <a:gdLst/>
              <a:ahLst/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6" name="手繪多邊形：圖案 23"/>
            <p:cNvSpPr/>
            <p:nvPr/>
          </p:nvSpPr>
          <p:spPr>
            <a:xfrm rot="17193000">
              <a:off x="4647960" y="3873600"/>
              <a:ext cx="242640" cy="406080"/>
            </a:xfrm>
            <a:custGeom>
              <a:avLst/>
              <a:gdLst/>
              <a:ahLst/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7" name="手繪多邊形：圖案 30"/>
            <p:cNvSpPr/>
            <p:nvPr/>
          </p:nvSpPr>
          <p:spPr>
            <a:xfrm rot="17193000">
              <a:off x="4152240" y="3654360"/>
              <a:ext cx="692280" cy="510120"/>
            </a:xfrm>
            <a:custGeom>
              <a:avLst/>
              <a:gdLst/>
              <a:ahLst/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8" name="手繪多邊形：圖案 28"/>
            <p:cNvSpPr/>
            <p:nvPr/>
          </p:nvSpPr>
          <p:spPr>
            <a:xfrm rot="4308600">
              <a:off x="3831480" y="2441160"/>
              <a:ext cx="648360" cy="777240"/>
            </a:xfrm>
            <a:custGeom>
              <a:avLst/>
              <a:gdLst/>
              <a:ahLst/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69" name="PlaceHolder 11"/>
          <p:cNvSpPr>
            <a:spLocks noGrp="1"/>
          </p:cNvSpPr>
          <p:nvPr>
            <p:ph type="body"/>
          </p:nvPr>
        </p:nvSpPr>
        <p:spPr>
          <a:xfrm>
            <a:off x="7405920" y="483588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0" name="PlaceHolder 12"/>
          <p:cNvSpPr>
            <a:spLocks noGrp="1"/>
          </p:cNvSpPr>
          <p:nvPr>
            <p:ph type="body"/>
          </p:nvPr>
        </p:nvSpPr>
        <p:spPr>
          <a:xfrm>
            <a:off x="7405920" y="327132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1" name="PlaceHolder 13"/>
          <p:cNvSpPr>
            <a:spLocks noGrp="1"/>
          </p:cNvSpPr>
          <p:nvPr>
            <p:ph type="body"/>
          </p:nvPr>
        </p:nvSpPr>
        <p:spPr>
          <a:xfrm>
            <a:off x="7405920" y="170640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272" name="直線接點​​(S) 35"/>
          <p:cNvSpPr/>
          <p:nvPr/>
        </p:nvSpPr>
        <p:spPr>
          <a:xfrm flipH="1">
            <a:off x="8768160" y="2811960"/>
            <a:ext cx="2765520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直線接點​​(S) 36"/>
          <p:cNvSpPr/>
          <p:nvPr/>
        </p:nvSpPr>
        <p:spPr>
          <a:xfrm flipH="1">
            <a:off x="8768160" y="4406760"/>
            <a:ext cx="2765520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2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5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6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7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8" name="手繪多邊形：圖案 23"/>
          <p:cNvSpPr/>
          <p:nvPr/>
        </p:nvSpPr>
        <p:spPr>
          <a:xfrm rot="19260600">
            <a:off x="10216440" y="538920"/>
            <a:ext cx="466920" cy="34416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9" name="手繪多邊形：圖案 24"/>
          <p:cNvSpPr/>
          <p:nvPr/>
        </p:nvSpPr>
        <p:spPr>
          <a:xfrm rot="20377800">
            <a:off x="10677960" y="848880"/>
            <a:ext cx="316440" cy="2332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0" name="手繪多邊形：圖案 25"/>
          <p:cNvSpPr/>
          <p:nvPr/>
        </p:nvSpPr>
        <p:spPr>
          <a:xfrm rot="19260600">
            <a:off x="10717200" y="620640"/>
            <a:ext cx="250200" cy="18432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手繪多邊形：圖案 26"/>
          <p:cNvSpPr/>
          <p:nvPr/>
        </p:nvSpPr>
        <p:spPr>
          <a:xfrm rot="19810200">
            <a:off x="11064600" y="781200"/>
            <a:ext cx="216720" cy="1594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2" name="手繪多邊形：圖案 27"/>
          <p:cNvSpPr/>
          <p:nvPr/>
        </p:nvSpPr>
        <p:spPr>
          <a:xfrm rot="18277800">
            <a:off x="11152440" y="381960"/>
            <a:ext cx="216720" cy="1594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3" name="手繪多邊形：圖案 28"/>
          <p:cNvSpPr/>
          <p:nvPr/>
        </p:nvSpPr>
        <p:spPr>
          <a:xfrm rot="20761200">
            <a:off x="11545200" y="1030320"/>
            <a:ext cx="162000" cy="11916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手繪多邊形：圖案 29"/>
          <p:cNvSpPr/>
          <p:nvPr/>
        </p:nvSpPr>
        <p:spPr>
          <a:xfrm rot="17315400">
            <a:off x="11755800" y="247680"/>
            <a:ext cx="216720" cy="1594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手繪多邊形：圖案 30"/>
          <p:cNvSpPr/>
          <p:nvPr/>
        </p:nvSpPr>
        <p:spPr>
          <a:xfrm rot="20082000">
            <a:off x="11447640" y="631080"/>
            <a:ext cx="216720" cy="1594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手繪多邊形：圖案 31"/>
          <p:cNvSpPr/>
          <p:nvPr/>
        </p:nvSpPr>
        <p:spPr>
          <a:xfrm rot="19879800">
            <a:off x="11668680" y="824400"/>
            <a:ext cx="216720" cy="1594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7" name="手繪多邊形：圖案 32"/>
          <p:cNvSpPr/>
          <p:nvPr/>
        </p:nvSpPr>
        <p:spPr>
          <a:xfrm rot="328200">
            <a:off x="10094400" y="901080"/>
            <a:ext cx="579240" cy="606600"/>
          </a:xfrm>
          <a:custGeom>
            <a:avLst/>
            <a:gdLst/>
            <a:ahLst/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8" name="手繪多邊形：圖案 33"/>
          <p:cNvSpPr/>
          <p:nvPr/>
        </p:nvSpPr>
        <p:spPr>
          <a:xfrm>
            <a:off x="10871640" y="1202400"/>
            <a:ext cx="316440" cy="2332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9" name="手繪多邊形：圖案 34"/>
          <p:cNvSpPr/>
          <p:nvPr/>
        </p:nvSpPr>
        <p:spPr>
          <a:xfrm rot="20761200">
            <a:off x="11512440" y="1484640"/>
            <a:ext cx="162000" cy="11916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0" name="手繪多邊形：圖案 35"/>
          <p:cNvSpPr/>
          <p:nvPr/>
        </p:nvSpPr>
        <p:spPr>
          <a:xfrm rot="1160400">
            <a:off x="10291320" y="1613880"/>
            <a:ext cx="316440" cy="23328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1" name="手繪多邊形：圖案 36"/>
          <p:cNvSpPr/>
          <p:nvPr/>
        </p:nvSpPr>
        <p:spPr>
          <a:xfrm rot="802800">
            <a:off x="11585880" y="2015280"/>
            <a:ext cx="162000" cy="11916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32" name="群組 42"/>
          <p:cNvGrpSpPr/>
          <p:nvPr/>
        </p:nvGrpSpPr>
        <p:grpSpPr>
          <a:xfrm>
            <a:off x="3384000" y="1013760"/>
            <a:ext cx="7749720" cy="5100480"/>
            <a:chOff x="3384000" y="1013760"/>
            <a:chExt cx="7749720" cy="5100480"/>
          </a:xfrm>
        </p:grpSpPr>
        <p:sp>
          <p:nvSpPr>
            <p:cNvPr id="333" name="圓角矩形 15"/>
            <p:cNvSpPr/>
            <p:nvPr/>
          </p:nvSpPr>
          <p:spPr>
            <a:xfrm>
              <a:off x="3735720" y="1013760"/>
              <a:ext cx="7045200" cy="5024520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4" name="圓角矩形 15"/>
            <p:cNvSpPr/>
            <p:nvPr/>
          </p:nvSpPr>
          <p:spPr>
            <a:xfrm>
              <a:off x="3786840" y="1068840"/>
              <a:ext cx="6943320" cy="4969440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5" name="矩形：圓角 45"/>
            <p:cNvSpPr/>
            <p:nvPr/>
          </p:nvSpPr>
          <p:spPr>
            <a:xfrm rot="16200000">
              <a:off x="5067360" y="397440"/>
              <a:ext cx="4381920" cy="6335280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rgbClr val="e2dfcc">
                  <a:lumMod val="9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6" name="圓角矩形 15"/>
            <p:cNvSpPr/>
            <p:nvPr/>
          </p:nvSpPr>
          <p:spPr>
            <a:xfrm rot="10800000">
              <a:off x="3384000" y="5870880"/>
              <a:ext cx="7749720" cy="2386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7" name="圓角矩形 15"/>
            <p:cNvSpPr/>
            <p:nvPr/>
          </p:nvSpPr>
          <p:spPr>
            <a:xfrm>
              <a:off x="6414480" y="6070680"/>
              <a:ext cx="1688040" cy="4356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31372"/>
                  </a:srgbClr>
                </a:gs>
              </a:gsLst>
              <a:lin ang="1620000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8" name="橢圓​​ 48"/>
            <p:cNvSpPr/>
            <p:nvPr/>
          </p:nvSpPr>
          <p:spPr>
            <a:xfrm rot="16200000">
              <a:off x="7367040" y="1187640"/>
              <a:ext cx="46440" cy="46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9" name="橢圓​​ 49"/>
            <p:cNvSpPr/>
            <p:nvPr/>
          </p:nvSpPr>
          <p:spPr>
            <a:xfrm rot="16200000">
              <a:off x="7218720" y="1174680"/>
              <a:ext cx="79560" cy="79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0" name="橢圓​​ 50"/>
            <p:cNvSpPr/>
            <p:nvPr/>
          </p:nvSpPr>
          <p:spPr>
            <a:xfrm rot="16200000">
              <a:off x="7236720" y="1193040"/>
              <a:ext cx="43560" cy="43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dir="t" rig="threeP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341" name="PlaceHolder 1"/>
          <p:cNvSpPr>
            <a:spLocks noGrp="1"/>
          </p:cNvSpPr>
          <p:nvPr>
            <p:ph type="body"/>
          </p:nvPr>
        </p:nvSpPr>
        <p:spPr>
          <a:xfrm>
            <a:off x="432000" y="1152000"/>
            <a:ext cx="2951280" cy="21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您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可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以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在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這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裡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輸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入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強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調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文</a:t>
            </a: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字</a:t>
            </a:r>
            <a:endParaRPr b="0" lang="en-US" sz="2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ftr" idx="8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sldNum" idx="9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31E38D4-240D-4C95-9406-CBD842F43BDF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4092840" y="1376280"/>
            <a:ext cx="6333120" cy="4379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46" name="PlaceHolder 6"/>
          <p:cNvSpPr>
            <a:spLocks noGrp="1"/>
          </p:cNvSpPr>
          <p:nvPr>
            <p:ph type="body"/>
          </p:nvPr>
        </p:nvSpPr>
        <p:spPr>
          <a:xfrm>
            <a:off x="431640" y="3509640"/>
            <a:ext cx="2950920" cy="23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一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下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以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編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母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片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文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字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542880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</a:t>
            </a: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二</a:t>
            </a: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層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80964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三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07640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四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34316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五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4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5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6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7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8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89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0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1" name="矩形 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2" name="矩形 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3" name="矩形 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4" name="矩形 1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5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600876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0" rIns="90000" tIns="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在這裡插入影像或將影像拖放到這裡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title"/>
          </p:nvPr>
        </p:nvSpPr>
        <p:spPr>
          <a:xfrm>
            <a:off x="6095880" y="86760"/>
            <a:ext cx="6008760" cy="406800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432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按一下以</a:t>
            </a: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編輯 </a:t>
            </a:r>
            <a:br>
              <a:rPr sz="4200"/>
            </a:b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母片標題</a:t>
            </a: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樣式</a:t>
            </a:r>
            <a:endParaRPr b="0" lang="en-US" sz="4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1E08FA81-7DE0-47CD-B6A4-F0C462370328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98" name="文字方塊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6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7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8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9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0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1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2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3" name="橢圓​​ 17"/>
          <p:cNvSpPr/>
          <p:nvPr/>
        </p:nvSpPr>
        <p:spPr>
          <a:xfrm>
            <a:off x="82940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4" name="橢圓​​ 16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5" name="橢圓​​ 18"/>
          <p:cNvSpPr/>
          <p:nvPr/>
        </p:nvSpPr>
        <p:spPr>
          <a:xfrm>
            <a:off x="239868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ftr" idx="1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6106A78-42BC-4F87-80DD-7FEF61F963BB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207144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 type="body"/>
          </p:nvPr>
        </p:nvSpPr>
        <p:spPr>
          <a:xfrm>
            <a:off x="796968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項目符號描述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2" name="PlaceHolder 7"/>
          <p:cNvSpPr>
            <a:spLocks noGrp="1"/>
          </p:cNvSpPr>
          <p:nvPr>
            <p:ph type="body"/>
          </p:nvPr>
        </p:nvSpPr>
        <p:spPr>
          <a:xfrm>
            <a:off x="20714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3" name="PlaceHolder 8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4" name="PlaceHolder 9"/>
          <p:cNvSpPr>
            <a:spLocks noGrp="1"/>
          </p:cNvSpPr>
          <p:nvPr>
            <p:ph type="body"/>
          </p:nvPr>
        </p:nvSpPr>
        <p:spPr>
          <a:xfrm>
            <a:off x="79696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項目符號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4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5" name="PlaceHolder 10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6" name="PlaceHolder 11"/>
          <p:cNvSpPr>
            <a:spLocks noGrp="1"/>
          </p:cNvSpPr>
          <p:nvPr>
            <p:ph type="body"/>
          </p:nvPr>
        </p:nvSpPr>
        <p:spPr>
          <a:xfrm>
            <a:off x="27248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7" name="PlaceHolder 12"/>
          <p:cNvSpPr>
            <a:spLocks noGrp="1"/>
          </p:cNvSpPr>
          <p:nvPr>
            <p:ph type="body"/>
          </p:nvPr>
        </p:nvSpPr>
        <p:spPr>
          <a:xfrm>
            <a:off x="5672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8" name="PlaceHolder 13"/>
          <p:cNvSpPr>
            <a:spLocks noGrp="1"/>
          </p:cNvSpPr>
          <p:nvPr>
            <p:ph type="body"/>
          </p:nvPr>
        </p:nvSpPr>
        <p:spPr>
          <a:xfrm>
            <a:off x="86216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459" name="直線接點​​(S) 22"/>
          <p:cNvSpPr/>
          <p:nvPr/>
        </p:nvSpPr>
        <p:spPr>
          <a:xfrm>
            <a:off x="4626000" y="2033280"/>
            <a:ext cx="360" cy="148752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0" name="直線接點​​(S) 23"/>
          <p:cNvSpPr/>
          <p:nvPr/>
        </p:nvSpPr>
        <p:spPr>
          <a:xfrm>
            <a:off x="7575120" y="2033280"/>
            <a:ext cx="360" cy="148752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5" name="PlaceHolder 1"/>
          <p:cNvSpPr>
            <a:spLocks noGrp="1"/>
          </p:cNvSpPr>
          <p:nvPr>
            <p:ph type="body"/>
          </p:nvPr>
        </p:nvSpPr>
        <p:spPr>
          <a:xfrm>
            <a:off x="890640" y="1580040"/>
            <a:ext cx="4347720" cy="4347720"/>
          </a:xfrm>
          <a:prstGeom prst="rect">
            <a:avLst/>
          </a:prstGeom>
          <a:noFill/>
          <a:ln w="0">
            <a:solidFill>
              <a:srgbClr val="9acb39"/>
            </a:solidFill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1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b="0" lang="en-US" sz="2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4739400" y="1754640"/>
            <a:ext cx="3998160" cy="3998160"/>
          </a:xfrm>
          <a:prstGeom prst="rect">
            <a:avLst/>
          </a:prstGeom>
          <a:noFill/>
          <a:ln w="0">
            <a:solidFill>
              <a:srgbClr val="64c24a"/>
            </a:solidFill>
          </a:ln>
        </p:spPr>
        <p:txBody>
          <a:bodyPr lIns="0" rIns="0" tIns="0" bIns="0" anchor="ctr">
            <a:noAutofit/>
          </a:bodyPr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1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b="0" lang="en-US" sz="2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8238600" y="2193840"/>
            <a:ext cx="3119760" cy="3119760"/>
          </a:xfrm>
          <a:prstGeom prst="rect">
            <a:avLst/>
          </a:prstGeom>
          <a:noFill/>
          <a:ln w="0">
            <a:solidFill>
              <a:srgbClr val="297d53"/>
            </a:solidFill>
          </a:ln>
        </p:spPr>
        <p:txBody>
          <a:bodyPr lIns="0" rIns="0" tIns="0" bIns="0" anchor="ctr">
            <a:noAutofit/>
          </a:bodyPr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1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節標題</a:t>
            </a:r>
            <a:endParaRPr b="0" lang="en-US" sz="2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08" name="手繪多邊形：圖案 47"/>
          <p:cNvSpPr/>
          <p:nvPr/>
        </p:nvSpPr>
        <p:spPr>
          <a:xfrm>
            <a:off x="4740120" y="2772360"/>
            <a:ext cx="494640" cy="1963080"/>
          </a:xfrm>
          <a:custGeom>
            <a:avLst/>
            <a:gdLst/>
            <a:ahLst/>
            <a:rect l="l" t="t" r="r" b="b"/>
            <a:pathLst>
              <a:path w="494967" h="1963434">
                <a:moveTo>
                  <a:pt x="258706" y="0"/>
                </a:moveTo>
                <a:lnTo>
                  <a:pt x="324121" y="135794"/>
                </a:lnTo>
                <a:cubicBezTo>
                  <a:pt x="434133" y="395891"/>
                  <a:pt x="494967" y="681854"/>
                  <a:pt x="494967" y="982025"/>
                </a:cubicBezTo>
                <a:cubicBezTo>
                  <a:pt x="494967" y="1282196"/>
                  <a:pt x="434133" y="1568159"/>
                  <a:pt x="324121" y="1828257"/>
                </a:cubicBezTo>
                <a:lnTo>
                  <a:pt x="259003" y="1963434"/>
                </a:lnTo>
                <a:lnTo>
                  <a:pt x="241238" y="1934192"/>
                </a:lnTo>
                <a:cubicBezTo>
                  <a:pt x="87390" y="1650983"/>
                  <a:pt x="0" y="1326433"/>
                  <a:pt x="0" y="981472"/>
                </a:cubicBezTo>
                <a:cubicBezTo>
                  <a:pt x="0" y="636511"/>
                  <a:pt x="87390" y="311961"/>
                  <a:pt x="241238" y="28753"/>
                </a:cubicBezTo>
                <a:close/>
              </a:path>
            </a:pathLst>
          </a:custGeom>
          <a:pattFill prst="ltUpDiag">
            <a:fgClr>
              <a:srgbClr val="9acb39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9" name="手繪多邊形：圖案 46"/>
          <p:cNvSpPr/>
          <p:nvPr/>
        </p:nvSpPr>
        <p:spPr>
          <a:xfrm>
            <a:off x="8245800" y="2864160"/>
            <a:ext cx="491400" cy="1779840"/>
          </a:xfrm>
          <a:custGeom>
            <a:avLst/>
            <a:gdLst/>
            <a:ahLst/>
            <a:rect l="l" t="t" r="r" b="b"/>
            <a:pathLst>
              <a:path w="491664" h="1780035">
                <a:moveTo>
                  <a:pt x="279162" y="0"/>
                </a:moveTo>
                <a:lnTo>
                  <a:pt x="334593" y="115068"/>
                </a:lnTo>
                <a:cubicBezTo>
                  <a:pt x="435735" y="354195"/>
                  <a:pt x="491664" y="617100"/>
                  <a:pt x="491664" y="893069"/>
                </a:cubicBezTo>
                <a:cubicBezTo>
                  <a:pt x="491664" y="1169038"/>
                  <a:pt x="435735" y="1431944"/>
                  <a:pt x="334593" y="1671070"/>
                </a:cubicBezTo>
                <a:lnTo>
                  <a:pt x="282102" y="1780035"/>
                </a:lnTo>
                <a:lnTo>
                  <a:pt x="265807" y="1758245"/>
                </a:lnTo>
                <a:cubicBezTo>
                  <a:pt x="97991" y="1509844"/>
                  <a:pt x="0" y="1210391"/>
                  <a:pt x="0" y="888052"/>
                </a:cubicBezTo>
                <a:cubicBezTo>
                  <a:pt x="0" y="565713"/>
                  <a:pt x="97991" y="266261"/>
                  <a:pt x="265807" y="17859"/>
                </a:cubicBezTo>
                <a:close/>
              </a:path>
            </a:pathLst>
          </a:custGeom>
          <a:pattFill prst="ltUpDiag">
            <a:fgClr>
              <a:srgbClr val="64c24a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0" name="手繪多邊形：圖案 15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/>
            <a:ah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1" name="手繪多邊形：圖案 16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/>
            <a:ah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2" name="手繪多邊形：圖案 19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/>
            <a:ahLst/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3" name="手繪多邊形：圖案 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/>
            <a:ahLst/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4" name="手繪多邊形：圖案 22"/>
          <p:cNvSpPr/>
          <p:nvPr/>
        </p:nvSpPr>
        <p:spPr>
          <a:xfrm rot="13336800">
            <a:off x="137520" y="5349240"/>
            <a:ext cx="648360" cy="777240"/>
          </a:xfrm>
          <a:custGeom>
            <a:avLst/>
            <a:gdLst/>
            <a:ah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5" name="手繪多邊形：圖案 23"/>
          <p:cNvSpPr/>
          <p:nvPr/>
        </p:nvSpPr>
        <p:spPr>
          <a:xfrm rot="5737800">
            <a:off x="101160" y="5961960"/>
            <a:ext cx="692280" cy="51012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6" name="手繪多邊形：圖案 24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7" name="PlaceHolder 4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8" name="PlaceHolder 5"/>
          <p:cNvSpPr>
            <a:spLocks noGrp="1"/>
          </p:cNvSpPr>
          <p:nvPr>
            <p:ph type="ftr" idx="1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19" name="PlaceHolder 6"/>
          <p:cNvSpPr>
            <a:spLocks noGrp="1"/>
          </p:cNvSpPr>
          <p:nvPr>
            <p:ph type="sldNum" idx="1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1FA88AE0-86FF-443C-AA34-62D8CAA2C881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20" name="手繪多邊形：圖案 28"/>
          <p:cNvSpPr/>
          <p:nvPr/>
        </p:nvSpPr>
        <p:spPr>
          <a:xfrm rot="3693000">
            <a:off x="271080" y="5040720"/>
            <a:ext cx="242640" cy="406080"/>
          </a:xfrm>
          <a:custGeom>
            <a:avLst/>
            <a:gdLst/>
            <a:ah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1" name="PlaceHolder 7"/>
          <p:cNvSpPr>
            <a:spLocks noGrp="1"/>
          </p:cNvSpPr>
          <p:nvPr>
            <p:ph type="body"/>
          </p:nvPr>
        </p:nvSpPr>
        <p:spPr>
          <a:xfrm>
            <a:off x="1364400" y="2505600"/>
            <a:ext cx="3374640" cy="88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1</a:t>
            </a:r>
            <a:endParaRPr b="0" lang="en-US" sz="8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2" name="PlaceHolder 8"/>
          <p:cNvSpPr>
            <a:spLocks noGrp="1"/>
          </p:cNvSpPr>
          <p:nvPr>
            <p:ph type="body"/>
          </p:nvPr>
        </p:nvSpPr>
        <p:spPr>
          <a:xfrm>
            <a:off x="5212800" y="2505600"/>
            <a:ext cx="3025080" cy="88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2</a:t>
            </a:r>
            <a:endParaRPr b="0" lang="en-US" sz="8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3" name="PlaceHolder 9"/>
          <p:cNvSpPr>
            <a:spLocks noGrp="1"/>
          </p:cNvSpPr>
          <p:nvPr>
            <p:ph type="body"/>
          </p:nvPr>
        </p:nvSpPr>
        <p:spPr>
          <a:xfrm>
            <a:off x="8737560" y="2490480"/>
            <a:ext cx="2090520" cy="9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66760" indent="-26676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3</a:t>
            </a:r>
            <a:endParaRPr b="0" lang="en-US" sz="80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4" name="PlaceHolder 10"/>
          <p:cNvSpPr>
            <a:spLocks noGrp="1"/>
          </p:cNvSpPr>
          <p:nvPr>
            <p:ph type="body"/>
          </p:nvPr>
        </p:nvSpPr>
        <p:spPr>
          <a:xfrm>
            <a:off x="1820160" y="4015440"/>
            <a:ext cx="248868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5" name="PlaceHolder 11"/>
          <p:cNvSpPr>
            <a:spLocks noGrp="1"/>
          </p:cNvSpPr>
          <p:nvPr>
            <p:ph type="body"/>
          </p:nvPr>
        </p:nvSpPr>
        <p:spPr>
          <a:xfrm>
            <a:off x="5481000" y="4015440"/>
            <a:ext cx="2488680" cy="101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26" name="PlaceHolder 12"/>
          <p:cNvSpPr>
            <a:spLocks noGrp="1"/>
          </p:cNvSpPr>
          <p:nvPr>
            <p:ph type="body"/>
          </p:nvPr>
        </p:nvSpPr>
        <p:spPr>
          <a:xfrm>
            <a:off x="8737560" y="4015440"/>
            <a:ext cx="2090520" cy="10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節描述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4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5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6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7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8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9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0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1" name="手繪多邊形：圖案 12"/>
          <p:cNvSpPr/>
          <p:nvPr/>
        </p:nvSpPr>
        <p:spPr>
          <a:xfrm rot="4308600">
            <a:off x="9605880" y="-345600"/>
            <a:ext cx="2706120" cy="2831760"/>
          </a:xfrm>
          <a:custGeom>
            <a:avLst/>
            <a:gdLst/>
            <a:ahLst/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ftr" idx="1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CDFC4D4-9BA7-4D34-BDFE-DBE0450F7DFE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75" name="直線接點​​ 13"/>
          <p:cNvSpPr/>
          <p:nvPr/>
        </p:nvSpPr>
        <p:spPr>
          <a:xfrm>
            <a:off x="6095880" y="1319400"/>
            <a:ext cx="360" cy="437004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6" name="直線接點​​ 14"/>
          <p:cNvSpPr/>
          <p:nvPr/>
        </p:nvSpPr>
        <p:spPr>
          <a:xfrm flipH="1">
            <a:off x="432000" y="3504600"/>
            <a:ext cx="11340000" cy="36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7" name="PlaceHolder 4"/>
          <p:cNvSpPr>
            <a:spLocks noGrp="1"/>
          </p:cNvSpPr>
          <p:nvPr>
            <p:ph type="body"/>
          </p:nvPr>
        </p:nvSpPr>
        <p:spPr>
          <a:xfrm>
            <a:off x="5112000" y="95112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78" name="PlaceHolder 5"/>
          <p:cNvSpPr>
            <a:spLocks noGrp="1"/>
          </p:cNvSpPr>
          <p:nvPr>
            <p:ph type="body"/>
          </p:nvPr>
        </p:nvSpPr>
        <p:spPr>
          <a:xfrm>
            <a:off x="5105880" y="585756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79" name="PlaceHolder 6"/>
          <p:cNvSpPr>
            <a:spLocks noGrp="1"/>
          </p:cNvSpPr>
          <p:nvPr>
            <p:ph type="body"/>
          </p:nvPr>
        </p:nvSpPr>
        <p:spPr>
          <a:xfrm>
            <a:off x="43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580" name="PlaceHolder 7"/>
          <p:cNvSpPr>
            <a:spLocks noGrp="1"/>
          </p:cNvSpPr>
          <p:nvPr>
            <p:ph type="body"/>
          </p:nvPr>
        </p:nvSpPr>
        <p:spPr>
          <a:xfrm>
            <a:off x="979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四分色方塊標題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744480" y="2463840"/>
            <a:ext cx="3725640" cy="331416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rIns="180000" tIns="180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542880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80964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07640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34316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ftr" idx="1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628" name="PlaceHolder 4"/>
          <p:cNvSpPr>
            <a:spLocks noGrp="1"/>
          </p:cNvSpPr>
          <p:nvPr>
            <p:ph type="sldNum" idx="1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33870D51-E0AB-40AA-BB30-5E9AD4B4A242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629" name="PlaceHolder 5"/>
          <p:cNvSpPr>
            <a:spLocks noGrp="1"/>
          </p:cNvSpPr>
          <p:nvPr>
            <p:ph type="body"/>
          </p:nvPr>
        </p:nvSpPr>
        <p:spPr>
          <a:xfrm>
            <a:off x="4614120" y="2463840"/>
            <a:ext cx="3726000" cy="3313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rIns="180000" tIns="180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542880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80964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07640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34316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0" name="PlaceHolder 6"/>
          <p:cNvSpPr>
            <a:spLocks noGrp="1"/>
          </p:cNvSpPr>
          <p:nvPr>
            <p:ph type="body"/>
          </p:nvPr>
        </p:nvSpPr>
        <p:spPr>
          <a:xfrm>
            <a:off x="8484120" y="2463840"/>
            <a:ext cx="2963160" cy="33138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180000" rIns="180000" tIns="180000" bIns="0" anchor="t">
            <a:noAutofit/>
          </a:bodyPr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按一下以編輯母片文字樣式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542880" indent="-27612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第二層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80964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第三層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07640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第四層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1343160" indent="-26676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第五層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1" name="PlaceHolder 7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2" name="PlaceHolder 8"/>
          <p:cNvSpPr>
            <a:spLocks noGrp="1"/>
          </p:cNvSpPr>
          <p:nvPr>
            <p:ph type="body"/>
          </p:nvPr>
        </p:nvSpPr>
        <p:spPr>
          <a:xfrm>
            <a:off x="744120" y="1647360"/>
            <a:ext cx="2975040" cy="647640"/>
          </a:xfrm>
          <a:prstGeom prst="rect">
            <a:avLst/>
          </a:prstGeom>
          <a:noFill/>
          <a:ln w="0">
            <a:solidFill>
              <a:srgbClr val="9acb39"/>
            </a:solidFill>
          </a:ln>
        </p:spPr>
        <p:txBody>
          <a:bodyPr lIns="0" rIns="0" tIns="10800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b="0" lang="en-US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1 </a:t>
            </a: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3" name="PlaceHolder 9"/>
          <p:cNvSpPr>
            <a:spLocks noGrp="1"/>
          </p:cNvSpPr>
          <p:nvPr>
            <p:ph type="body"/>
          </p:nvPr>
        </p:nvSpPr>
        <p:spPr>
          <a:xfrm>
            <a:off x="4608360" y="1647000"/>
            <a:ext cx="2975040" cy="647640"/>
          </a:xfrm>
          <a:prstGeom prst="rect">
            <a:avLst/>
          </a:prstGeom>
          <a:noFill/>
          <a:ln w="0">
            <a:solidFill>
              <a:srgbClr val="64c24a"/>
            </a:solidFill>
          </a:ln>
        </p:spPr>
        <p:txBody>
          <a:bodyPr lIns="0" rIns="0" tIns="10800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b="0" lang="en-US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2 </a:t>
            </a: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634" name="PlaceHolder 10"/>
          <p:cNvSpPr>
            <a:spLocks noGrp="1"/>
          </p:cNvSpPr>
          <p:nvPr>
            <p:ph type="body"/>
          </p:nvPr>
        </p:nvSpPr>
        <p:spPr>
          <a:xfrm>
            <a:off x="8484120" y="1647360"/>
            <a:ext cx="2975040" cy="647640"/>
          </a:xfrm>
          <a:prstGeom prst="rect">
            <a:avLst/>
          </a:prstGeom>
          <a:noFill/>
          <a:ln w="0">
            <a:solidFill>
              <a:srgbClr val="297d53"/>
            </a:solidFill>
          </a:ln>
        </p:spPr>
        <p:txBody>
          <a:bodyPr lIns="0" rIns="0" tIns="10800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節 </a:t>
            </a:r>
            <a:r>
              <a:rPr b="0" lang="en-US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3 </a:t>
            </a:r>
            <a:r>
              <a:rPr b="0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2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3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4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5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6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7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8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9" name="手繪多邊形：圖案 28"/>
          <p:cNvSpPr/>
          <p:nvPr/>
        </p:nvSpPr>
        <p:spPr>
          <a:xfrm rot="4308600">
            <a:off x="8139240" y="-52560"/>
            <a:ext cx="648360" cy="777240"/>
          </a:xfrm>
          <a:custGeom>
            <a:avLst/>
            <a:gdLst/>
            <a:ah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0" name="手繪多邊形：圖案 26"/>
          <p:cNvSpPr/>
          <p:nvPr/>
        </p:nvSpPr>
        <p:spPr>
          <a:xfrm rot="4308600">
            <a:off x="8878680" y="-532440"/>
            <a:ext cx="3570840" cy="3736800"/>
          </a:xfrm>
          <a:custGeom>
            <a:avLst/>
            <a:gdLst/>
            <a:ahLst/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ftr" idx="19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A196DBBB-0264-4169-B1DF-7CFAFAD0BB99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684" name="手繪多邊形：圖案 13"/>
          <p:cNvSpPr/>
          <p:nvPr/>
        </p:nvSpPr>
        <p:spPr>
          <a:xfrm rot="4308600">
            <a:off x="9191520" y="1651680"/>
            <a:ext cx="1980360" cy="2066040"/>
          </a:xfrm>
          <a:custGeom>
            <a:avLst/>
            <a:gdLst/>
            <a:ah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5" name="手繪多邊形：圖案 18"/>
          <p:cNvSpPr/>
          <p:nvPr/>
        </p:nvSpPr>
        <p:spPr>
          <a:xfrm rot="13830600">
            <a:off x="9457200" y="3978000"/>
            <a:ext cx="346320" cy="205920"/>
          </a:xfrm>
          <a:custGeom>
            <a:avLst/>
            <a:gdLst/>
            <a:ahLst/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6" name="手繪多邊形：圖案 17"/>
          <p:cNvSpPr/>
          <p:nvPr/>
        </p:nvSpPr>
        <p:spPr>
          <a:xfrm rot="12430800">
            <a:off x="9528840" y="3714120"/>
            <a:ext cx="710280" cy="335160"/>
          </a:xfrm>
          <a:custGeom>
            <a:avLst/>
            <a:gdLst/>
            <a:ahLst/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7" name="手繪多邊形：圖案 19"/>
          <p:cNvSpPr/>
          <p:nvPr/>
        </p:nvSpPr>
        <p:spPr>
          <a:xfrm rot="4308600">
            <a:off x="8785800" y="1075680"/>
            <a:ext cx="1245960" cy="1579680"/>
          </a:xfrm>
          <a:custGeom>
            <a:avLst/>
            <a:gdLst/>
            <a:ahLst/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8" name="手繪多邊形：圖案 23"/>
          <p:cNvSpPr/>
          <p:nvPr/>
        </p:nvSpPr>
        <p:spPr>
          <a:xfrm rot="17193000">
            <a:off x="11374560" y="2846520"/>
            <a:ext cx="242640" cy="406080"/>
          </a:xfrm>
          <a:custGeom>
            <a:avLst/>
            <a:gdLst/>
            <a:ah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9" name="手繪多邊形：圖案 22"/>
          <p:cNvSpPr/>
          <p:nvPr/>
        </p:nvSpPr>
        <p:spPr>
          <a:xfrm rot="17193000">
            <a:off x="10878840" y="2627640"/>
            <a:ext cx="692280" cy="51012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0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8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9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0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1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2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3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4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ftr" idx="2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2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9971878-B1BF-4F48-A5AF-9B23D88DEEA7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副標題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39" name="直線箭號接點 14"/>
          <p:cNvSpPr/>
          <p:nvPr/>
        </p:nvSpPr>
        <p:spPr>
          <a:xfrm>
            <a:off x="431640" y="3866760"/>
            <a:ext cx="11339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ffff">
                <a:lumMod val="75000"/>
              </a:srgbClr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0" name="PlaceHolder 5"/>
          <p:cNvSpPr>
            <a:spLocks noGrp="1"/>
          </p:cNvSpPr>
          <p:nvPr>
            <p:ph type="body"/>
          </p:nvPr>
        </p:nvSpPr>
        <p:spPr>
          <a:xfrm>
            <a:off x="41292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年份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1" name="PlaceHolder 6"/>
          <p:cNvSpPr>
            <a:spLocks noGrp="1"/>
          </p:cNvSpPr>
          <p:nvPr>
            <p:ph type="body"/>
          </p:nvPr>
        </p:nvSpPr>
        <p:spPr>
          <a:xfrm>
            <a:off x="4316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2" name="PlaceHolder 7"/>
          <p:cNvSpPr>
            <a:spLocks noGrp="1"/>
          </p:cNvSpPr>
          <p:nvPr>
            <p:ph type="body"/>
          </p:nvPr>
        </p:nvSpPr>
        <p:spPr>
          <a:xfrm>
            <a:off x="903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3" name="PlaceHolder 8"/>
          <p:cNvSpPr>
            <a:spLocks noGrp="1"/>
          </p:cNvSpPr>
          <p:nvPr>
            <p:ph type="body"/>
          </p:nvPr>
        </p:nvSpPr>
        <p:spPr>
          <a:xfrm>
            <a:off x="1375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4" name="PlaceHolder 9"/>
          <p:cNvSpPr>
            <a:spLocks noGrp="1"/>
          </p:cNvSpPr>
          <p:nvPr>
            <p:ph type="body"/>
          </p:nvPr>
        </p:nvSpPr>
        <p:spPr>
          <a:xfrm>
            <a:off x="1847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5" name="PlaceHolder 10"/>
          <p:cNvSpPr>
            <a:spLocks noGrp="1"/>
          </p:cNvSpPr>
          <p:nvPr>
            <p:ph type="body"/>
          </p:nvPr>
        </p:nvSpPr>
        <p:spPr>
          <a:xfrm>
            <a:off x="607716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4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年份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6" name="PlaceHolder 11"/>
          <p:cNvSpPr>
            <a:spLocks noGrp="1"/>
          </p:cNvSpPr>
          <p:nvPr>
            <p:ph type="body"/>
          </p:nvPr>
        </p:nvSpPr>
        <p:spPr>
          <a:xfrm>
            <a:off x="2319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7" name="PlaceHolder 12"/>
          <p:cNvSpPr>
            <a:spLocks noGrp="1"/>
          </p:cNvSpPr>
          <p:nvPr>
            <p:ph type="body"/>
          </p:nvPr>
        </p:nvSpPr>
        <p:spPr>
          <a:xfrm>
            <a:off x="27918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8" name="PlaceHolder 13"/>
          <p:cNvSpPr>
            <a:spLocks noGrp="1"/>
          </p:cNvSpPr>
          <p:nvPr>
            <p:ph type="body"/>
          </p:nvPr>
        </p:nvSpPr>
        <p:spPr>
          <a:xfrm>
            <a:off x="32637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49" name="PlaceHolder 14"/>
          <p:cNvSpPr>
            <a:spLocks noGrp="1"/>
          </p:cNvSpPr>
          <p:nvPr>
            <p:ph type="body"/>
          </p:nvPr>
        </p:nvSpPr>
        <p:spPr>
          <a:xfrm>
            <a:off x="4680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0" name="PlaceHolder 15"/>
          <p:cNvSpPr>
            <a:spLocks noGrp="1"/>
          </p:cNvSpPr>
          <p:nvPr>
            <p:ph type="body"/>
          </p:nvPr>
        </p:nvSpPr>
        <p:spPr>
          <a:xfrm>
            <a:off x="3736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1" name="PlaceHolder 16"/>
          <p:cNvSpPr>
            <a:spLocks noGrp="1"/>
          </p:cNvSpPr>
          <p:nvPr>
            <p:ph type="body"/>
          </p:nvPr>
        </p:nvSpPr>
        <p:spPr>
          <a:xfrm>
            <a:off x="4208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2" name="PlaceHolder 17"/>
          <p:cNvSpPr>
            <a:spLocks noGrp="1"/>
          </p:cNvSpPr>
          <p:nvPr>
            <p:ph type="body"/>
          </p:nvPr>
        </p:nvSpPr>
        <p:spPr>
          <a:xfrm>
            <a:off x="5151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3" name="PlaceHolder 18"/>
          <p:cNvSpPr>
            <a:spLocks noGrp="1"/>
          </p:cNvSpPr>
          <p:nvPr>
            <p:ph type="body"/>
          </p:nvPr>
        </p:nvSpPr>
        <p:spPr>
          <a:xfrm>
            <a:off x="5623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4" name="PlaceHolder 19"/>
          <p:cNvSpPr>
            <a:spLocks noGrp="1"/>
          </p:cNvSpPr>
          <p:nvPr>
            <p:ph type="body"/>
          </p:nvPr>
        </p:nvSpPr>
        <p:spPr>
          <a:xfrm>
            <a:off x="6095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5" name="PlaceHolder 20"/>
          <p:cNvSpPr>
            <a:spLocks noGrp="1"/>
          </p:cNvSpPr>
          <p:nvPr>
            <p:ph type="body"/>
          </p:nvPr>
        </p:nvSpPr>
        <p:spPr>
          <a:xfrm>
            <a:off x="6567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6" name="PlaceHolder 21"/>
          <p:cNvSpPr>
            <a:spLocks noGrp="1"/>
          </p:cNvSpPr>
          <p:nvPr>
            <p:ph type="body"/>
          </p:nvPr>
        </p:nvSpPr>
        <p:spPr>
          <a:xfrm>
            <a:off x="7040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7" name="PlaceHolder 22"/>
          <p:cNvSpPr>
            <a:spLocks noGrp="1"/>
          </p:cNvSpPr>
          <p:nvPr>
            <p:ph type="body"/>
          </p:nvPr>
        </p:nvSpPr>
        <p:spPr>
          <a:xfrm>
            <a:off x="75121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8" name="PlaceHolder 23"/>
          <p:cNvSpPr>
            <a:spLocks noGrp="1"/>
          </p:cNvSpPr>
          <p:nvPr>
            <p:ph type="body"/>
          </p:nvPr>
        </p:nvSpPr>
        <p:spPr>
          <a:xfrm>
            <a:off x="7984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59" name="PlaceHolder 24"/>
          <p:cNvSpPr>
            <a:spLocks noGrp="1"/>
          </p:cNvSpPr>
          <p:nvPr>
            <p:ph type="body"/>
          </p:nvPr>
        </p:nvSpPr>
        <p:spPr>
          <a:xfrm>
            <a:off x="8456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0" name="PlaceHolder 25"/>
          <p:cNvSpPr>
            <a:spLocks noGrp="1"/>
          </p:cNvSpPr>
          <p:nvPr>
            <p:ph type="body"/>
          </p:nvPr>
        </p:nvSpPr>
        <p:spPr>
          <a:xfrm>
            <a:off x="8928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1" name="PlaceHolder 26"/>
          <p:cNvSpPr>
            <a:spLocks noGrp="1"/>
          </p:cNvSpPr>
          <p:nvPr>
            <p:ph type="body"/>
          </p:nvPr>
        </p:nvSpPr>
        <p:spPr>
          <a:xfrm>
            <a:off x="103442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2" name="PlaceHolder 27"/>
          <p:cNvSpPr>
            <a:spLocks noGrp="1"/>
          </p:cNvSpPr>
          <p:nvPr>
            <p:ph type="body"/>
          </p:nvPr>
        </p:nvSpPr>
        <p:spPr>
          <a:xfrm>
            <a:off x="9399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3" name="PlaceHolder 28"/>
          <p:cNvSpPr>
            <a:spLocks noGrp="1"/>
          </p:cNvSpPr>
          <p:nvPr>
            <p:ph type="body"/>
          </p:nvPr>
        </p:nvSpPr>
        <p:spPr>
          <a:xfrm>
            <a:off x="98722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4" name="PlaceHolder 29"/>
          <p:cNvSpPr>
            <a:spLocks noGrp="1"/>
          </p:cNvSpPr>
          <p:nvPr>
            <p:ph type="body"/>
          </p:nvPr>
        </p:nvSpPr>
        <p:spPr>
          <a:xfrm>
            <a:off x="108162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5" name="PlaceHolder 30"/>
          <p:cNvSpPr>
            <a:spLocks noGrp="1"/>
          </p:cNvSpPr>
          <p:nvPr>
            <p:ph type="body"/>
          </p:nvPr>
        </p:nvSpPr>
        <p:spPr>
          <a:xfrm>
            <a:off x="11288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08080"/>
                </a:solidFill>
                <a:latin typeface="Microsoft JhengHei UI"/>
                <a:ea typeface="Microsoft JhengHei UI"/>
              </a:rPr>
              <a:t>MM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6" name="PlaceHolder 31"/>
          <p:cNvSpPr>
            <a:spLocks noGrp="1"/>
          </p:cNvSpPr>
          <p:nvPr>
            <p:ph type="body"/>
          </p:nvPr>
        </p:nvSpPr>
        <p:spPr>
          <a:xfrm>
            <a:off x="5361120" y="2190600"/>
            <a:ext cx="1793520" cy="561600"/>
          </a:xfrm>
          <a:prstGeom prst="rect">
            <a:avLst/>
          </a:prstGeom>
          <a:noFill/>
          <a:ln w="0">
            <a:noFill/>
          </a:ln>
        </p:spPr>
        <p:txBody>
          <a:bodyPr lIns="0" rIns="0" tIns="3600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影像標題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767" name="PlaceHolder 32"/>
          <p:cNvSpPr>
            <a:spLocks noGrp="1"/>
          </p:cNvSpPr>
          <p:nvPr>
            <p:ph type="body"/>
          </p:nvPr>
        </p:nvSpPr>
        <p:spPr>
          <a:xfrm>
            <a:off x="5395680" y="2531160"/>
            <a:ext cx="1724040" cy="1854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月份，年份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5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6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7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8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9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0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1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按一下以編輯母片標題樣式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 type="ftr" idx="2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2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FDDD52E6-FB9C-4FD8-BD86-52C2D146E023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1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請按這裡編輯大綱文字格式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第二個大綱層次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第三個大綱層次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第四個大綱層次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第五個大綱層次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第六個大綱層次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第七個大綱層次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3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4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5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6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7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8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9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 type="ftr" idx="2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2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7D5996EC-BCE7-4AF9-BC3F-55AF80477D47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63" name="PlaceHolder 4"/>
          <p:cNvSpPr>
            <a:spLocks noGrp="1"/>
          </p:cNvSpPr>
          <p:nvPr>
            <p:ph type="body"/>
          </p:nvPr>
        </p:nvSpPr>
        <p:spPr>
          <a:xfrm>
            <a:off x="234000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4" name="PlaceHolder 5"/>
          <p:cNvSpPr>
            <a:spLocks noGrp="1"/>
          </p:cNvSpPr>
          <p:nvPr>
            <p:ph type="body"/>
          </p:nvPr>
        </p:nvSpPr>
        <p:spPr>
          <a:xfrm>
            <a:off x="424836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</a:t>
            </a: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5" name="PlaceHolder 6"/>
          <p:cNvSpPr>
            <a:spLocks noGrp="1"/>
          </p:cNvSpPr>
          <p:nvPr>
            <p:ph type="body"/>
          </p:nvPr>
        </p:nvSpPr>
        <p:spPr>
          <a:xfrm>
            <a:off x="615672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6" name="PlaceHolder 7"/>
          <p:cNvSpPr>
            <a:spLocks noGrp="1"/>
          </p:cNvSpPr>
          <p:nvPr>
            <p:ph type="body"/>
          </p:nvPr>
        </p:nvSpPr>
        <p:spPr>
          <a:xfrm>
            <a:off x="806508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7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</a:t>
            </a: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8" name="PlaceHolder 9"/>
          <p:cNvSpPr>
            <a:spLocks noGrp="1"/>
          </p:cNvSpPr>
          <p:nvPr>
            <p:ph type="body"/>
          </p:nvPr>
        </p:nvSpPr>
        <p:spPr>
          <a:xfrm>
            <a:off x="234000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69" name="PlaceHolder 10"/>
          <p:cNvSpPr>
            <a:spLocks noGrp="1"/>
          </p:cNvSpPr>
          <p:nvPr>
            <p:ph type="body"/>
          </p:nvPr>
        </p:nvSpPr>
        <p:spPr>
          <a:xfrm>
            <a:off x="424836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0" name="PlaceHolder 11"/>
          <p:cNvSpPr>
            <a:spLocks noGrp="1"/>
          </p:cNvSpPr>
          <p:nvPr>
            <p:ph type="body"/>
          </p:nvPr>
        </p:nvSpPr>
        <p:spPr>
          <a:xfrm>
            <a:off x="615672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1" name="PlaceHolder 12"/>
          <p:cNvSpPr>
            <a:spLocks noGrp="1"/>
          </p:cNvSpPr>
          <p:nvPr>
            <p:ph type="body"/>
          </p:nvPr>
        </p:nvSpPr>
        <p:spPr>
          <a:xfrm>
            <a:off x="806508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2" name="PlaceHolder 13"/>
          <p:cNvSpPr>
            <a:spLocks noGrp="1"/>
          </p:cNvSpPr>
          <p:nvPr>
            <p:ph type="body"/>
          </p:nvPr>
        </p:nvSpPr>
        <p:spPr>
          <a:xfrm>
            <a:off x="4316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3" name="PlaceHolder 14"/>
          <p:cNvSpPr>
            <a:spLocks noGrp="1"/>
          </p:cNvSpPr>
          <p:nvPr>
            <p:ph type="body"/>
          </p:nvPr>
        </p:nvSpPr>
        <p:spPr>
          <a:xfrm>
            <a:off x="71712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一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下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圖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示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以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新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增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圖</a:t>
            </a: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4" name="PlaceHolder 15"/>
          <p:cNvSpPr>
            <a:spLocks noGrp="1"/>
          </p:cNvSpPr>
          <p:nvPr>
            <p:ph type="body"/>
          </p:nvPr>
        </p:nvSpPr>
        <p:spPr>
          <a:xfrm>
            <a:off x="262548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5" name="PlaceHolder 16"/>
          <p:cNvSpPr>
            <a:spLocks noGrp="1"/>
          </p:cNvSpPr>
          <p:nvPr>
            <p:ph type="body"/>
          </p:nvPr>
        </p:nvSpPr>
        <p:spPr>
          <a:xfrm>
            <a:off x="453384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6" name="PlaceHolder 17"/>
          <p:cNvSpPr>
            <a:spLocks noGrp="1"/>
          </p:cNvSpPr>
          <p:nvPr>
            <p:ph type="body"/>
          </p:nvPr>
        </p:nvSpPr>
        <p:spPr>
          <a:xfrm>
            <a:off x="644220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7" name="PlaceHolder 18"/>
          <p:cNvSpPr>
            <a:spLocks noGrp="1"/>
          </p:cNvSpPr>
          <p:nvPr>
            <p:ph type="body"/>
          </p:nvPr>
        </p:nvSpPr>
        <p:spPr>
          <a:xfrm>
            <a:off x="835020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8" name="PlaceHolder 19"/>
          <p:cNvSpPr>
            <a:spLocks noGrp="1"/>
          </p:cNvSpPr>
          <p:nvPr>
            <p:ph type="body"/>
          </p:nvPr>
        </p:nvSpPr>
        <p:spPr>
          <a:xfrm>
            <a:off x="10258560" y="2160720"/>
            <a:ext cx="1229040" cy="1229040"/>
          </a:xfrm>
          <a:prstGeom prst="rect">
            <a:avLst/>
          </a:prstGeom>
          <a:solidFill>
            <a:srgbClr val="f2f2f2"/>
          </a:solidFill>
          <a:ln w="3240">
            <a:solidFill>
              <a:srgbClr val="bfbfbf"/>
            </a:solidFill>
            <a:round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000000"/>
                </a:solidFill>
                <a:latin typeface="Calibri Light"/>
              </a:rPr>
              <a:t>按一下圖示以新增圖片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79" name="PlaceHolder 20"/>
          <p:cNvSpPr>
            <a:spLocks noGrp="1"/>
          </p:cNvSpPr>
          <p:nvPr>
            <p:ph type="body"/>
          </p:nvPr>
        </p:nvSpPr>
        <p:spPr>
          <a:xfrm>
            <a:off x="9973440" y="3925800"/>
            <a:ext cx="1799640" cy="5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Rockwell"/>
                <a:ea typeface="Microsoft JhengHei UI"/>
              </a:rPr>
              <a:t>全名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0" name="PlaceHolder 21"/>
          <p:cNvSpPr>
            <a:spLocks noGrp="1"/>
          </p:cNvSpPr>
          <p:nvPr>
            <p:ph type="body"/>
          </p:nvPr>
        </p:nvSpPr>
        <p:spPr>
          <a:xfrm>
            <a:off x="99734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職稱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881" name="直線接點​​(S) 27"/>
          <p:cNvSpPr/>
          <p:nvPr/>
        </p:nvSpPr>
        <p:spPr>
          <a:xfrm>
            <a:off x="228564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2" name="直線接點​​(S) 28"/>
          <p:cNvSpPr/>
          <p:nvPr/>
        </p:nvSpPr>
        <p:spPr>
          <a:xfrm>
            <a:off x="419400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3" name="直線接點​​(S) 29"/>
          <p:cNvSpPr/>
          <p:nvPr/>
        </p:nvSpPr>
        <p:spPr>
          <a:xfrm>
            <a:off x="610236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4" name="直線接點​​(S) 30"/>
          <p:cNvSpPr/>
          <p:nvPr/>
        </p:nvSpPr>
        <p:spPr>
          <a:xfrm>
            <a:off x="801072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5" name="直線接點​​(S) 31"/>
          <p:cNvSpPr/>
          <p:nvPr/>
        </p:nvSpPr>
        <p:spPr>
          <a:xfrm>
            <a:off x="9919080" y="2166120"/>
            <a:ext cx="360" cy="252540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八邊形 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3" name="橢圓​​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4" name="橢圓​​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5" name="橢圓​​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6" name="矩形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7" name="矩形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8" name="矩形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9" name="矩形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0" name="手繪多邊形：圖案 14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/>
            <a:ahLst/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1" name="手繪多邊形：圖案 13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/>
            <a:ahLst/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按一下以編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輯母片標題</a:t>
            </a: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樣式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33" name="PlaceHolder 2"/>
          <p:cNvSpPr>
            <a:spLocks noGrp="1"/>
          </p:cNvSpPr>
          <p:nvPr>
            <p:ph type="ftr" idx="2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707070"/>
                </a:solidFill>
                <a:latin typeface="Microsoft JhengHei UI"/>
                <a:ea typeface="Microsoft JhengHei UI"/>
              </a:rPr>
              <a:t>&lt;頁尾&gt;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2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rgbClr val="9acb39"/>
            </a:solidFill>
            <a:round/>
          </a:ln>
        </p:spPr>
        <p:txBody>
          <a:bodyPr lIns="0" rIns="0" tIns="0" bIns="0" anchor="ctr">
            <a:noAutofit/>
          </a:bodyPr>
          <a:lstStyle>
            <a:lvl1pPr algn="ctr">
              <a:lnSpc>
                <a:spcPct val="100000"/>
              </a:lnSpc>
              <a:buNone/>
              <a:def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0004C56A-9178-418D-B77D-F3C3B7AF3497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935" name="手繪多邊形：圖案 23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/>
            <a:ahLst/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6" name="手繪多邊形：圖案 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/>
            <a:ahLst/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7" name="手繪多邊形：圖案 24"/>
          <p:cNvSpPr/>
          <p:nvPr/>
        </p:nvSpPr>
        <p:spPr>
          <a:xfrm rot="13336800">
            <a:off x="10313280" y="1084320"/>
            <a:ext cx="648360" cy="777240"/>
          </a:xfrm>
          <a:custGeom>
            <a:avLst/>
            <a:gdLst/>
            <a:ahLst/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8" name="手繪多邊形：圖案 25"/>
          <p:cNvSpPr/>
          <p:nvPr/>
        </p:nvSpPr>
        <p:spPr>
          <a:xfrm rot="5737800">
            <a:off x="9844920" y="1032120"/>
            <a:ext cx="692280" cy="51012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9" name="手繪多邊形：圖案 29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/>
            <a:ahLst/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請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按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這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裡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編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輯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文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字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格</a:t>
            </a:r>
            <a:r>
              <a:rPr b="0" lang="zh-TW" sz="1800" spc="-1" strike="noStrike">
                <a:solidFill>
                  <a:srgbClr val="404040"/>
                </a:solidFill>
                <a:latin typeface="Microsoft JhengHei UI"/>
              </a:rPr>
              <a:t>式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二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三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四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14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1400" spc="-1" strike="noStrike">
              <a:solidFill>
                <a:srgbClr val="404040"/>
              </a:solidFill>
              <a:latin typeface="Microsoft JhengHei U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五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六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第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七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個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大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綱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層</a:t>
            </a:r>
            <a:r>
              <a:rPr b="0" lang="zh-TW" sz="2000" spc="-1" strike="noStrike">
                <a:solidFill>
                  <a:srgbClr val="404040"/>
                </a:solidFill>
                <a:latin typeface="Microsoft JhengHei UI"/>
              </a:rPr>
              <a:t>次</a:t>
            </a:r>
            <a:endParaRPr b="0" lang="en-US" sz="20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八邊形 6" hidden="1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8" name="橢圓​​ 8" hidden="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9" name="橢圓​​ 9" hidden="1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0" name="橢圓​​ 13" hidden="1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1" name="矩形 17" hidden="1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2" name="矩形 18" hidden="1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3" name="矩形 19" hidden="1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4" name="矩形 20" hidden="1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5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360000" rIns="90000" tIns="360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zh-TW" sz="1100" spc="-1" strike="noStrike">
                <a:solidFill>
                  <a:srgbClr val="000000"/>
                </a:solidFill>
                <a:latin typeface="Times New Roman"/>
              </a:rPr>
              <a:t>在這裡插入影像或將影像拖放到這裡</a:t>
            </a:r>
            <a:endParaRPr b="0" lang="en-US" sz="11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6" name="PlaceHolder 2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2160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66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感謝您</a:t>
            </a:r>
            <a:endParaRPr b="0" lang="en-US" sz="66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87" name="直線接點​​ 4"/>
          <p:cNvSpPr/>
          <p:nvPr/>
        </p:nvSpPr>
        <p:spPr>
          <a:xfrm>
            <a:off x="7777080" y="241200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8" name="PlaceHolder 3"/>
          <p:cNvSpPr>
            <a:spLocks noGrp="1"/>
          </p:cNvSpPr>
          <p:nvPr>
            <p:ph type="body"/>
          </p:nvPr>
        </p:nvSpPr>
        <p:spPr>
          <a:xfrm>
            <a:off x="2666880" y="4142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連絡人號碼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89" name="PlaceHolder 4"/>
          <p:cNvSpPr>
            <a:spLocks noGrp="1"/>
          </p:cNvSpPr>
          <p:nvPr>
            <p:ph type="body"/>
          </p:nvPr>
        </p:nvSpPr>
        <p:spPr>
          <a:xfrm>
            <a:off x="2666880" y="4448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電子郵件或社交媒體控制代碼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0" name="PlaceHolder 5"/>
          <p:cNvSpPr>
            <a:spLocks noGrp="1"/>
          </p:cNvSpPr>
          <p:nvPr>
            <p:ph type="body"/>
          </p:nvPr>
        </p:nvSpPr>
        <p:spPr>
          <a:xfrm>
            <a:off x="8065080" y="2587680"/>
            <a:ext cx="1343880" cy="70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ffffff"/>
                </a:solidFill>
                <a:latin typeface="Calibri Light"/>
              </a:rPr>
              <a:t>標誌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991" name="PlaceHolder 6"/>
          <p:cNvSpPr>
            <a:spLocks noGrp="1"/>
          </p:cNvSpPr>
          <p:nvPr>
            <p:ph type="body"/>
          </p:nvPr>
        </p:nvSpPr>
        <p:spPr>
          <a:xfrm>
            <a:off x="2666880" y="475380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網</a:t>
            </a: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站</a:t>
            </a: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位</a:t>
            </a:r>
            <a:r>
              <a:rPr b="0" lang="zh-TW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址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5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49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hyperlink" Target="http://www.fabrikcam.com/" TargetMode="External"/><Relationship Id="rId7" Type="http://schemas.openxmlformats.org/officeDocument/2006/relationships/image" Target="../media/image23.png"/><Relationship Id="rId8" Type="http://schemas.openxmlformats.org/officeDocument/2006/relationships/slideLayout" Target="../slideLayouts/slideLayout193.xml"/><Relationship Id="rId9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圖片版面配置區 43" descr="花束卡通插畫&#10;"/>
          <p:cNvPicPr/>
          <p:nvPr/>
        </p:nvPicPr>
        <p:blipFill>
          <a:blip r:embed="rId1"/>
          <a:srcRect l="12" t="0" r="12" b="0"/>
          <a:stretch/>
        </p:blipFill>
        <p:spPr>
          <a:xfrm>
            <a:off x="86760" y="86760"/>
            <a:ext cx="12018240" cy="6684120"/>
          </a:xfrm>
          <a:prstGeom prst="rect">
            <a:avLst/>
          </a:prstGeom>
          <a:ln w="0">
            <a:noFill/>
          </a:ln>
        </p:spPr>
      </p:pic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2160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簡報</a:t>
            </a:r>
            <a:br>
              <a:rPr sz="4200"/>
            </a:b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標題</a:t>
            </a:r>
            <a:endParaRPr b="0" lang="en-US" sz="4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36" name="直線接點​​(S) 14"/>
          <p:cNvSpPr/>
          <p:nvPr/>
        </p:nvSpPr>
        <p:spPr>
          <a:xfrm>
            <a:off x="7777080" y="240696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37" name="圖片版面配置區 7" descr="公司標誌預留位置"/>
          <p:cNvPicPr/>
          <p:nvPr/>
        </p:nvPicPr>
        <p:blipFill>
          <a:blip r:embed="rId2"/>
          <a:stretch/>
        </p:blipFill>
        <p:spPr>
          <a:xfrm>
            <a:off x="8043840" y="2559960"/>
            <a:ext cx="1351800" cy="919080"/>
          </a:xfrm>
          <a:prstGeom prst="rect">
            <a:avLst/>
          </a:prstGeom>
          <a:ln w="0">
            <a:noFill/>
          </a:ln>
        </p:spPr>
      </p:pic>
      <p:sp>
        <p:nvSpPr>
          <p:cNvPr id="1038" name="PlaceHolder 2"/>
          <p:cNvSpPr>
            <a:spLocks noGrp="1"/>
          </p:cNvSpPr>
          <p:nvPr>
            <p:ph type="subTitle"/>
          </p:nvPr>
        </p:nvSpPr>
        <p:spPr>
          <a:xfrm>
            <a:off x="2494440" y="3684600"/>
            <a:ext cx="5282280" cy="93564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</a:ln>
        </p:spPr>
        <p:txBody>
          <a:bodyPr lIns="216000" rIns="216000" tIns="144000" bIns="0" anchor="t">
            <a:noAutofit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1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募資簡報標語</a:t>
            </a:r>
            <a:br>
              <a:rPr sz="2100"/>
            </a:br>
            <a:r>
              <a:rPr b="0" lang="zh-TW" sz="21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可以延伸為兩行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1039" name="群組 33"/>
          <p:cNvGrpSpPr/>
          <p:nvPr/>
        </p:nvGrpSpPr>
        <p:grpSpPr>
          <a:xfrm>
            <a:off x="2314800" y="2006280"/>
            <a:ext cx="1661040" cy="1610280"/>
            <a:chOff x="2314800" y="2006280"/>
            <a:chExt cx="1661040" cy="1610280"/>
          </a:xfrm>
        </p:grpSpPr>
        <p:sp>
          <p:nvSpPr>
            <p:cNvPr id="1040" name="手繪多邊形：圖案 46"/>
            <p:cNvSpPr/>
            <p:nvPr/>
          </p:nvSpPr>
          <p:spPr>
            <a:xfrm rot="18708600">
              <a:off x="2562840" y="2228040"/>
              <a:ext cx="1117800" cy="1166040"/>
            </a:xfrm>
            <a:custGeom>
              <a:avLst/>
              <a:gdLst/>
              <a:ahLst/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41" name="手繪多邊形：圖案 11"/>
            <p:cNvSpPr/>
            <p:nvPr/>
          </p:nvSpPr>
          <p:spPr>
            <a:xfrm rot="9900000">
              <a:off x="3512520" y="2453040"/>
              <a:ext cx="423000" cy="364680"/>
            </a:xfrm>
            <a:custGeom>
              <a:avLst/>
              <a:gdLst/>
              <a:ahLst/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問題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043" name="圖片預留位置 66" descr="雲"/>
          <p:cNvPicPr/>
          <p:nvPr/>
        </p:nvPicPr>
        <p:blipFill>
          <a:blip r:embed="rId1"/>
          <a:stretch/>
        </p:blipFill>
        <p:spPr>
          <a:xfrm>
            <a:off x="108648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44" name="PlaceHolder 2"/>
          <p:cNvSpPr>
            <a:spLocks noGrp="1"/>
          </p:cNvSpPr>
          <p:nvPr>
            <p:ph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變更的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氣候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m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ipsu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m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dolor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sit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amet,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conse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ctetu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er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adipi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scing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46" name="圖片版面配置區 158" descr="仙人掌"/>
          <p:cNvPicPr/>
          <p:nvPr/>
        </p:nvPicPr>
        <p:blipFill>
          <a:blip r:embed="rId2"/>
          <a:stretch/>
        </p:blipFill>
        <p:spPr>
          <a:xfrm>
            <a:off x="338004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47" name="PlaceHolder 4"/>
          <p:cNvSpPr>
            <a:spLocks noGrp="1"/>
          </p:cNvSpPr>
          <p:nvPr>
            <p:ph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水資源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不足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48" name="PlaceHolder 5"/>
          <p:cNvSpPr>
            <a:spLocks noGrp="1"/>
          </p:cNvSpPr>
          <p:nvPr>
            <p:ph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sit amet,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consectetuer </a:t>
            </a: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49" name="圖片版面配置區 160" descr="溫度計"/>
          <p:cNvPicPr/>
          <p:nvPr/>
        </p:nvPicPr>
        <p:blipFill>
          <a:blip r:embed="rId3"/>
          <a:stretch/>
        </p:blipFill>
        <p:spPr>
          <a:xfrm>
            <a:off x="567396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50" name="PlaceHolder 6"/>
          <p:cNvSpPr>
            <a:spLocks noGrp="1"/>
          </p:cNvSpPr>
          <p:nvPr>
            <p:ph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較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長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的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冬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天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51" name="PlaceHolder 7"/>
          <p:cNvSpPr>
            <a:spLocks noGrp="1"/>
          </p:cNvSpPr>
          <p:nvPr>
            <p:ph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52" name="圖片版面配置區 162" descr="棕櫚樹"/>
          <p:cNvPicPr/>
          <p:nvPr/>
        </p:nvPicPr>
        <p:blipFill>
          <a:blip r:embed="rId4"/>
          <a:stretch/>
        </p:blipFill>
        <p:spPr>
          <a:xfrm>
            <a:off x="796752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53" name="PlaceHolder 8"/>
          <p:cNvSpPr>
            <a:spLocks noGrp="1"/>
          </p:cNvSpPr>
          <p:nvPr>
            <p:ph/>
          </p:nvPr>
        </p:nvSpPr>
        <p:spPr>
          <a:xfrm>
            <a:off x="73148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新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的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地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勢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54" name="PlaceHolder 9"/>
          <p:cNvSpPr>
            <a:spLocks noGrp="1"/>
          </p:cNvSpPr>
          <p:nvPr>
            <p:ph/>
          </p:nvPr>
        </p:nvSpPr>
        <p:spPr>
          <a:xfrm>
            <a:off x="731484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55" name="圖片版面配置區 164" descr="工廠"/>
          <p:cNvPicPr/>
          <p:nvPr/>
        </p:nvPicPr>
        <p:blipFill>
          <a:blip r:embed="rId5"/>
          <a:stretch/>
        </p:blipFill>
        <p:spPr>
          <a:xfrm>
            <a:off x="1026144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56" name="PlaceHolder 10"/>
          <p:cNvSpPr>
            <a:spLocks noGrp="1"/>
          </p:cNvSpPr>
          <p:nvPr>
            <p:ph/>
          </p:nvPr>
        </p:nvSpPr>
        <p:spPr>
          <a:xfrm>
            <a:off x="96094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工業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影響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57" name="PlaceHolder 11"/>
          <p:cNvSpPr>
            <a:spLocks noGrp="1"/>
          </p:cNvSpPr>
          <p:nvPr>
            <p:ph/>
          </p:nvPr>
        </p:nvSpPr>
        <p:spPr>
          <a:xfrm>
            <a:off x="960948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58" name="投影片編號預留位置 2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7B010859-D67E-4036-BD33-250FF530C74F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1059" name="文字方塊 18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zh-TW" sz="1200" spc="-1" strike="noStrike">
                <a:solidFill>
                  <a:srgbClr val="375c1e"/>
                </a:solidFill>
                <a:latin typeface="Microsoft JhengHei UI"/>
                <a:ea typeface="Microsoft JhengHei UI"/>
              </a:rPr>
              <a:t>在這裡放置您的標誌或名稱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解決方案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061" name="圖片預留位置 92" descr="放大鏡"/>
          <p:cNvPicPr/>
          <p:nvPr/>
        </p:nvPicPr>
        <p:blipFill>
          <a:blip r:embed="rId1"/>
          <a:stretch/>
        </p:blipFill>
        <p:spPr>
          <a:xfrm>
            <a:off x="108648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62" name="PlaceHolder 2"/>
          <p:cNvSpPr>
            <a:spLocks noGrp="1"/>
          </p:cNvSpPr>
          <p:nvPr>
            <p:ph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乾淨的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水資源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64" name="圖片版面配置區 94" descr="葉子"/>
          <p:cNvPicPr/>
          <p:nvPr/>
        </p:nvPicPr>
        <p:blipFill>
          <a:blip r:embed="rId2"/>
          <a:stretch/>
        </p:blipFill>
        <p:spPr>
          <a:xfrm>
            <a:off x="338004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65" name="PlaceHolder 4"/>
          <p:cNvSpPr>
            <a:spLocks noGrp="1"/>
          </p:cNvSpPr>
          <p:nvPr>
            <p:ph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萬年青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葉子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66" name="PlaceHolder 5"/>
          <p:cNvSpPr>
            <a:spLocks noGrp="1"/>
          </p:cNvSpPr>
          <p:nvPr>
            <p:ph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67" name="圖片版面配置區 96" descr="蘋果"/>
          <p:cNvPicPr/>
          <p:nvPr/>
        </p:nvPicPr>
        <p:blipFill>
          <a:blip r:embed="rId3"/>
          <a:stretch/>
        </p:blipFill>
        <p:spPr>
          <a:xfrm>
            <a:off x="5673960" y="2358000"/>
            <a:ext cx="853560" cy="853560"/>
          </a:xfrm>
          <a:prstGeom prst="rect">
            <a:avLst/>
          </a:prstGeom>
          <a:ln w="0">
            <a:noFill/>
          </a:ln>
        </p:spPr>
      </p:pic>
      <p:sp>
        <p:nvSpPr>
          <p:cNvPr id="1068" name="PlaceHolder 6"/>
          <p:cNvSpPr>
            <a:spLocks noGrp="1"/>
          </p:cNvSpPr>
          <p:nvPr>
            <p:ph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健康的</a:t>
            </a:r>
            <a:br>
              <a:rPr sz="1800"/>
            </a:b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蔬菜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69" name="PlaceHolder 7"/>
          <p:cNvSpPr>
            <a:spLocks noGrp="1"/>
          </p:cNvSpPr>
          <p:nvPr>
            <p:ph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70" name="圖片預留位置 178"/>
          <p:cNvSpPr/>
          <p:nvPr/>
        </p:nvSpPr>
        <p:spPr>
          <a:xfrm>
            <a:off x="7632720" y="86760"/>
            <a:ext cx="4472280" cy="6478200"/>
          </a:xfrm>
          <a:custGeom>
            <a:avLst/>
            <a:gdLst/>
            <a:ahLst/>
            <a:rect l="l" t="t" r="r" b="b"/>
            <a:pathLst>
              <a:path w="4559351" h="6604145">
                <a:moveTo>
                  <a:pt x="376782" y="5927210"/>
                </a:moveTo>
                <a:lnTo>
                  <a:pt x="1519837" y="6224579"/>
                </a:lnTo>
                <a:lnTo>
                  <a:pt x="1067656" y="6604145"/>
                </a:lnTo>
                <a:lnTo>
                  <a:pt x="567431" y="6347235"/>
                </a:lnTo>
                <a:close/>
                <a:moveTo>
                  <a:pt x="3770030" y="4729122"/>
                </a:moveTo>
                <a:lnTo>
                  <a:pt x="3830234" y="4893659"/>
                </a:lnTo>
                <a:lnTo>
                  <a:pt x="3125854" y="4949110"/>
                </a:lnTo>
                <a:close/>
                <a:moveTo>
                  <a:pt x="3170574" y="4030224"/>
                </a:moveTo>
                <a:lnTo>
                  <a:pt x="3437863" y="4760691"/>
                </a:lnTo>
                <a:lnTo>
                  <a:pt x="2793688" y="4980680"/>
                </a:lnTo>
                <a:lnTo>
                  <a:pt x="2501683" y="5003670"/>
                </a:lnTo>
                <a:close/>
                <a:moveTo>
                  <a:pt x="0" y="3396395"/>
                </a:moveTo>
                <a:lnTo>
                  <a:pt x="3032435" y="3966867"/>
                </a:lnTo>
                <a:lnTo>
                  <a:pt x="1101460" y="6039845"/>
                </a:lnTo>
                <a:lnTo>
                  <a:pt x="10881" y="5508230"/>
                </a:lnTo>
                <a:lnTo>
                  <a:pt x="0" y="5475113"/>
                </a:lnTo>
                <a:close/>
                <a:moveTo>
                  <a:pt x="0" y="2843941"/>
                </a:moveTo>
                <a:lnTo>
                  <a:pt x="1605508" y="3374908"/>
                </a:lnTo>
                <a:lnTo>
                  <a:pt x="1482045" y="3547687"/>
                </a:lnTo>
                <a:lnTo>
                  <a:pt x="0" y="3206607"/>
                </a:lnTo>
                <a:close/>
                <a:moveTo>
                  <a:pt x="0" y="0"/>
                </a:moveTo>
                <a:lnTo>
                  <a:pt x="4559351" y="0"/>
                </a:lnTo>
                <a:lnTo>
                  <a:pt x="4559351" y="4284646"/>
                </a:lnTo>
                <a:lnTo>
                  <a:pt x="0" y="2645102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1" name="投影片編號預留位置 2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ECF9E0F6-B8E2-48A4-B7CB-100D1EEF16EB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圖片預留位置 104"/>
          <p:cNvSpPr/>
          <p:nvPr/>
        </p:nvSpPr>
        <p:spPr>
          <a:xfrm>
            <a:off x="97560" y="496080"/>
            <a:ext cx="6207840" cy="6274800"/>
          </a:xfrm>
          <a:custGeom>
            <a:avLst/>
            <a:gdLst/>
            <a:ahLst/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7068600" y="432000"/>
            <a:ext cx="4703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產品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pic>
        <p:nvPicPr>
          <p:cNvPr id="1074" name="圖片預留位置 70" descr="連結"/>
          <p:cNvPicPr/>
          <p:nvPr/>
        </p:nvPicPr>
        <p:blipFill>
          <a:blip r:embed="rId2"/>
          <a:stretch/>
        </p:blipFill>
        <p:spPr>
          <a:xfrm>
            <a:off x="7405920" y="1706400"/>
            <a:ext cx="691200" cy="691200"/>
          </a:xfrm>
          <a:prstGeom prst="rect">
            <a:avLst/>
          </a:prstGeom>
          <a:ln w="0">
            <a:noFill/>
          </a:ln>
        </p:spPr>
      </p:pic>
      <p:sp>
        <p:nvSpPr>
          <p:cNvPr id="1075" name="PlaceHolder 2"/>
          <p:cNvSpPr>
            <a:spLocks noGrp="1"/>
          </p:cNvSpPr>
          <p:nvPr>
            <p:ph/>
          </p:nvPr>
        </p:nvSpPr>
        <p:spPr>
          <a:xfrm>
            <a:off x="8768160" y="154116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Web </a:t>
            </a: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深層連結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/>
          </p:nvPr>
        </p:nvSpPr>
        <p:spPr>
          <a:xfrm>
            <a:off x="8768160" y="1866240"/>
            <a:ext cx="22219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77" name="圖片版面配置區 72" descr="傳送"/>
          <p:cNvPicPr/>
          <p:nvPr/>
        </p:nvPicPr>
        <p:blipFill>
          <a:blip r:embed="rId3"/>
          <a:srcRect l="0" t="118" r="0" b="118"/>
          <a:stretch/>
        </p:blipFill>
        <p:spPr>
          <a:xfrm>
            <a:off x="7405920" y="3271320"/>
            <a:ext cx="691200" cy="691200"/>
          </a:xfrm>
          <a:prstGeom prst="rect">
            <a:avLst/>
          </a:prstGeom>
          <a:ln w="0">
            <a:noFill/>
          </a:ln>
        </p:spPr>
      </p:pic>
      <p:sp>
        <p:nvSpPr>
          <p:cNvPr id="1078" name="PlaceHolder 4"/>
          <p:cNvSpPr>
            <a:spLocks noGrp="1"/>
          </p:cNvSpPr>
          <p:nvPr>
            <p:ph/>
          </p:nvPr>
        </p:nvSpPr>
        <p:spPr>
          <a:xfrm>
            <a:off x="8768160" y="3074400"/>
            <a:ext cx="272772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即時通訊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79" name="PlaceHolder 5"/>
          <p:cNvSpPr>
            <a:spLocks noGrp="1"/>
          </p:cNvSpPr>
          <p:nvPr>
            <p:ph/>
          </p:nvPr>
        </p:nvSpPr>
        <p:spPr>
          <a:xfrm>
            <a:off x="8768160" y="3442680"/>
            <a:ext cx="22219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080" name="圖片版面配置區 74" descr="網路"/>
          <p:cNvPicPr/>
          <p:nvPr/>
        </p:nvPicPr>
        <p:blipFill>
          <a:blip r:embed="rId4"/>
          <a:stretch/>
        </p:blipFill>
        <p:spPr>
          <a:xfrm>
            <a:off x="7405920" y="4835880"/>
            <a:ext cx="691200" cy="691200"/>
          </a:xfrm>
          <a:prstGeom prst="rect">
            <a:avLst/>
          </a:prstGeom>
          <a:ln w="0">
            <a:noFill/>
          </a:ln>
        </p:spPr>
      </p:pic>
      <p:sp>
        <p:nvSpPr>
          <p:cNvPr id="1081" name="PlaceHolder 6"/>
          <p:cNvSpPr>
            <a:spLocks noGrp="1"/>
          </p:cNvSpPr>
          <p:nvPr>
            <p:ph/>
          </p:nvPr>
        </p:nvSpPr>
        <p:spPr>
          <a:xfrm>
            <a:off x="8768160" y="466236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網路 </a:t>
            </a:r>
            <a:r>
              <a:rPr b="1" lang="en-US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API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2" name="PlaceHolder 7"/>
          <p:cNvSpPr>
            <a:spLocks noGrp="1"/>
          </p:cNvSpPr>
          <p:nvPr>
            <p:ph/>
          </p:nvPr>
        </p:nvSpPr>
        <p:spPr>
          <a:xfrm>
            <a:off x="8768160" y="5030640"/>
            <a:ext cx="222192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Lorem ipsum dolor sit amet, consectetuer adipiscing elit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3" name="投影片編號版面配置區 2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CF487166-52E5-4389-B1B1-4EF39331A282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1084" name="文字方塊 13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zh-TW" sz="1200" spc="-1" strike="noStrike">
                <a:solidFill>
                  <a:srgbClr val="375c1e"/>
                </a:solidFill>
                <a:latin typeface="Microsoft JhengHei UI"/>
                <a:ea typeface="Microsoft JhengHei UI"/>
              </a:rPr>
              <a:t>在這裡放置您的標誌或名稱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zh-TW" sz="3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數位產品</a:t>
            </a:r>
            <a:endParaRPr b="0" lang="en-US" sz="3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86" name="PlaceHolder 2"/>
          <p:cNvSpPr>
            <a:spLocks noGrp="1"/>
          </p:cNvSpPr>
          <p:nvPr>
            <p:ph/>
          </p:nvPr>
        </p:nvSpPr>
        <p:spPr>
          <a:xfrm>
            <a:off x="432000" y="1152000"/>
            <a:ext cx="2951280" cy="21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強調您的</a:t>
            </a:r>
            <a:br>
              <a:rPr sz="2800"/>
            </a:br>
            <a:r>
              <a:rPr b="0" lang="zh-TW" sz="2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主要優勢</a:t>
            </a:r>
            <a:endParaRPr b="0" lang="en-US" sz="28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/>
          </p:nvPr>
        </p:nvSpPr>
        <p:spPr>
          <a:xfrm>
            <a:off x="431640" y="3509640"/>
            <a:ext cx="3023280" cy="23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8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其他優勢包括</a:t>
            </a:r>
            <a:endParaRPr b="0" lang="en-US" sz="1800" spc="-1" strike="noStrike">
              <a:solidFill>
                <a:srgbClr val="404040"/>
              </a:solidFill>
              <a:latin typeface="Microsoft JhengHei UI"/>
            </a:endParaRPr>
          </a:p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Nunc viverra imperdiet enim.Fusce est.</a:t>
            </a:r>
            <a:br>
              <a:rPr sz="1200"/>
            </a:br>
            <a:r>
              <a:rPr b="0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Vivamus a tellus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  <a:p>
            <a:pPr marL="266760" indent="-26676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Nunc viverra imperdiet enim.Fusce est.</a:t>
            </a:r>
            <a:br>
              <a:rPr sz="1200"/>
            </a:br>
            <a:r>
              <a:rPr b="0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Vivamus a tellus</a:t>
            </a:r>
            <a:endParaRPr b="0" lang="en-US" sz="1200" spc="-1" strike="noStrike">
              <a:solidFill>
                <a:srgbClr val="404040"/>
              </a:solidFill>
              <a:latin typeface="Microsoft JhengHei UI"/>
            </a:endParaRPr>
          </a:p>
        </p:txBody>
      </p:sp>
      <p:sp>
        <p:nvSpPr>
          <p:cNvPr id="1088" name="圖片版面配置區 23"/>
          <p:cNvSpPr/>
          <p:nvPr/>
        </p:nvSpPr>
        <p:spPr>
          <a:xfrm>
            <a:off x="4092840" y="1376280"/>
            <a:ext cx="6333120" cy="4379400"/>
          </a:xfrm>
          <a:prstGeom prst="roundRect">
            <a:avLst>
              <a:gd name="adj" fmla="val 135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9" name="投影片編號版面配置區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161F610C-436B-49A9-BC32-EF178166B3D3}" type="slidenum">
              <a:rPr b="1" i="1" lang="en-US" sz="1200" spc="-1" strike="noStrike">
                <a:solidFill>
                  <a:srgbClr val="40404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1090" name="文字方塊 8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zh-TW" sz="1200" spc="-1" strike="noStrike">
                <a:solidFill>
                  <a:srgbClr val="375c1e"/>
                </a:solidFill>
                <a:latin typeface="Microsoft JhengHei UI"/>
                <a:ea typeface="Microsoft JhengHei UI"/>
              </a:rPr>
              <a:t>在這裡放置您的標誌或名稱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圖片版面配置區 25" descr="預留位置圖片"/>
          <p:cNvPicPr/>
          <p:nvPr/>
        </p:nvPicPr>
        <p:blipFill>
          <a:blip r:embed="rId1"/>
          <a:stretch/>
        </p:blipFill>
        <p:spPr>
          <a:xfrm>
            <a:off x="86760" y="86760"/>
            <a:ext cx="6008760" cy="6684120"/>
          </a:xfrm>
          <a:prstGeom prst="rect">
            <a:avLst/>
          </a:prstGeom>
          <a:ln w="0">
            <a:noFill/>
          </a:ln>
        </p:spPr>
      </p:pic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6095880" y="86760"/>
            <a:ext cx="6008760" cy="406800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432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42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分隔線投影片標題</a:t>
            </a:r>
            <a:endParaRPr b="0" lang="en-US" sz="42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3" name="PlaceHolder 2"/>
          <p:cNvSpPr>
            <a:spLocks noGrp="1"/>
          </p:cNvSpPr>
          <p:nvPr>
            <p:ph type="subTitle"/>
          </p:nvPr>
        </p:nvSpPr>
        <p:spPr>
          <a:xfrm>
            <a:off x="6095880" y="4152600"/>
            <a:ext cx="6008760" cy="1818000"/>
          </a:xfrm>
          <a:prstGeom prst="rect">
            <a:avLst/>
          </a:prstGeom>
          <a:solidFill>
            <a:srgbClr val="f2f2f2">
              <a:alpha val="80000"/>
            </a:srgbClr>
          </a:solidFill>
          <a:ln w="0">
            <a:noFill/>
          </a:ln>
        </p:spPr>
        <p:txBody>
          <a:bodyPr lIns="288000" rIns="432000" tIns="144000" bIns="0" anchor="t">
            <a:noAutofit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Lorem ipsum dolor sit amet, consectetuer adipiscing elit.Maecenas porttitor congue</a:t>
            </a:r>
            <a:endParaRPr b="0" lang="en-US" sz="2100" spc="-1" strike="noStrike">
              <a:latin typeface="Arial"/>
            </a:endParaRPr>
          </a:p>
        </p:txBody>
      </p:sp>
      <p:grpSp>
        <p:nvGrpSpPr>
          <p:cNvPr id="1094" name="群組 59"/>
          <p:cNvGrpSpPr/>
          <p:nvPr/>
        </p:nvGrpSpPr>
        <p:grpSpPr>
          <a:xfrm>
            <a:off x="8048520" y="-215640"/>
            <a:ext cx="3261240" cy="3252960"/>
            <a:chOff x="8048520" y="-215640"/>
            <a:chExt cx="3261240" cy="3252960"/>
          </a:xfrm>
        </p:grpSpPr>
        <p:sp>
          <p:nvSpPr>
            <p:cNvPr id="1095" name="手繪多邊形：圖案 13"/>
            <p:cNvSpPr/>
            <p:nvPr/>
          </p:nvSpPr>
          <p:spPr>
            <a:xfrm rot="4308600">
              <a:off x="8776440" y="408600"/>
              <a:ext cx="1980360" cy="2066040"/>
            </a:xfrm>
            <a:custGeom>
              <a:avLst/>
              <a:gdLst/>
              <a:ahLst/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6" name="手繪多邊形：圖案 50"/>
            <p:cNvSpPr/>
            <p:nvPr/>
          </p:nvSpPr>
          <p:spPr>
            <a:xfrm rot="13830600">
              <a:off x="9042120" y="2734920"/>
              <a:ext cx="346320" cy="205920"/>
            </a:xfrm>
            <a:custGeom>
              <a:avLst/>
              <a:gdLst/>
              <a:ahLst/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7" name="手繪多邊形：圖案 17"/>
            <p:cNvSpPr/>
            <p:nvPr/>
          </p:nvSpPr>
          <p:spPr>
            <a:xfrm rot="12430800">
              <a:off x="9113400" y="2471040"/>
              <a:ext cx="710280" cy="335160"/>
            </a:xfrm>
            <a:custGeom>
              <a:avLst/>
              <a:gdLst/>
              <a:ahLst/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8" name="手繪多邊形：圖案 19"/>
            <p:cNvSpPr/>
            <p:nvPr/>
          </p:nvSpPr>
          <p:spPr>
            <a:xfrm rot="4308600">
              <a:off x="8370360" y="-167040"/>
              <a:ext cx="1245960" cy="1579680"/>
            </a:xfrm>
            <a:custGeom>
              <a:avLst/>
              <a:gdLst/>
              <a:ahLst/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99" name="手繪多邊形：圖案 23"/>
            <p:cNvSpPr/>
            <p:nvPr/>
          </p:nvSpPr>
          <p:spPr>
            <a:xfrm rot="17193000">
              <a:off x="10959120" y="1603800"/>
              <a:ext cx="242640" cy="406080"/>
            </a:xfrm>
            <a:custGeom>
              <a:avLst/>
              <a:gdLst/>
              <a:ahLst/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100" name="手繪多邊形：圖案 54"/>
            <p:cNvSpPr/>
            <p:nvPr/>
          </p:nvSpPr>
          <p:spPr>
            <a:xfrm rot="17193000">
              <a:off x="10463400" y="1384560"/>
              <a:ext cx="692280" cy="510120"/>
            </a:xfrm>
            <a:custGeom>
              <a:avLst/>
              <a:gdLst/>
              <a:ahLst/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rgbClr val="ffffff">
                  <a:lumMod val="75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101" name="投影片編號預留位置 4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fld id="{AD05169C-F655-4690-A8E4-9E7CF337B20D}" type="slidenum">
              <a:rPr b="1" i="1" lang="en-US" sz="1200" spc="-1" strike="noStrike">
                <a:solidFill>
                  <a:srgbClr val="000000"/>
                </a:solidFill>
                <a:latin typeface="Microsoft JhengHei UI"/>
                <a:ea typeface="Microsoft JhengHei UI"/>
              </a:rPr>
              <a:t>&lt;編號&gt;</a:t>
            </a:fld>
            <a:endParaRPr b="0" lang="en-US" sz="1200" spc="-1" strike="noStrike">
              <a:latin typeface="Arial"/>
            </a:endParaRPr>
          </a:p>
        </p:txBody>
      </p:sp>
      <p:sp>
        <p:nvSpPr>
          <p:cNvPr id="1102" name="文字方塊 12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zh-TW" sz="1200" spc="-1" strike="noStrike">
                <a:solidFill>
                  <a:srgbClr val="375c1e"/>
                </a:solidFill>
                <a:latin typeface="Microsoft JhengHei UI"/>
                <a:ea typeface="Microsoft JhengHei UI"/>
              </a:rPr>
              <a:t>在這裡放置您的標誌或名稱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圖片版面配置區 7" descr="Environmental leaves"/>
          <p:cNvPicPr/>
          <p:nvPr/>
        </p:nvPicPr>
        <p:blipFill>
          <a:blip r:embed="rId1"/>
          <a:srcRect l="12" t="0" r="12" b="0"/>
          <a:stretch/>
        </p:blipFill>
        <p:spPr>
          <a:xfrm>
            <a:off x="86760" y="86760"/>
            <a:ext cx="12018240" cy="6684120"/>
          </a:xfrm>
          <a:prstGeom prst="rect">
            <a:avLst/>
          </a:prstGeom>
          <a:ln w="0">
            <a:noFill/>
          </a:ln>
        </p:spPr>
      </p:pic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262626">
              <a:alpha val="80000"/>
            </a:srgbClr>
          </a:solidFill>
          <a:ln w="0">
            <a:noFill/>
          </a:ln>
        </p:spPr>
        <p:txBody>
          <a:bodyPr lIns="288000" rIns="2160000" tIns="0" bIns="144000" anchor="b">
            <a:noAutofit/>
          </a:bodyPr>
          <a:p>
            <a:pPr algn="r">
              <a:lnSpc>
                <a:spcPct val="90000"/>
              </a:lnSpc>
              <a:buNone/>
            </a:pPr>
            <a:r>
              <a:rPr b="0" lang="zh-TW" sz="6600" spc="-15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感謝您</a:t>
            </a:r>
            <a:endParaRPr b="0" lang="en-US" sz="66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05" name="直線接點​​ 4"/>
          <p:cNvSpPr/>
          <p:nvPr/>
        </p:nvSpPr>
        <p:spPr>
          <a:xfrm>
            <a:off x="7777080" y="2412000"/>
            <a:ext cx="360" cy="1100160"/>
          </a:xfrm>
          <a:prstGeom prst="line">
            <a:avLst/>
          </a:prstGeom>
          <a:ln>
            <a:solidFill>
              <a:srgbClr val="9acb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06" name="圖片預留位置 28" descr="公司標誌預留位置"/>
          <p:cNvPicPr/>
          <p:nvPr/>
        </p:nvPicPr>
        <p:blipFill>
          <a:blip r:embed="rId2"/>
          <a:stretch/>
        </p:blipFill>
        <p:spPr>
          <a:xfrm>
            <a:off x="8034840" y="2559960"/>
            <a:ext cx="1359000" cy="924120"/>
          </a:xfrm>
          <a:prstGeom prst="rect">
            <a:avLst/>
          </a:prstGeom>
          <a:ln w="0">
            <a:noFill/>
          </a:ln>
        </p:spPr>
      </p:pic>
      <p:sp>
        <p:nvSpPr>
          <p:cNvPr id="1107" name="PlaceHolder 2"/>
          <p:cNvSpPr>
            <a:spLocks noGrp="1"/>
          </p:cNvSpPr>
          <p:nvPr>
            <p:ph type="subTitle"/>
          </p:nvPr>
        </p:nvSpPr>
        <p:spPr>
          <a:xfrm>
            <a:off x="2494440" y="3684600"/>
            <a:ext cx="5282280" cy="160380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</a:ln>
        </p:spPr>
        <p:txBody>
          <a:bodyPr lIns="216000" rIns="576000" tIns="144000" bIns="0" anchor="t">
            <a:noAutofit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1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吳欣雯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1108" name="圖形 12" descr="使用者"/>
          <p:cNvPicPr/>
          <p:nvPr/>
        </p:nvPicPr>
        <p:blipFill>
          <a:blip r:embed="rId3"/>
          <a:stretch/>
        </p:blipFill>
        <p:spPr>
          <a:xfrm>
            <a:off x="7284600" y="388656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109" name="PlaceHolder 3"/>
          <p:cNvSpPr>
            <a:spLocks noGrp="1"/>
          </p:cNvSpPr>
          <p:nvPr>
            <p:ph/>
          </p:nvPr>
        </p:nvSpPr>
        <p:spPr>
          <a:xfrm>
            <a:off x="2666880" y="4142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+1 23 987 6554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110" name="圖形 14" descr="智慧型手機"/>
          <p:cNvPicPr/>
          <p:nvPr/>
        </p:nvPicPr>
        <p:blipFill>
          <a:blip r:embed="rId4"/>
          <a:stretch/>
        </p:blipFill>
        <p:spPr>
          <a:xfrm>
            <a:off x="7284600" y="419688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111" name="PlaceHolder 4"/>
          <p:cNvSpPr>
            <a:spLocks noGrp="1"/>
          </p:cNvSpPr>
          <p:nvPr>
            <p:ph/>
          </p:nvPr>
        </p:nvSpPr>
        <p:spPr>
          <a:xfrm>
            <a:off x="2666880" y="444816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kalle@email.com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112" name="圖形 13" descr="信封"/>
          <p:cNvPicPr/>
          <p:nvPr/>
        </p:nvPicPr>
        <p:blipFill>
          <a:blip r:embed="rId5"/>
          <a:stretch/>
        </p:blipFill>
        <p:spPr>
          <a:xfrm>
            <a:off x="7284600" y="453096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113" name="PlaceHolder 5"/>
          <p:cNvSpPr>
            <a:spLocks noGrp="1"/>
          </p:cNvSpPr>
          <p:nvPr>
            <p:ph/>
          </p:nvPr>
        </p:nvSpPr>
        <p:spPr>
          <a:xfrm>
            <a:off x="2666880" y="4753800"/>
            <a:ext cx="4508280" cy="2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 u="sng">
                <a:solidFill>
                  <a:srgbClr val="63a537"/>
                </a:solidFill>
                <a:uFillTx/>
                <a:latin typeface="Microsoft JhengHei UI"/>
                <a:ea typeface="Microsoft JhengHei UI"/>
                <a:hlinkClick r:id="rId6"/>
              </a:rPr>
              <a:t>www.fabrikam.com</a:t>
            </a:r>
            <a:r>
              <a:rPr b="0" lang="en-US" sz="1600" spc="-1" strike="noStrike">
                <a:solidFill>
                  <a:srgbClr val="ffffff"/>
                </a:solidFill>
                <a:latin typeface="Microsoft JhengHei UI"/>
                <a:ea typeface="Microsoft JhengHei UI"/>
              </a:rPr>
              <a:t> </a:t>
            </a:r>
            <a:endParaRPr b="0" lang="en-US" sz="1600" spc="-1" strike="noStrike">
              <a:solidFill>
                <a:srgbClr val="404040"/>
              </a:solidFill>
              <a:latin typeface="Microsoft JhengHei UI"/>
            </a:endParaRPr>
          </a:p>
        </p:txBody>
      </p:sp>
      <p:pic>
        <p:nvPicPr>
          <p:cNvPr id="1114" name="圖形 29" descr="世界"/>
          <p:cNvPicPr/>
          <p:nvPr/>
        </p:nvPicPr>
        <p:blipFill>
          <a:blip r:embed="rId7"/>
          <a:stretch/>
        </p:blipFill>
        <p:spPr>
          <a:xfrm>
            <a:off x="7278840" y="4843440"/>
            <a:ext cx="169560" cy="16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E88AF0-409E-4FF2-9840-09ADF1379B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D62913-2A88-434E-AF91-1FBBC18AE64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16130B1-5CFE-4023-B1F7-769F33287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Application>LibreOffice/7.3.7.2$Linux_X86_64 LibreOffice_project/30$Build-2</Application>
  <AppVersion>15.0000</AppVersion>
  <Words>1216</Words>
  <Paragraphs>286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2026-01-09T05:11:15Z</dcterms:created>
  <dc:creator/>
  <dc:description/>
  <dc:language>zh-TW</dc:language>
  <cp:lastModifiedBy/>
  <dcterms:modified xsi:type="dcterms:W3CDTF">2026-01-09T16:18:45Z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18</vt:i4>
  </property>
  <property fmtid="{D5CDD505-2E9C-101B-9397-08002B2CF9AE}" pid="4" name="PresentationFormat">
    <vt:lpwstr>寬螢幕</vt:lpwstr>
  </property>
  <property fmtid="{D5CDD505-2E9C-101B-9397-08002B2CF9AE}" pid="5" name="Slides">
    <vt:i4>18</vt:i4>
  </property>
</Properties>
</file>