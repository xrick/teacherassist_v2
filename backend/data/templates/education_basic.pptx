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4"/>
  </p:sldMasterIdLst>
  <p:notesMasterIdLst>
    <p:notesMasterId r:id="rId16"/>
  </p:notesMasterIdLst>
  <p:handoutMasterIdLst>
    <p:handoutMasterId r:id="rId17"/>
  </p:handoutMasterIdLst>
  <p:sldIdLst>
    <p:sldId id="256" r:id="rId5"/>
    <p:sldId id="298" r:id="rId6"/>
    <p:sldId id="261" r:id="rId7"/>
    <p:sldId id="299" r:id="rId8"/>
    <p:sldId id="302" r:id="rId9"/>
    <p:sldId id="305" r:id="rId10"/>
    <p:sldId id="296" r:id="rId11"/>
    <p:sldId id="297" r:id="rId12"/>
    <p:sldId id="303" r:id="rId13"/>
    <p:sldId id="304" r:id="rId14"/>
    <p:sldId id="292" r:id="rId15"/>
  </p:sldIdLst>
  <p:sldSz cx="12192000" cy="6858000"/>
  <p:notesSz cx="6858000" cy="9144000"/>
  <p:defaultTextStyle>
    <a:defPPr rtl="0">
      <a:defRPr lang="zh-TW"/>
    </a:defPPr>
    <a:lvl1pPr marL="0" algn="l" defTabSz="914400" rtl="0" eaLnBrk="1" latinLnBrk="0" hangingPunct="1">
      <a:defRPr lang="zh-TW" sz="1800" kern="1200">
        <a:solidFill>
          <a:schemeClr val="tx1"/>
        </a:solidFill>
        <a:latin typeface="+mn-lt"/>
        <a:ea typeface="+mn-ea"/>
        <a:cs typeface="+mn-cs"/>
      </a:defRPr>
    </a:lvl1pPr>
    <a:lvl2pPr marL="457200" algn="l" defTabSz="914400" rtl="0" eaLnBrk="1" latinLnBrk="0" hangingPunct="1">
      <a:defRPr lang="zh-TW" sz="1800" kern="1200">
        <a:solidFill>
          <a:schemeClr val="tx1"/>
        </a:solidFill>
        <a:latin typeface="+mn-lt"/>
        <a:ea typeface="+mn-ea"/>
        <a:cs typeface="+mn-cs"/>
      </a:defRPr>
    </a:lvl2pPr>
    <a:lvl3pPr marL="914400" algn="l" defTabSz="914400" rtl="0" eaLnBrk="1" latinLnBrk="0" hangingPunct="1">
      <a:defRPr lang="zh-TW" sz="1800" kern="1200">
        <a:solidFill>
          <a:schemeClr val="tx1"/>
        </a:solidFill>
        <a:latin typeface="+mn-lt"/>
        <a:ea typeface="+mn-ea"/>
        <a:cs typeface="+mn-cs"/>
      </a:defRPr>
    </a:lvl3pPr>
    <a:lvl4pPr marL="1371600" algn="l" defTabSz="914400" rtl="0" eaLnBrk="1" latinLnBrk="0" hangingPunct="1">
      <a:defRPr lang="zh-TW" sz="1800" kern="1200">
        <a:solidFill>
          <a:schemeClr val="tx1"/>
        </a:solidFill>
        <a:latin typeface="+mn-lt"/>
        <a:ea typeface="+mn-ea"/>
        <a:cs typeface="+mn-cs"/>
      </a:defRPr>
    </a:lvl4pPr>
    <a:lvl5pPr marL="1828800" algn="l" defTabSz="914400" rtl="0" eaLnBrk="1" latinLnBrk="0" hangingPunct="1">
      <a:defRPr lang="zh-TW" sz="1800" kern="1200">
        <a:solidFill>
          <a:schemeClr val="tx1"/>
        </a:solidFill>
        <a:latin typeface="+mn-lt"/>
        <a:ea typeface="+mn-ea"/>
        <a:cs typeface="+mn-cs"/>
      </a:defRPr>
    </a:lvl5pPr>
    <a:lvl6pPr marL="2286000" algn="l" defTabSz="914400" rtl="0" eaLnBrk="1" latinLnBrk="0" hangingPunct="1">
      <a:defRPr lang="zh-TW" sz="1800" kern="1200">
        <a:solidFill>
          <a:schemeClr val="tx1"/>
        </a:solidFill>
        <a:latin typeface="+mn-lt"/>
        <a:ea typeface="+mn-ea"/>
        <a:cs typeface="+mn-cs"/>
      </a:defRPr>
    </a:lvl6pPr>
    <a:lvl7pPr marL="2743200" algn="l" defTabSz="914400" rtl="0" eaLnBrk="1" latinLnBrk="0" hangingPunct="1">
      <a:defRPr lang="zh-TW" sz="1800" kern="1200">
        <a:solidFill>
          <a:schemeClr val="tx1"/>
        </a:solidFill>
        <a:latin typeface="+mn-lt"/>
        <a:ea typeface="+mn-ea"/>
        <a:cs typeface="+mn-cs"/>
      </a:defRPr>
    </a:lvl7pPr>
    <a:lvl8pPr marL="3200400" algn="l" defTabSz="914400" rtl="0" eaLnBrk="1" latinLnBrk="0" hangingPunct="1">
      <a:defRPr lang="zh-TW" sz="1800" kern="1200">
        <a:solidFill>
          <a:schemeClr val="tx1"/>
        </a:solidFill>
        <a:latin typeface="+mn-lt"/>
        <a:ea typeface="+mn-ea"/>
        <a:cs typeface="+mn-cs"/>
      </a:defRPr>
    </a:lvl8pPr>
    <a:lvl9pPr marL="3657600" algn="l" defTabSz="914400" rtl="0" eaLnBrk="1" latinLnBrk="0" hangingPunct="1">
      <a:defRPr lang="zh-TW"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49" autoAdjust="0"/>
  </p:normalViewPr>
  <p:slideViewPr>
    <p:cSldViewPr snapToGrid="0" showGuides="1">
      <p:cViewPr varScale="1">
        <p:scale>
          <a:sx n="129" d="100"/>
          <a:sy n="129" d="100"/>
        </p:scale>
        <p:origin x="1530" y="11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104" d="100"/>
          <a:sy n="104" d="100"/>
        </p:scale>
        <p:origin x="53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17280B-FC62-43F6-8E59-40D3E4E7160F}" type="doc">
      <dgm:prSet loTypeId="urn:microsoft.com/office/officeart/2008/layout/TitledPictureBlocks" loCatId="picture" qsTypeId="urn:microsoft.com/office/officeart/2005/8/quickstyle/simple1" qsCatId="simple" csTypeId="urn:microsoft.com/office/officeart/2005/8/colors/accent1_2" csCatId="accent1" phldr="1"/>
      <dgm:spPr/>
      <dgm:t>
        <a:bodyPr rtlCol="0"/>
        <a:lstStyle>
          <a:defPPr>
            <a:defRPr lang="zh-TW"/>
          </a:defPPr>
        </a:lstStyle>
        <a:p>
          <a:pPr rtl="0"/>
          <a:endParaRPr lang="zh-TW"/>
        </a:p>
      </dgm:t>
    </dgm:pt>
    <dgm:pt modelId="{4BB700F2-5586-4F06-993B-61B69E8D5B2C}">
      <dgm:prSet phldrT="[Text]" custT="1"/>
      <dgm:spPr>
        <a:solidFill>
          <a:schemeClr val="accent1">
            <a:lumMod val="40000"/>
            <a:lumOff val="60000"/>
            <a:alpha val="50000"/>
          </a:schemeClr>
        </a:solidFill>
        <a:ln>
          <a:noFill/>
        </a:ln>
      </dgm:spPr>
      <dgm:t>
        <a:bodyPr rtlCol="0"/>
        <a:lstStyle>
          <a:defPPr>
            <a:defRPr lang="zh-TW"/>
          </a:defPPr>
        </a:lstStyle>
        <a:p>
          <a:pPr rtl="0"/>
          <a:r>
            <a:rPr lang="zh-TW" sz="1900">
              <a:solidFill>
                <a:schemeClr val="tx1"/>
              </a:solidFill>
            </a:rPr>
            <a:t>地圖</a:t>
          </a:r>
        </a:p>
      </dgm:t>
    </dgm:pt>
    <dgm:pt modelId="{EC1EA70F-65DC-4C32-BE40-6AE8550B4F5A}" type="parTrans" cxnId="{C70992EF-3BB1-4844-891C-2FACEA05E6F3}">
      <dgm:prSet/>
      <dgm:spPr/>
      <dgm:t>
        <a:bodyPr rtlCol="0"/>
        <a:lstStyle>
          <a:defPPr>
            <a:defRPr lang="zh-TW"/>
          </a:defPPr>
        </a:lstStyle>
        <a:p>
          <a:pPr rtl="0"/>
          <a:endParaRPr lang="zh-TW"/>
        </a:p>
      </dgm:t>
    </dgm:pt>
    <dgm:pt modelId="{981C2505-640C-41BB-ABA6-7F585F8AFC4D}" type="sibTrans" cxnId="{C70992EF-3BB1-4844-891C-2FACEA05E6F3}">
      <dgm:prSet/>
      <dgm:spPr/>
      <dgm:t>
        <a:bodyPr rtlCol="0"/>
        <a:lstStyle>
          <a:defPPr>
            <a:defRPr lang="zh-TW"/>
          </a:defPPr>
        </a:lstStyle>
        <a:p>
          <a:pPr rtl="0"/>
          <a:endParaRPr lang="zh-TW"/>
        </a:p>
      </dgm:t>
    </dgm:pt>
    <dgm:pt modelId="{001208AC-2B83-4157-8BC7-4F75F1BB185F}">
      <dgm:prSet phldrT="[Text]" custT="1"/>
      <dgm:spPr>
        <a:noFill/>
        <a:ln>
          <a:noFill/>
        </a:ln>
      </dgm:spPr>
      <dgm:t>
        <a:bodyPr rtlCol="0"/>
        <a:lstStyle>
          <a:defPPr>
            <a:defRPr lang="zh-TW"/>
          </a:defPPr>
        </a:lstStyle>
        <a:p>
          <a:pPr rtl="0"/>
          <a:r>
            <a:rPr lang="zh-TW" sz="1600">
              <a:solidFill>
                <a:schemeClr val="accent1">
                  <a:lumMod val="50000"/>
                </a:schemeClr>
              </a:solidFill>
            </a:rPr>
            <a:t>Lorem ipsum dolor sit amet, consectetuer adipiscing elit</a:t>
          </a:r>
        </a:p>
      </dgm:t>
    </dgm:pt>
    <dgm:pt modelId="{23E089A8-C021-4217-B1DD-E63492E4945F}" type="parTrans" cxnId="{293C605A-0F05-4710-842B-DF6895DFB245}">
      <dgm:prSet/>
      <dgm:spPr/>
      <dgm:t>
        <a:bodyPr rtlCol="0"/>
        <a:lstStyle>
          <a:defPPr>
            <a:defRPr lang="zh-TW"/>
          </a:defPPr>
        </a:lstStyle>
        <a:p>
          <a:pPr rtl="0"/>
          <a:endParaRPr lang="zh-TW"/>
        </a:p>
      </dgm:t>
    </dgm:pt>
    <dgm:pt modelId="{348D66A9-1494-4296-8103-5209B65CA7F6}" type="sibTrans" cxnId="{293C605A-0F05-4710-842B-DF6895DFB245}">
      <dgm:prSet/>
      <dgm:spPr/>
      <dgm:t>
        <a:bodyPr rtlCol="0"/>
        <a:lstStyle>
          <a:defPPr>
            <a:defRPr lang="zh-TW"/>
          </a:defPPr>
        </a:lstStyle>
        <a:p>
          <a:pPr rtl="0"/>
          <a:endParaRPr lang="zh-TW"/>
        </a:p>
      </dgm:t>
    </dgm:pt>
    <dgm:pt modelId="{06EFAFF8-AA49-40CF-9BBC-7AC941DCB075}">
      <dgm:prSet phldrT="[Text]" custT="1"/>
      <dgm:spPr>
        <a:solidFill>
          <a:schemeClr val="accent1">
            <a:lumMod val="40000"/>
            <a:lumOff val="60000"/>
            <a:alpha val="50000"/>
          </a:schemeClr>
        </a:solidFill>
        <a:ln>
          <a:noFill/>
        </a:ln>
      </dgm:spPr>
      <dgm:t>
        <a:bodyPr rtlCol="0"/>
        <a:lstStyle>
          <a:defPPr>
            <a:defRPr lang="zh-TW"/>
          </a:defPPr>
        </a:lstStyle>
        <a:p>
          <a:pPr rtl="0"/>
          <a:r>
            <a:rPr lang="zh-TW" sz="1900">
              <a:solidFill>
                <a:schemeClr val="tx1"/>
              </a:solidFill>
            </a:rPr>
            <a:t>上路</a:t>
          </a:r>
        </a:p>
      </dgm:t>
    </dgm:pt>
    <dgm:pt modelId="{F862937C-98BE-4CF0-899C-98888EA9A521}" type="parTrans" cxnId="{66EC5C68-9DA5-43B3-AA6E-14E91AFE0431}">
      <dgm:prSet/>
      <dgm:spPr/>
      <dgm:t>
        <a:bodyPr rtlCol="0"/>
        <a:lstStyle>
          <a:defPPr>
            <a:defRPr lang="zh-TW"/>
          </a:defPPr>
        </a:lstStyle>
        <a:p>
          <a:pPr rtl="0"/>
          <a:endParaRPr lang="zh-TW"/>
        </a:p>
      </dgm:t>
    </dgm:pt>
    <dgm:pt modelId="{A0181A8A-87E6-4483-A087-FF165ADA1415}" type="sibTrans" cxnId="{66EC5C68-9DA5-43B3-AA6E-14E91AFE0431}">
      <dgm:prSet/>
      <dgm:spPr/>
      <dgm:t>
        <a:bodyPr rtlCol="0"/>
        <a:lstStyle>
          <a:defPPr>
            <a:defRPr lang="zh-TW"/>
          </a:defPPr>
        </a:lstStyle>
        <a:p>
          <a:pPr rtl="0"/>
          <a:endParaRPr lang="zh-TW"/>
        </a:p>
      </dgm:t>
    </dgm:pt>
    <dgm:pt modelId="{15F5427B-51A0-4B7F-9A84-EF39F600E081}">
      <dgm:prSet phldrT="[Text]" custT="1"/>
      <dgm:spPr>
        <a:noFill/>
        <a:ln>
          <a:noFill/>
        </a:ln>
      </dgm:spPr>
      <dgm:t>
        <a:bodyPr rtlCol="0"/>
        <a:lstStyle>
          <a:defPPr>
            <a:defRPr lang="zh-TW"/>
          </a:defPPr>
        </a:lstStyle>
        <a:p>
          <a:pPr rtl="0"/>
          <a:r>
            <a:rPr lang="zh-TW" sz="1600">
              <a:solidFill>
                <a:schemeClr val="accent1">
                  <a:lumMod val="50000"/>
                </a:schemeClr>
              </a:solidFill>
            </a:rPr>
            <a:t>Lorem ipsum dolor sit amet, consectetuer adipiscing elit</a:t>
          </a:r>
        </a:p>
      </dgm:t>
    </dgm:pt>
    <dgm:pt modelId="{E65D1AB5-DA91-429A-AA2B-6443042C7116}" type="parTrans" cxnId="{4229616D-0B30-4C8A-914C-C770AC25F4CF}">
      <dgm:prSet/>
      <dgm:spPr/>
      <dgm:t>
        <a:bodyPr rtlCol="0"/>
        <a:lstStyle>
          <a:defPPr>
            <a:defRPr lang="zh-TW"/>
          </a:defPPr>
        </a:lstStyle>
        <a:p>
          <a:pPr rtl="0"/>
          <a:endParaRPr lang="zh-TW"/>
        </a:p>
      </dgm:t>
    </dgm:pt>
    <dgm:pt modelId="{308F166C-FFB3-47DA-B89E-F439DF90B520}" type="sibTrans" cxnId="{4229616D-0B30-4C8A-914C-C770AC25F4CF}">
      <dgm:prSet/>
      <dgm:spPr/>
      <dgm:t>
        <a:bodyPr rtlCol="0"/>
        <a:lstStyle>
          <a:defPPr>
            <a:defRPr lang="zh-TW"/>
          </a:defPPr>
        </a:lstStyle>
        <a:p>
          <a:pPr rtl="0"/>
          <a:endParaRPr lang="zh-TW"/>
        </a:p>
      </dgm:t>
    </dgm:pt>
    <dgm:pt modelId="{B46F18F3-713A-45EF-B403-8225C417855E}">
      <dgm:prSet phldrT="[Text]" custT="1"/>
      <dgm:spPr>
        <a:solidFill>
          <a:schemeClr val="accent1">
            <a:lumMod val="40000"/>
            <a:lumOff val="60000"/>
            <a:alpha val="50000"/>
          </a:schemeClr>
        </a:solidFill>
        <a:ln>
          <a:noFill/>
        </a:ln>
      </dgm:spPr>
      <dgm:t>
        <a:bodyPr rtlCol="0"/>
        <a:lstStyle>
          <a:defPPr>
            <a:defRPr lang="zh-TW"/>
          </a:defPPr>
        </a:lstStyle>
        <a:p>
          <a:pPr rtl="0"/>
          <a:r>
            <a:rPr lang="zh-TW" sz="1900">
              <a:solidFill>
                <a:schemeClr val="tx1"/>
              </a:solidFill>
            </a:rPr>
            <a:t>山</a:t>
          </a:r>
        </a:p>
      </dgm:t>
    </dgm:pt>
    <dgm:pt modelId="{800A3811-21A6-40B5-9CE2-D867849DD5EE}" type="parTrans" cxnId="{75160A5F-A4DE-475E-AADF-1BEED1355089}">
      <dgm:prSet/>
      <dgm:spPr/>
      <dgm:t>
        <a:bodyPr rtlCol="0"/>
        <a:lstStyle>
          <a:defPPr>
            <a:defRPr lang="zh-TW"/>
          </a:defPPr>
        </a:lstStyle>
        <a:p>
          <a:pPr rtl="0"/>
          <a:endParaRPr lang="zh-TW"/>
        </a:p>
      </dgm:t>
    </dgm:pt>
    <dgm:pt modelId="{3828CE19-B1AD-4122-BD0B-90ACA19E22C8}" type="sibTrans" cxnId="{75160A5F-A4DE-475E-AADF-1BEED1355089}">
      <dgm:prSet/>
      <dgm:spPr/>
      <dgm:t>
        <a:bodyPr rtlCol="0"/>
        <a:lstStyle>
          <a:defPPr>
            <a:defRPr lang="zh-TW"/>
          </a:defPPr>
        </a:lstStyle>
        <a:p>
          <a:pPr rtl="0"/>
          <a:endParaRPr lang="zh-TW"/>
        </a:p>
      </dgm:t>
    </dgm:pt>
    <dgm:pt modelId="{B85C7C25-7585-4AF6-B040-2824E08BBFEC}">
      <dgm:prSet phldrT="[Text]" custT="1"/>
      <dgm:spPr>
        <a:noFill/>
        <a:ln>
          <a:noFill/>
        </a:ln>
      </dgm:spPr>
      <dgm:t>
        <a:bodyPr rtlCol="0"/>
        <a:lstStyle>
          <a:defPPr>
            <a:defRPr lang="zh-TW"/>
          </a:defPPr>
        </a:lstStyle>
        <a:p>
          <a:pPr rtl="0"/>
          <a:r>
            <a:rPr lang="zh-TW" sz="1600">
              <a:solidFill>
                <a:schemeClr val="accent1">
                  <a:lumMod val="50000"/>
                </a:schemeClr>
              </a:solidFill>
            </a:rPr>
            <a:t>Lorem ipsum dolor sit</a:t>
          </a:r>
          <a:br>
            <a:rPr lang="zh-TW" sz="1600" dirty="0">
              <a:solidFill>
                <a:schemeClr val="accent1">
                  <a:lumMod val="50000"/>
                </a:schemeClr>
              </a:solidFill>
            </a:rPr>
          </a:br>
          <a:r>
            <a:rPr lang="zh-TW" sz="1600">
              <a:solidFill>
                <a:schemeClr val="accent1">
                  <a:lumMod val="50000"/>
                </a:schemeClr>
              </a:solidFill>
            </a:rPr>
            <a:t>amet, consectetuer adipiscing elit</a:t>
          </a:r>
        </a:p>
      </dgm:t>
    </dgm:pt>
    <dgm:pt modelId="{651755EC-E9D9-4B49-82BE-35553DDA5246}" type="parTrans" cxnId="{5C46EE31-F3BE-444C-85A6-82B089159FD8}">
      <dgm:prSet/>
      <dgm:spPr/>
      <dgm:t>
        <a:bodyPr rtlCol="0"/>
        <a:lstStyle>
          <a:defPPr>
            <a:defRPr lang="zh-TW"/>
          </a:defPPr>
        </a:lstStyle>
        <a:p>
          <a:pPr rtl="0"/>
          <a:endParaRPr lang="zh-TW"/>
        </a:p>
      </dgm:t>
    </dgm:pt>
    <dgm:pt modelId="{76ECF19A-5B76-4BF3-83C8-5143AB74468F}" type="sibTrans" cxnId="{5C46EE31-F3BE-444C-85A6-82B089159FD8}">
      <dgm:prSet/>
      <dgm:spPr/>
      <dgm:t>
        <a:bodyPr rtlCol="0"/>
        <a:lstStyle>
          <a:defPPr>
            <a:defRPr lang="zh-TW"/>
          </a:defPPr>
        </a:lstStyle>
        <a:p>
          <a:pPr rtl="0"/>
          <a:endParaRPr lang="zh-TW"/>
        </a:p>
      </dgm:t>
    </dgm:pt>
    <dgm:pt modelId="{D6612E20-ED34-4BD5-9123-54E9EE5BDBD0}" type="pres">
      <dgm:prSet presAssocID="{BD17280B-FC62-43F6-8E59-40D3E4E7160F}" presName="rootNode" presStyleCnt="0">
        <dgm:presLayoutVars>
          <dgm:chMax/>
          <dgm:chPref/>
          <dgm:dir/>
          <dgm:animLvl val="lvl"/>
        </dgm:presLayoutVars>
      </dgm:prSet>
      <dgm:spPr/>
    </dgm:pt>
    <dgm:pt modelId="{B4B05896-9BC4-46B1-8C1D-323874E2C10D}" type="pres">
      <dgm:prSet presAssocID="{4BB700F2-5586-4F06-993B-61B69E8D5B2C}" presName="composite" presStyleCnt="0"/>
      <dgm:spPr/>
    </dgm:pt>
    <dgm:pt modelId="{857B4CA8-411B-47F9-AD8E-CC9E8998191B}" type="pres">
      <dgm:prSet presAssocID="{4BB700F2-5586-4F06-993B-61B69E8D5B2C}" presName="ParentText" presStyleLbl="node1" presStyleIdx="0" presStyleCnt="3" custScaleY="183795" custLinFactY="-11158" custLinFactNeighborY="-100000">
        <dgm:presLayoutVars>
          <dgm:chMax val="1"/>
          <dgm:chPref val="1"/>
          <dgm:bulletEnabled val="1"/>
        </dgm:presLayoutVars>
      </dgm:prSet>
      <dgm:spPr/>
    </dgm:pt>
    <dgm:pt modelId="{105CEA98-93B9-4B2D-B9B9-9537AD997164}" type="pres">
      <dgm:prSet presAssocID="{4BB700F2-5586-4F06-993B-61B69E8D5B2C}" presName="Image" presStyleLbl="bgImgPlace1" presStyleIdx="0" presStyleCnt="3" custLinFactNeighborY="-332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9000" b="-9000"/>
          </a:stretch>
        </a:blipFill>
        <a:ln>
          <a:noFill/>
        </a:ln>
      </dgm:spPr>
      <dgm:extLst>
        <a:ext uri="{E40237B7-FDA0-4F09-8148-C483321AD2D9}">
          <dgm14:cNvPr xmlns:dgm14="http://schemas.microsoft.com/office/drawing/2010/diagram" id="0" name="" descr="Map with pin"/>
        </a:ext>
      </dgm:extLst>
    </dgm:pt>
    <dgm:pt modelId="{082F9D57-96B4-483D-A747-06D859B5D858}" type="pres">
      <dgm:prSet presAssocID="{4BB700F2-5586-4F06-993B-61B69E8D5B2C}" presName="ChildText" presStyleLbl="fgAcc1" presStyleIdx="0" presStyleCnt="3" custScaleX="247876" custLinFactX="-8945" custLinFactY="49222" custLinFactNeighborX="-100000" custLinFactNeighborY="100000">
        <dgm:presLayoutVars>
          <dgm:chMax val="0"/>
          <dgm:chPref val="0"/>
          <dgm:bulletEnabled val="1"/>
        </dgm:presLayoutVars>
      </dgm:prSet>
      <dgm:spPr/>
    </dgm:pt>
    <dgm:pt modelId="{7988FF66-6E7C-43B3-99C6-FA0558526D0B}" type="pres">
      <dgm:prSet presAssocID="{981C2505-640C-41BB-ABA6-7F585F8AFC4D}" presName="sibTrans" presStyleCnt="0"/>
      <dgm:spPr/>
    </dgm:pt>
    <dgm:pt modelId="{7A6D194E-D21C-4316-A81C-C09DEBC24A8D}" type="pres">
      <dgm:prSet presAssocID="{06EFAFF8-AA49-40CF-9BBC-7AC941DCB075}" presName="composite" presStyleCnt="0"/>
      <dgm:spPr/>
    </dgm:pt>
    <dgm:pt modelId="{494B1894-FA4F-4EC1-8E8E-68AEB4899B72}" type="pres">
      <dgm:prSet presAssocID="{06EFAFF8-AA49-40CF-9BBC-7AC941DCB075}" presName="ParentText" presStyleLbl="node1" presStyleIdx="1" presStyleCnt="3" custScaleY="183795" custLinFactY="-11158" custLinFactNeighborX="25798" custLinFactNeighborY="-100000">
        <dgm:presLayoutVars>
          <dgm:chMax val="1"/>
          <dgm:chPref val="1"/>
          <dgm:bulletEnabled val="1"/>
        </dgm:presLayoutVars>
      </dgm:prSet>
      <dgm:spPr/>
    </dgm:pt>
    <dgm:pt modelId="{175B4889-8837-4A51-B8E4-43DED68FD91D}" type="pres">
      <dgm:prSet presAssocID="{06EFAFF8-AA49-40CF-9BBC-7AC941DCB075}" presName="Image" presStyleLbl="bgImgPlace1" presStyleIdx="1" presStyleCnt="3" custLinFactNeighborX="25798" custLinFactNeighborY="-332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9000" b="-9000"/>
          </a:stretch>
        </a:blipFill>
        <a:ln>
          <a:noFill/>
        </a:ln>
      </dgm:spPr>
      <dgm:extLst>
        <a:ext uri="{E40237B7-FDA0-4F09-8148-C483321AD2D9}">
          <dgm14:cNvPr xmlns:dgm14="http://schemas.microsoft.com/office/drawing/2010/diagram" id="0" name="" descr="Map compass"/>
        </a:ext>
      </dgm:extLst>
    </dgm:pt>
    <dgm:pt modelId="{DDAD261B-380A-44B9-A99B-A72499989074}" type="pres">
      <dgm:prSet presAssocID="{06EFAFF8-AA49-40CF-9BBC-7AC941DCB075}" presName="ChildText" presStyleLbl="fgAcc1" presStyleIdx="1" presStyleCnt="3" custScaleX="247876" custLinFactY="43940" custLinFactNeighborX="-64075" custLinFactNeighborY="100000">
        <dgm:presLayoutVars>
          <dgm:chMax val="0"/>
          <dgm:chPref val="0"/>
          <dgm:bulletEnabled val="1"/>
        </dgm:presLayoutVars>
      </dgm:prSet>
      <dgm:spPr/>
    </dgm:pt>
    <dgm:pt modelId="{26483D13-C27B-43DB-A088-D4A387B0A313}" type="pres">
      <dgm:prSet presAssocID="{A0181A8A-87E6-4483-A087-FF165ADA1415}" presName="sibTrans" presStyleCnt="0"/>
      <dgm:spPr/>
    </dgm:pt>
    <dgm:pt modelId="{AB1740CB-ECB5-4994-85D8-B662447BD59A}" type="pres">
      <dgm:prSet presAssocID="{B46F18F3-713A-45EF-B403-8225C417855E}" presName="composite" presStyleCnt="0"/>
      <dgm:spPr/>
    </dgm:pt>
    <dgm:pt modelId="{9BB768B8-97D3-4773-9C90-8CAAE2C66A90}" type="pres">
      <dgm:prSet presAssocID="{B46F18F3-713A-45EF-B403-8225C417855E}" presName="ParentText" presStyleLbl="node1" presStyleIdx="2" presStyleCnt="3" custScaleY="183795" custLinFactY="-11158" custLinFactNeighborX="38515" custLinFactNeighborY="-100000">
        <dgm:presLayoutVars>
          <dgm:chMax val="1"/>
          <dgm:chPref val="1"/>
          <dgm:bulletEnabled val="1"/>
        </dgm:presLayoutVars>
      </dgm:prSet>
      <dgm:spPr/>
    </dgm:pt>
    <dgm:pt modelId="{EA1B9F6F-093C-4E75-8A08-13CC63E48A2A}" type="pres">
      <dgm:prSet presAssocID="{B46F18F3-713A-45EF-B403-8225C417855E}" presName="Image" presStyleLbl="bgImgPlace1" presStyleIdx="2" presStyleCnt="3" custLinFactNeighborX="38515" custLinFactNeighborY="-332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9000" b="-9000"/>
          </a:stretch>
        </a:blipFill>
        <a:ln>
          <a:noFill/>
        </a:ln>
      </dgm:spPr>
      <dgm:extLst>
        <a:ext uri="{E40237B7-FDA0-4F09-8148-C483321AD2D9}">
          <dgm14:cNvPr xmlns:dgm14="http://schemas.microsoft.com/office/drawing/2010/diagram" id="0" name="" descr="Highway scene"/>
        </a:ext>
      </dgm:extLst>
    </dgm:pt>
    <dgm:pt modelId="{6AB589D1-3A2C-4500-AF5C-B9B478C9C905}" type="pres">
      <dgm:prSet presAssocID="{B46F18F3-713A-45EF-B403-8225C417855E}" presName="ChildText" presStyleLbl="fgAcc1" presStyleIdx="2" presStyleCnt="3" custScaleX="247876" custLinFactY="43940" custLinFactNeighborX="-33416" custLinFactNeighborY="100000">
        <dgm:presLayoutVars>
          <dgm:chMax val="0"/>
          <dgm:chPref val="0"/>
          <dgm:bulletEnabled val="1"/>
        </dgm:presLayoutVars>
      </dgm:prSet>
      <dgm:spPr/>
    </dgm:pt>
  </dgm:ptLst>
  <dgm:cxnLst>
    <dgm:cxn modelId="{5C46EE31-F3BE-444C-85A6-82B089159FD8}" srcId="{B46F18F3-713A-45EF-B403-8225C417855E}" destId="{B85C7C25-7585-4AF6-B040-2824E08BBFEC}" srcOrd="0" destOrd="0" parTransId="{651755EC-E9D9-4B49-82BE-35553DDA5246}" sibTransId="{76ECF19A-5B76-4BF3-83C8-5143AB74468F}"/>
    <dgm:cxn modelId="{A6C9023B-25D1-40C9-ACD9-7B058BC56855}" type="presOf" srcId="{001208AC-2B83-4157-8BC7-4F75F1BB185F}" destId="{082F9D57-96B4-483D-A747-06D859B5D858}" srcOrd="0" destOrd="0" presId="urn:microsoft.com/office/officeart/2008/layout/TitledPictureBlocks"/>
    <dgm:cxn modelId="{75160A5F-A4DE-475E-AADF-1BEED1355089}" srcId="{BD17280B-FC62-43F6-8E59-40D3E4E7160F}" destId="{B46F18F3-713A-45EF-B403-8225C417855E}" srcOrd="2" destOrd="0" parTransId="{800A3811-21A6-40B5-9CE2-D867849DD5EE}" sibTransId="{3828CE19-B1AD-4122-BD0B-90ACA19E22C8}"/>
    <dgm:cxn modelId="{66EC5C68-9DA5-43B3-AA6E-14E91AFE0431}" srcId="{BD17280B-FC62-43F6-8E59-40D3E4E7160F}" destId="{06EFAFF8-AA49-40CF-9BBC-7AC941DCB075}" srcOrd="1" destOrd="0" parTransId="{F862937C-98BE-4CF0-899C-98888EA9A521}" sibTransId="{A0181A8A-87E6-4483-A087-FF165ADA1415}"/>
    <dgm:cxn modelId="{7D3F154A-43C1-42C2-A461-09848888C224}" type="presOf" srcId="{BD17280B-FC62-43F6-8E59-40D3E4E7160F}" destId="{D6612E20-ED34-4BD5-9123-54E9EE5BDBD0}" srcOrd="0" destOrd="0" presId="urn:microsoft.com/office/officeart/2008/layout/TitledPictureBlocks"/>
    <dgm:cxn modelId="{4229616D-0B30-4C8A-914C-C770AC25F4CF}" srcId="{06EFAFF8-AA49-40CF-9BBC-7AC941DCB075}" destId="{15F5427B-51A0-4B7F-9A84-EF39F600E081}" srcOrd="0" destOrd="0" parTransId="{E65D1AB5-DA91-429A-AA2B-6443042C7116}" sibTransId="{308F166C-FFB3-47DA-B89E-F439DF90B520}"/>
    <dgm:cxn modelId="{3C63D259-E9E6-4D04-9EE1-19E4ABAF10E6}" type="presOf" srcId="{B85C7C25-7585-4AF6-B040-2824E08BBFEC}" destId="{6AB589D1-3A2C-4500-AF5C-B9B478C9C905}" srcOrd="0" destOrd="0" presId="urn:microsoft.com/office/officeart/2008/layout/TitledPictureBlocks"/>
    <dgm:cxn modelId="{293C605A-0F05-4710-842B-DF6895DFB245}" srcId="{4BB700F2-5586-4F06-993B-61B69E8D5B2C}" destId="{001208AC-2B83-4157-8BC7-4F75F1BB185F}" srcOrd="0" destOrd="0" parTransId="{23E089A8-C021-4217-B1DD-E63492E4945F}" sibTransId="{348D66A9-1494-4296-8103-5209B65CA7F6}"/>
    <dgm:cxn modelId="{7471D784-4790-4A6C-947F-350A907943A0}" type="presOf" srcId="{15F5427B-51A0-4B7F-9A84-EF39F600E081}" destId="{DDAD261B-380A-44B9-A99B-A72499989074}" srcOrd="0" destOrd="0" presId="urn:microsoft.com/office/officeart/2008/layout/TitledPictureBlocks"/>
    <dgm:cxn modelId="{3DDB5A85-1963-42F8-95F7-F2E4AB815EA5}" type="presOf" srcId="{4BB700F2-5586-4F06-993B-61B69E8D5B2C}" destId="{857B4CA8-411B-47F9-AD8E-CC9E8998191B}" srcOrd="0" destOrd="0" presId="urn:microsoft.com/office/officeart/2008/layout/TitledPictureBlocks"/>
    <dgm:cxn modelId="{CBCE80A7-5870-456B-B9B2-11115939557A}" type="presOf" srcId="{B46F18F3-713A-45EF-B403-8225C417855E}" destId="{9BB768B8-97D3-4773-9C90-8CAAE2C66A90}" srcOrd="0" destOrd="0" presId="urn:microsoft.com/office/officeart/2008/layout/TitledPictureBlocks"/>
    <dgm:cxn modelId="{85840DAC-B92B-450B-ACC2-AD9143A56E86}" type="presOf" srcId="{06EFAFF8-AA49-40CF-9BBC-7AC941DCB075}" destId="{494B1894-FA4F-4EC1-8E8E-68AEB4899B72}" srcOrd="0" destOrd="0" presId="urn:microsoft.com/office/officeart/2008/layout/TitledPictureBlocks"/>
    <dgm:cxn modelId="{C70992EF-3BB1-4844-891C-2FACEA05E6F3}" srcId="{BD17280B-FC62-43F6-8E59-40D3E4E7160F}" destId="{4BB700F2-5586-4F06-993B-61B69E8D5B2C}" srcOrd="0" destOrd="0" parTransId="{EC1EA70F-65DC-4C32-BE40-6AE8550B4F5A}" sibTransId="{981C2505-640C-41BB-ABA6-7F585F8AFC4D}"/>
    <dgm:cxn modelId="{098B0552-B3CE-4FCF-81A3-7D34ABF12040}" type="presParOf" srcId="{D6612E20-ED34-4BD5-9123-54E9EE5BDBD0}" destId="{B4B05896-9BC4-46B1-8C1D-323874E2C10D}" srcOrd="0" destOrd="0" presId="urn:microsoft.com/office/officeart/2008/layout/TitledPictureBlocks"/>
    <dgm:cxn modelId="{0CCD1343-3463-4222-BEE8-94300DBD3FEB}" type="presParOf" srcId="{B4B05896-9BC4-46B1-8C1D-323874E2C10D}" destId="{857B4CA8-411B-47F9-AD8E-CC9E8998191B}" srcOrd="0" destOrd="0" presId="urn:microsoft.com/office/officeart/2008/layout/TitledPictureBlocks"/>
    <dgm:cxn modelId="{EB2EB5D4-769D-4E18-93FA-66C964CB0AB5}" type="presParOf" srcId="{B4B05896-9BC4-46B1-8C1D-323874E2C10D}" destId="{105CEA98-93B9-4B2D-B9B9-9537AD997164}" srcOrd="1" destOrd="0" presId="urn:microsoft.com/office/officeart/2008/layout/TitledPictureBlocks"/>
    <dgm:cxn modelId="{DF54F60A-AF19-4A6B-93B1-3D208F01EAD7}" type="presParOf" srcId="{B4B05896-9BC4-46B1-8C1D-323874E2C10D}" destId="{082F9D57-96B4-483D-A747-06D859B5D858}" srcOrd="2" destOrd="0" presId="urn:microsoft.com/office/officeart/2008/layout/TitledPictureBlocks"/>
    <dgm:cxn modelId="{FA6DB764-35D6-49F6-92BE-A7903438DCF2}" type="presParOf" srcId="{D6612E20-ED34-4BD5-9123-54E9EE5BDBD0}" destId="{7988FF66-6E7C-43B3-99C6-FA0558526D0B}" srcOrd="1" destOrd="0" presId="urn:microsoft.com/office/officeart/2008/layout/TitledPictureBlocks"/>
    <dgm:cxn modelId="{2F280672-AB37-4B69-8CE2-BB85B1DF3266}" type="presParOf" srcId="{D6612E20-ED34-4BD5-9123-54E9EE5BDBD0}" destId="{7A6D194E-D21C-4316-A81C-C09DEBC24A8D}" srcOrd="2" destOrd="0" presId="urn:microsoft.com/office/officeart/2008/layout/TitledPictureBlocks"/>
    <dgm:cxn modelId="{A418AAB6-8990-4DB4-ABB7-4D4F7F73F886}" type="presParOf" srcId="{7A6D194E-D21C-4316-A81C-C09DEBC24A8D}" destId="{494B1894-FA4F-4EC1-8E8E-68AEB4899B72}" srcOrd="0" destOrd="0" presId="urn:microsoft.com/office/officeart/2008/layout/TitledPictureBlocks"/>
    <dgm:cxn modelId="{9154CDFA-7D17-445D-AD5B-FDC791C9AA4B}" type="presParOf" srcId="{7A6D194E-D21C-4316-A81C-C09DEBC24A8D}" destId="{175B4889-8837-4A51-B8E4-43DED68FD91D}" srcOrd="1" destOrd="0" presId="urn:microsoft.com/office/officeart/2008/layout/TitledPictureBlocks"/>
    <dgm:cxn modelId="{DD6A8FD7-CB2E-4408-BAE2-EDA9337450AE}" type="presParOf" srcId="{7A6D194E-D21C-4316-A81C-C09DEBC24A8D}" destId="{DDAD261B-380A-44B9-A99B-A72499989074}" srcOrd="2" destOrd="0" presId="urn:microsoft.com/office/officeart/2008/layout/TitledPictureBlocks"/>
    <dgm:cxn modelId="{30789869-D076-45B5-BA54-77F433B3819D}" type="presParOf" srcId="{D6612E20-ED34-4BD5-9123-54E9EE5BDBD0}" destId="{26483D13-C27B-43DB-A088-D4A387B0A313}" srcOrd="3" destOrd="0" presId="urn:microsoft.com/office/officeart/2008/layout/TitledPictureBlocks"/>
    <dgm:cxn modelId="{11032FFB-60EF-449D-A26A-A56A7CC74176}" type="presParOf" srcId="{D6612E20-ED34-4BD5-9123-54E9EE5BDBD0}" destId="{AB1740CB-ECB5-4994-85D8-B662447BD59A}" srcOrd="4" destOrd="0" presId="urn:microsoft.com/office/officeart/2008/layout/TitledPictureBlocks"/>
    <dgm:cxn modelId="{F5CBDD39-0FCC-4342-B765-E7DBEB0B9CBA}" type="presParOf" srcId="{AB1740CB-ECB5-4994-85D8-B662447BD59A}" destId="{9BB768B8-97D3-4773-9C90-8CAAE2C66A90}" srcOrd="0" destOrd="0" presId="urn:microsoft.com/office/officeart/2008/layout/TitledPictureBlocks"/>
    <dgm:cxn modelId="{B8C8FB99-1088-4BFD-BCC1-0E08546A61A6}" type="presParOf" srcId="{AB1740CB-ECB5-4994-85D8-B662447BD59A}" destId="{EA1B9F6F-093C-4E75-8A08-13CC63E48A2A}" srcOrd="1" destOrd="0" presId="urn:microsoft.com/office/officeart/2008/layout/TitledPictureBlocks"/>
    <dgm:cxn modelId="{AC95BEF8-ECFF-40DC-B06D-4C9E4FBE2804}" type="presParOf" srcId="{AB1740CB-ECB5-4994-85D8-B662447BD59A}" destId="{6AB589D1-3A2C-4500-AF5C-B9B478C9C905}" srcOrd="2" destOrd="0" presId="urn:microsoft.com/office/officeart/2008/layout/TitledPictureBlock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10EC527-FC73-4BB8-BCA9-B8661905EC0C}" type="doc">
      <dgm:prSet loTypeId="urn:microsoft.com/office/officeart/2018/5/layout/IconCircleLabelList" loCatId="icon" qsTypeId="urn:microsoft.com/office/officeart/2005/8/quickstyle/simple1" qsCatId="simple" csTypeId="urn:microsoft.com/office/officeart/2005/8/colors/accent2_2" csCatId="accent2" phldr="1"/>
      <dgm:spPr/>
    </dgm:pt>
    <dgm:pt modelId="{E3F0BAD2-119F-440C-9336-9E7D809B9F74}">
      <dgm:prSet phldrT="[Text]"/>
      <dgm:spPr/>
      <dgm:t>
        <a:bodyPr rtlCol="0"/>
        <a:lstStyle>
          <a:defPPr>
            <a:defRPr lang="zh-TW"/>
          </a:defPPr>
        </a:lstStyle>
        <a:p>
          <a:pPr rtl="0">
            <a:lnSpc>
              <a:spcPct val="100000"/>
            </a:lnSpc>
            <a:defRPr lang="zh-TW" cap="all"/>
          </a:pPr>
          <a:r>
            <a:rPr lang="zh-TW"/>
            <a:t>地圖</a:t>
          </a:r>
        </a:p>
      </dgm:t>
    </dgm:pt>
    <dgm:pt modelId="{6F9EF68D-1209-4B59-A575-8F7F015F7E25}" type="parTrans" cxnId="{DAA95642-FA6B-49FC-B670-0245DCCBDDD5}">
      <dgm:prSet/>
      <dgm:spPr/>
      <dgm:t>
        <a:bodyPr rtlCol="0"/>
        <a:lstStyle>
          <a:defPPr>
            <a:defRPr lang="zh-TW"/>
          </a:defPPr>
        </a:lstStyle>
        <a:p>
          <a:pPr rtl="0"/>
          <a:endParaRPr lang="zh-TW"/>
        </a:p>
      </dgm:t>
    </dgm:pt>
    <dgm:pt modelId="{2B8ABA9C-C7E8-44AF-A5D7-6C305C7786AB}" type="sibTrans" cxnId="{DAA95642-FA6B-49FC-B670-0245DCCBDDD5}">
      <dgm:prSet/>
      <dgm:spPr/>
      <dgm:t>
        <a:bodyPr rtlCol="0"/>
        <a:lstStyle>
          <a:defPPr>
            <a:defRPr lang="zh-TW"/>
          </a:defPPr>
        </a:lstStyle>
        <a:p>
          <a:pPr rtl="0"/>
          <a:endParaRPr lang="zh-TW"/>
        </a:p>
      </dgm:t>
    </dgm:pt>
    <dgm:pt modelId="{029F6C02-E90A-46D6-A163-FBBE6B3B02EC}">
      <dgm:prSet phldrT="[Text]"/>
      <dgm:spPr/>
      <dgm:t>
        <a:bodyPr rtlCol="0"/>
        <a:lstStyle>
          <a:defPPr>
            <a:defRPr lang="zh-TW"/>
          </a:defPPr>
        </a:lstStyle>
        <a:p>
          <a:pPr rtl="0">
            <a:lnSpc>
              <a:spcPct val="100000"/>
            </a:lnSpc>
            <a:defRPr lang="zh-TW" cap="all"/>
          </a:pPr>
          <a:r>
            <a:rPr lang="zh-TW"/>
            <a:t>路</a:t>
          </a:r>
        </a:p>
      </dgm:t>
    </dgm:pt>
    <dgm:pt modelId="{1F3D828B-8B48-421A-9D48-5FF1B4D98AB5}" type="parTrans" cxnId="{EE6B32D1-3B2A-439C-950D-01E5C6F3E052}">
      <dgm:prSet/>
      <dgm:spPr/>
      <dgm:t>
        <a:bodyPr rtlCol="0"/>
        <a:lstStyle>
          <a:defPPr>
            <a:defRPr lang="zh-TW"/>
          </a:defPPr>
        </a:lstStyle>
        <a:p>
          <a:pPr rtl="0"/>
          <a:endParaRPr lang="zh-TW"/>
        </a:p>
      </dgm:t>
    </dgm:pt>
    <dgm:pt modelId="{89AD5413-D1DA-453C-B463-9CCC1D4BFAD0}" type="sibTrans" cxnId="{EE6B32D1-3B2A-439C-950D-01E5C6F3E052}">
      <dgm:prSet/>
      <dgm:spPr/>
      <dgm:t>
        <a:bodyPr rtlCol="0"/>
        <a:lstStyle>
          <a:defPPr>
            <a:defRPr lang="zh-TW"/>
          </a:defPPr>
        </a:lstStyle>
        <a:p>
          <a:pPr rtl="0"/>
          <a:endParaRPr lang="zh-TW"/>
        </a:p>
      </dgm:t>
    </dgm:pt>
    <dgm:pt modelId="{5D3611EA-4CF1-4D37-A9F9-248F484AD446}">
      <dgm:prSet phldrT="[Text]"/>
      <dgm:spPr/>
      <dgm:t>
        <a:bodyPr rtlCol="0"/>
        <a:lstStyle>
          <a:defPPr>
            <a:defRPr lang="zh-TW"/>
          </a:defPPr>
        </a:lstStyle>
        <a:p>
          <a:pPr rtl="0">
            <a:lnSpc>
              <a:spcPct val="100000"/>
            </a:lnSpc>
            <a:defRPr lang="zh-TW" cap="all"/>
          </a:pPr>
          <a:r>
            <a:rPr lang="zh-TW"/>
            <a:t>山</a:t>
          </a:r>
        </a:p>
      </dgm:t>
    </dgm:pt>
    <dgm:pt modelId="{DB0602FA-F7A2-4A5C-B75D-D92022E25A69}" type="parTrans" cxnId="{0D4C1A44-0939-49D5-901B-2FB2069C2D9E}">
      <dgm:prSet/>
      <dgm:spPr/>
      <dgm:t>
        <a:bodyPr rtlCol="0"/>
        <a:lstStyle>
          <a:defPPr>
            <a:defRPr lang="zh-TW"/>
          </a:defPPr>
        </a:lstStyle>
        <a:p>
          <a:pPr rtl="0"/>
          <a:endParaRPr lang="zh-TW"/>
        </a:p>
      </dgm:t>
    </dgm:pt>
    <dgm:pt modelId="{5BB20B1C-706C-45AC-818E-F2A4A0497B17}" type="sibTrans" cxnId="{0D4C1A44-0939-49D5-901B-2FB2069C2D9E}">
      <dgm:prSet/>
      <dgm:spPr/>
      <dgm:t>
        <a:bodyPr rtlCol="0"/>
        <a:lstStyle>
          <a:defPPr>
            <a:defRPr lang="zh-TW"/>
          </a:defPPr>
        </a:lstStyle>
        <a:p>
          <a:pPr rtl="0"/>
          <a:endParaRPr lang="zh-TW"/>
        </a:p>
      </dgm:t>
    </dgm:pt>
    <dgm:pt modelId="{FB5DECFE-80A9-4B42-992D-E2E6BA47A685}" type="pres">
      <dgm:prSet presAssocID="{110EC527-FC73-4BB8-BCA9-B8661905EC0C}" presName="root" presStyleCnt="0">
        <dgm:presLayoutVars>
          <dgm:dir/>
          <dgm:resizeHandles val="exact"/>
        </dgm:presLayoutVars>
      </dgm:prSet>
      <dgm:spPr/>
    </dgm:pt>
    <dgm:pt modelId="{790B2303-FF5E-4930-8DB1-8EBFC19A935F}" type="pres">
      <dgm:prSet presAssocID="{E3F0BAD2-119F-440C-9336-9E7D809B9F74}" presName="compNode" presStyleCnt="0"/>
      <dgm:spPr/>
    </dgm:pt>
    <dgm:pt modelId="{2BC80086-FAD2-4337-9774-2D11ADB6338B}" type="pres">
      <dgm:prSet presAssocID="{E3F0BAD2-119F-440C-9336-9E7D809B9F74}" presName="iconBgRect" presStyleLbl="bgShp" presStyleIdx="0" presStyleCnt="3"/>
      <dgm:spPr/>
    </dgm:pt>
    <dgm:pt modelId="{547679B3-5DF2-432F-B901-3F4B938B918B}" type="pres">
      <dgm:prSet presAssocID="{E3F0BAD2-119F-440C-9336-9E7D809B9F7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p with pin"/>
        </a:ext>
      </dgm:extLst>
    </dgm:pt>
    <dgm:pt modelId="{63E7C388-AA63-4D5C-85CA-44D4A56B3F21}" type="pres">
      <dgm:prSet presAssocID="{E3F0BAD2-119F-440C-9336-9E7D809B9F74}" presName="spaceRect" presStyleCnt="0"/>
      <dgm:spPr/>
    </dgm:pt>
    <dgm:pt modelId="{F497D422-E586-4CF3-B912-222307DB1AF1}" type="pres">
      <dgm:prSet presAssocID="{E3F0BAD2-119F-440C-9336-9E7D809B9F74}" presName="textRect" presStyleLbl="revTx" presStyleIdx="0" presStyleCnt="3">
        <dgm:presLayoutVars>
          <dgm:chMax val="1"/>
          <dgm:chPref val="1"/>
        </dgm:presLayoutVars>
      </dgm:prSet>
      <dgm:spPr/>
    </dgm:pt>
    <dgm:pt modelId="{AA34999D-90FD-40C4-90FE-54B44B49C216}" type="pres">
      <dgm:prSet presAssocID="{2B8ABA9C-C7E8-44AF-A5D7-6C305C7786AB}" presName="sibTrans" presStyleCnt="0"/>
      <dgm:spPr/>
    </dgm:pt>
    <dgm:pt modelId="{9A986550-515A-4BB5-A739-14C607548DB3}" type="pres">
      <dgm:prSet presAssocID="{029F6C02-E90A-46D6-A163-FBBE6B3B02EC}" presName="compNode" presStyleCnt="0"/>
      <dgm:spPr/>
    </dgm:pt>
    <dgm:pt modelId="{84D6A2B4-D034-4471-9540-2B564C1C8C94}" type="pres">
      <dgm:prSet presAssocID="{029F6C02-E90A-46D6-A163-FBBE6B3B02EC}" presName="iconBgRect" presStyleLbl="bgShp" presStyleIdx="1" presStyleCnt="3"/>
      <dgm:spPr/>
    </dgm:pt>
    <dgm:pt modelId="{8EA5C1F8-EBAD-49DC-B916-3B1778787CB8}" type="pres">
      <dgm:prSet presAssocID="{029F6C02-E90A-46D6-A163-FBBE6B3B02E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way scene"/>
        </a:ext>
      </dgm:extLst>
    </dgm:pt>
    <dgm:pt modelId="{BAC689FF-3ECF-4171-A0CC-3AED22BE073E}" type="pres">
      <dgm:prSet presAssocID="{029F6C02-E90A-46D6-A163-FBBE6B3B02EC}" presName="spaceRect" presStyleCnt="0"/>
      <dgm:spPr/>
    </dgm:pt>
    <dgm:pt modelId="{02334A97-4D09-4C79-B2B5-07BE1FF63668}" type="pres">
      <dgm:prSet presAssocID="{029F6C02-E90A-46D6-A163-FBBE6B3B02EC}" presName="textRect" presStyleLbl="revTx" presStyleIdx="1" presStyleCnt="3">
        <dgm:presLayoutVars>
          <dgm:chMax val="1"/>
          <dgm:chPref val="1"/>
        </dgm:presLayoutVars>
      </dgm:prSet>
      <dgm:spPr/>
    </dgm:pt>
    <dgm:pt modelId="{61DC4152-B044-4689-9F48-A6837758D376}" type="pres">
      <dgm:prSet presAssocID="{89AD5413-D1DA-453C-B463-9CCC1D4BFAD0}" presName="sibTrans" presStyleCnt="0"/>
      <dgm:spPr/>
    </dgm:pt>
    <dgm:pt modelId="{FF1FDFD2-62A2-44E9-B424-C307DA4F5EE2}" type="pres">
      <dgm:prSet presAssocID="{5D3611EA-4CF1-4D37-A9F9-248F484AD446}" presName="compNode" presStyleCnt="0"/>
      <dgm:spPr/>
    </dgm:pt>
    <dgm:pt modelId="{45ED88D5-1FA1-4FD0-90D9-6371DD60718F}" type="pres">
      <dgm:prSet presAssocID="{5D3611EA-4CF1-4D37-A9F9-248F484AD446}" presName="iconBgRect" presStyleLbl="bgShp" presStyleIdx="2" presStyleCnt="3"/>
      <dgm:spPr/>
    </dgm:pt>
    <dgm:pt modelId="{275F9911-9DBD-4B56-BCFF-7F94F0387671}" type="pres">
      <dgm:prSet presAssocID="{5D3611EA-4CF1-4D37-A9F9-248F484AD44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untains"/>
        </a:ext>
      </dgm:extLst>
    </dgm:pt>
    <dgm:pt modelId="{43DB35EC-C7C0-4164-806E-A00DD238F204}" type="pres">
      <dgm:prSet presAssocID="{5D3611EA-4CF1-4D37-A9F9-248F484AD446}" presName="spaceRect" presStyleCnt="0"/>
      <dgm:spPr/>
    </dgm:pt>
    <dgm:pt modelId="{C0B93E8E-4067-4888-A70B-28FA0A3F3CD3}" type="pres">
      <dgm:prSet presAssocID="{5D3611EA-4CF1-4D37-A9F9-248F484AD446}" presName="textRect" presStyleLbl="revTx" presStyleIdx="2" presStyleCnt="3">
        <dgm:presLayoutVars>
          <dgm:chMax val="1"/>
          <dgm:chPref val="1"/>
        </dgm:presLayoutVars>
      </dgm:prSet>
      <dgm:spPr/>
    </dgm:pt>
  </dgm:ptLst>
  <dgm:cxnLst>
    <dgm:cxn modelId="{8BD5472E-322F-495E-B919-986F9C50CBFB}" type="presOf" srcId="{029F6C02-E90A-46D6-A163-FBBE6B3B02EC}" destId="{02334A97-4D09-4C79-B2B5-07BE1FF63668}" srcOrd="0" destOrd="0" presId="urn:microsoft.com/office/officeart/2018/5/layout/IconCircleLabelList"/>
    <dgm:cxn modelId="{DAA95642-FA6B-49FC-B670-0245DCCBDDD5}" srcId="{110EC527-FC73-4BB8-BCA9-B8661905EC0C}" destId="{E3F0BAD2-119F-440C-9336-9E7D809B9F74}" srcOrd="0" destOrd="0" parTransId="{6F9EF68D-1209-4B59-A575-8F7F015F7E25}" sibTransId="{2B8ABA9C-C7E8-44AF-A5D7-6C305C7786AB}"/>
    <dgm:cxn modelId="{0D4C1A44-0939-49D5-901B-2FB2069C2D9E}" srcId="{110EC527-FC73-4BB8-BCA9-B8661905EC0C}" destId="{5D3611EA-4CF1-4D37-A9F9-248F484AD446}" srcOrd="2" destOrd="0" parTransId="{DB0602FA-F7A2-4A5C-B75D-D92022E25A69}" sibTransId="{5BB20B1C-706C-45AC-818E-F2A4A0497B17}"/>
    <dgm:cxn modelId="{97A9AF66-CB5B-4C30-86E7-B38AFC0CC35F}" type="presOf" srcId="{5D3611EA-4CF1-4D37-A9F9-248F484AD446}" destId="{C0B93E8E-4067-4888-A70B-28FA0A3F3CD3}" srcOrd="0" destOrd="0" presId="urn:microsoft.com/office/officeart/2018/5/layout/IconCircleLabelList"/>
    <dgm:cxn modelId="{5E9503BF-D14D-4BA5-98A1-9F6E56D102A6}" type="presOf" srcId="{E3F0BAD2-119F-440C-9336-9E7D809B9F74}" destId="{F497D422-E586-4CF3-B912-222307DB1AF1}" srcOrd="0" destOrd="0" presId="urn:microsoft.com/office/officeart/2018/5/layout/IconCircleLabelList"/>
    <dgm:cxn modelId="{EE6B32D1-3B2A-439C-950D-01E5C6F3E052}" srcId="{110EC527-FC73-4BB8-BCA9-B8661905EC0C}" destId="{029F6C02-E90A-46D6-A163-FBBE6B3B02EC}" srcOrd="1" destOrd="0" parTransId="{1F3D828B-8B48-421A-9D48-5FF1B4D98AB5}" sibTransId="{89AD5413-D1DA-453C-B463-9CCC1D4BFAD0}"/>
    <dgm:cxn modelId="{41C706D4-7EDB-4437-A4C0-CDA56BA40B03}" type="presOf" srcId="{110EC527-FC73-4BB8-BCA9-B8661905EC0C}" destId="{FB5DECFE-80A9-4B42-992D-E2E6BA47A685}" srcOrd="0" destOrd="0" presId="urn:microsoft.com/office/officeart/2018/5/layout/IconCircleLabelList"/>
    <dgm:cxn modelId="{00E5860B-1F34-49D2-A0B0-830B5BB8E73C}" type="presParOf" srcId="{FB5DECFE-80A9-4B42-992D-E2E6BA47A685}" destId="{790B2303-FF5E-4930-8DB1-8EBFC19A935F}" srcOrd="0" destOrd="0" presId="urn:microsoft.com/office/officeart/2018/5/layout/IconCircleLabelList"/>
    <dgm:cxn modelId="{CE614D79-197C-48D1-9161-C2831C8FE903}" type="presParOf" srcId="{790B2303-FF5E-4930-8DB1-8EBFC19A935F}" destId="{2BC80086-FAD2-4337-9774-2D11ADB6338B}" srcOrd="0" destOrd="0" presId="urn:microsoft.com/office/officeart/2018/5/layout/IconCircleLabelList"/>
    <dgm:cxn modelId="{D71D3B70-A4C2-4B9E-A1CE-3607BAFBD02F}" type="presParOf" srcId="{790B2303-FF5E-4930-8DB1-8EBFC19A935F}" destId="{547679B3-5DF2-432F-B901-3F4B938B918B}" srcOrd="1" destOrd="0" presId="urn:microsoft.com/office/officeart/2018/5/layout/IconCircleLabelList"/>
    <dgm:cxn modelId="{B92D7A05-3763-4763-939A-AC2FC0D3B713}" type="presParOf" srcId="{790B2303-FF5E-4930-8DB1-8EBFC19A935F}" destId="{63E7C388-AA63-4D5C-85CA-44D4A56B3F21}" srcOrd="2" destOrd="0" presId="urn:microsoft.com/office/officeart/2018/5/layout/IconCircleLabelList"/>
    <dgm:cxn modelId="{09C82F25-B286-4399-8117-C8BD232DD91B}" type="presParOf" srcId="{790B2303-FF5E-4930-8DB1-8EBFC19A935F}" destId="{F497D422-E586-4CF3-B912-222307DB1AF1}" srcOrd="3" destOrd="0" presId="urn:microsoft.com/office/officeart/2018/5/layout/IconCircleLabelList"/>
    <dgm:cxn modelId="{00407316-684C-4FCD-BA52-CBD457B68F46}" type="presParOf" srcId="{FB5DECFE-80A9-4B42-992D-E2E6BA47A685}" destId="{AA34999D-90FD-40C4-90FE-54B44B49C216}" srcOrd="1" destOrd="0" presId="urn:microsoft.com/office/officeart/2018/5/layout/IconCircleLabelList"/>
    <dgm:cxn modelId="{388992FD-F8CA-4DDD-8CD5-ED012108C4E5}" type="presParOf" srcId="{FB5DECFE-80A9-4B42-992D-E2E6BA47A685}" destId="{9A986550-515A-4BB5-A739-14C607548DB3}" srcOrd="2" destOrd="0" presId="urn:microsoft.com/office/officeart/2018/5/layout/IconCircleLabelList"/>
    <dgm:cxn modelId="{730F9FF4-5B0E-499F-87DC-BECE5FBE52C3}" type="presParOf" srcId="{9A986550-515A-4BB5-A739-14C607548DB3}" destId="{84D6A2B4-D034-4471-9540-2B564C1C8C94}" srcOrd="0" destOrd="0" presId="urn:microsoft.com/office/officeart/2018/5/layout/IconCircleLabelList"/>
    <dgm:cxn modelId="{352A7C1D-8F7E-4AB4-8A2B-920D5B4FD458}" type="presParOf" srcId="{9A986550-515A-4BB5-A739-14C607548DB3}" destId="{8EA5C1F8-EBAD-49DC-B916-3B1778787CB8}" srcOrd="1" destOrd="0" presId="urn:microsoft.com/office/officeart/2018/5/layout/IconCircleLabelList"/>
    <dgm:cxn modelId="{84615C52-EBE1-4478-BDF4-A1875D9A26A1}" type="presParOf" srcId="{9A986550-515A-4BB5-A739-14C607548DB3}" destId="{BAC689FF-3ECF-4171-A0CC-3AED22BE073E}" srcOrd="2" destOrd="0" presId="urn:microsoft.com/office/officeart/2018/5/layout/IconCircleLabelList"/>
    <dgm:cxn modelId="{E9D1FD07-46BC-4759-BD3B-FCEF9EA2272D}" type="presParOf" srcId="{9A986550-515A-4BB5-A739-14C607548DB3}" destId="{02334A97-4D09-4C79-B2B5-07BE1FF63668}" srcOrd="3" destOrd="0" presId="urn:microsoft.com/office/officeart/2018/5/layout/IconCircleLabelList"/>
    <dgm:cxn modelId="{32158118-16CC-4423-B499-CC184013A528}" type="presParOf" srcId="{FB5DECFE-80A9-4B42-992D-E2E6BA47A685}" destId="{61DC4152-B044-4689-9F48-A6837758D376}" srcOrd="3" destOrd="0" presId="urn:microsoft.com/office/officeart/2018/5/layout/IconCircleLabelList"/>
    <dgm:cxn modelId="{D1050746-A1BA-4937-B97C-4A05DE23A4E9}" type="presParOf" srcId="{FB5DECFE-80A9-4B42-992D-E2E6BA47A685}" destId="{FF1FDFD2-62A2-44E9-B424-C307DA4F5EE2}" srcOrd="4" destOrd="0" presId="urn:microsoft.com/office/officeart/2018/5/layout/IconCircleLabelList"/>
    <dgm:cxn modelId="{F108FF96-F5E8-41AF-849F-FD57215C9D31}" type="presParOf" srcId="{FF1FDFD2-62A2-44E9-B424-C307DA4F5EE2}" destId="{45ED88D5-1FA1-4FD0-90D9-6371DD60718F}" srcOrd="0" destOrd="0" presId="urn:microsoft.com/office/officeart/2018/5/layout/IconCircleLabelList"/>
    <dgm:cxn modelId="{9943573E-2470-4467-8F8E-00B11A99342D}" type="presParOf" srcId="{FF1FDFD2-62A2-44E9-B424-C307DA4F5EE2}" destId="{275F9911-9DBD-4B56-BCFF-7F94F0387671}" srcOrd="1" destOrd="0" presId="urn:microsoft.com/office/officeart/2018/5/layout/IconCircleLabelList"/>
    <dgm:cxn modelId="{80BCF5E5-7FDB-444F-8D12-0DED629AE308}" type="presParOf" srcId="{FF1FDFD2-62A2-44E9-B424-C307DA4F5EE2}" destId="{43DB35EC-C7C0-4164-806E-A00DD238F204}" srcOrd="2" destOrd="0" presId="urn:microsoft.com/office/officeart/2018/5/layout/IconCircleLabelList"/>
    <dgm:cxn modelId="{F589ED6D-5894-4738-B5C1-85E49A638C47}" type="presParOf" srcId="{FF1FDFD2-62A2-44E9-B424-C307DA4F5EE2}" destId="{C0B93E8E-4067-4888-A70B-28FA0A3F3CD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F07F19-1F50-4B42-A7A0-278DF9D25BB1}" type="doc">
      <dgm:prSet loTypeId="urn:microsoft.com/office/officeart/2005/8/layout/vProcess5" loCatId="process" qsTypeId="urn:microsoft.com/office/officeart/2005/8/quickstyle/simple1" qsCatId="simple" csTypeId="urn:microsoft.com/office/officeart/2005/8/colors/accent1_2" csCatId="accent1" phldr="1"/>
      <dgm:spPr/>
      <dgm:t>
        <a:bodyPr rtlCol="0"/>
        <a:lstStyle>
          <a:defPPr>
            <a:defRPr lang="zh-TW"/>
          </a:defPPr>
        </a:lstStyle>
        <a:p>
          <a:pPr rtl="0"/>
          <a:endParaRPr lang="zh-TW"/>
        </a:p>
      </dgm:t>
    </dgm:pt>
    <dgm:pt modelId="{F05611F0-8256-4954-B6CB-ED6B4F2DD397}">
      <dgm:prSet custT="1"/>
      <dgm:spPr>
        <a:solidFill>
          <a:schemeClr val="accent1"/>
        </a:solidFill>
        <a:ln>
          <a:noFill/>
        </a:ln>
      </dgm:spPr>
      <dgm:t>
        <a:bodyPr lIns="288000" rtlCol="0"/>
        <a:lstStyle>
          <a:defPPr>
            <a:defRPr lang="zh-TW"/>
          </a:defPPr>
        </a:lstStyle>
        <a:p>
          <a:pPr rtl="0"/>
          <a:r>
            <a:rPr lang="zh-TW" sz="2400"/>
            <a:t>課程 2。</a:t>
          </a:r>
          <a:r>
            <a:rPr lang="zh-TW" sz="1600">
              <a:solidFill>
                <a:schemeClr val="accent1">
                  <a:lumMod val="20000"/>
                  <a:lumOff val="80000"/>
                </a:schemeClr>
              </a:solidFill>
            </a:rPr>
            <a:t>S</a:t>
          </a:r>
          <a:r>
            <a:rPr lang="zh-TW" sz="1600" b="0" i="0">
              <a:solidFill>
                <a:schemeClr val="accent1">
                  <a:lumMod val="20000"/>
                  <a:lumOff val="80000"/>
                </a:schemeClr>
              </a:solidFill>
            </a:rPr>
            <a:t>ed ut perspiciatis unde omnis iste natus error sit voluptatem</a:t>
          </a:r>
          <a:endParaRPr lang="zh-TW" sz="1600" dirty="0">
            <a:solidFill>
              <a:schemeClr val="accent1">
                <a:lumMod val="20000"/>
                <a:lumOff val="8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a:solidFill>
          <a:schemeClr val="accent1">
            <a:lumMod val="40000"/>
            <a:lumOff val="60000"/>
          </a:schemeClr>
        </a:solidFill>
        <a:ln>
          <a:noFill/>
        </a:ln>
      </dgm:spPr>
      <dgm:t>
        <a:bodyPr rtlCol="0"/>
        <a:lstStyle>
          <a:defPPr>
            <a:defRPr lang="zh-TW"/>
          </a:defPPr>
        </a:lstStyle>
        <a:p>
          <a:pPr rtl="0"/>
          <a:endParaRPr lang="zh-TW" dirty="0"/>
        </a:p>
      </dgm:t>
    </dgm:pt>
    <dgm:pt modelId="{22625139-F93A-4F3F-A7AA-4923A01AEDF3}">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3。</a:t>
          </a:r>
          <a:r>
            <a:rPr lang="zh-TW" sz="1600">
              <a:solidFill>
                <a:schemeClr val="tx1">
                  <a:alpha val="70000"/>
                </a:schemeClr>
              </a:solidFill>
            </a:rPr>
            <a:t>Lorem ipsum dolor sit amet, consectetuer adipiscing elit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a:solidFill>
          <a:schemeClr val="accent1">
            <a:lumMod val="40000"/>
            <a:lumOff val="60000"/>
          </a:schemeClr>
        </a:solidFill>
        <a:ln>
          <a:noFill/>
        </a:ln>
      </dgm:spPr>
      <dgm:t>
        <a:bodyPr rtlCol="0"/>
        <a:lstStyle>
          <a:defPPr>
            <a:defRPr lang="zh-TW"/>
          </a:defPPr>
        </a:lstStyle>
        <a:p>
          <a:pPr rtl="0"/>
          <a:endParaRPr lang="zh-TW" dirty="0"/>
        </a:p>
      </dgm:t>
    </dgm:pt>
    <dgm:pt modelId="{140952D0-0E1D-4F48-9F16-53581487CFA0}">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4。</a:t>
          </a:r>
          <a:r>
            <a:rPr lang="zh-TW" sz="1600">
              <a:solidFill>
                <a:schemeClr val="tx1">
                  <a:alpha val="70000"/>
                </a:schemeClr>
              </a:solidFill>
            </a:rPr>
            <a:t>S</a:t>
          </a:r>
          <a:r>
            <a:rPr lang="zh-TW" sz="1600" b="0" i="0">
              <a:solidFill>
                <a:schemeClr val="tx1">
                  <a:alpha val="70000"/>
                </a:schemeClr>
              </a:solidFill>
            </a:rPr>
            <a:t>ed ut perspiciatis unde omnis iste natus error sit voluptatem</a:t>
          </a:r>
          <a:endParaRPr lang="zh-TW" sz="1600" dirty="0">
            <a:solidFill>
              <a:schemeClr val="tx1">
                <a:alpha val="7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a:solidFill>
          <a:schemeClr val="accent1">
            <a:lumMod val="40000"/>
            <a:lumOff val="60000"/>
          </a:schemeClr>
        </a:solidFill>
        <a:ln>
          <a:noFill/>
        </a:ln>
      </dgm:spPr>
      <dgm:t>
        <a:bodyPr rtlCol="0"/>
        <a:lstStyle>
          <a:defPPr>
            <a:defRPr lang="zh-TW"/>
          </a:defPPr>
        </a:lstStyle>
        <a:p>
          <a:pPr rtl="0"/>
          <a:endParaRPr lang="zh-TW" dirty="0"/>
        </a:p>
      </dgm:t>
    </dgm:pt>
    <dgm:pt modelId="{C2F8C7F7-44C4-414A-BCCD-56E91DD0A777}">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5。</a:t>
          </a:r>
          <a:r>
            <a:rPr lang="zh-TW" sz="1600">
              <a:solidFill>
                <a:schemeClr val="tx1">
                  <a:alpha val="70000"/>
                </a:schemeClr>
              </a:solidFill>
            </a:rPr>
            <a:t>Lorem ipsum dolor sit amet, consectetuer adipiscing elit</a:t>
          </a:r>
          <a:r>
            <a:rPr lang="zh-TW" sz="1600">
              <a:solidFill>
                <a:schemeClr val="accent1">
                  <a:lumMod val="60000"/>
                  <a:lumOff val="40000"/>
                  <a:alpha val="70000"/>
                </a:schemeClr>
              </a:solidFill>
            </a:rPr>
            <a:t> </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2EE95FC5-CD6B-4A50-9262-DC414E16C3EA}">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1。</a:t>
          </a:r>
          <a:r>
            <a:rPr lang="zh-TW" sz="1600">
              <a:solidFill>
                <a:schemeClr val="tx1">
                  <a:alpha val="70000"/>
                </a:schemeClr>
              </a:solidFill>
            </a:rPr>
            <a:t>Lorem ipsum dolor sit amet, consectetuer adipiscing elit</a:t>
          </a:r>
          <a:endParaRPr lang="zh-TW" sz="2000" dirty="0">
            <a:solidFill>
              <a:schemeClr val="tx1">
                <a:alpha val="70000"/>
              </a:schemeClr>
            </a:solidFill>
          </a:endParaRPr>
        </a:p>
      </dgm:t>
    </dgm:pt>
    <dgm:pt modelId="{C99EBBB1-E916-471C-83C9-ABE85B42AC26}" type="sibTrans" cxnId="{B3F19EC2-A372-4EC3-BFE0-C62FFDFE3DF6}">
      <dgm:prSet/>
      <dgm:spPr>
        <a:solidFill>
          <a:schemeClr val="accent1">
            <a:lumMod val="40000"/>
            <a:lumOff val="60000"/>
          </a:schemeClr>
        </a:solidFill>
        <a:ln>
          <a:noFill/>
        </a:ln>
      </dgm:spPr>
      <dgm:t>
        <a:bodyPr rtlCol="0"/>
        <a:lstStyle>
          <a:defPPr>
            <a:defRPr lang="zh-TW"/>
          </a:defPPr>
        </a:lstStyle>
        <a:p>
          <a:pPr rtl="0"/>
          <a:endParaRPr lang="zh-TW" dirty="0"/>
        </a:p>
      </dgm:t>
    </dgm:pt>
    <dgm:pt modelId="{75374347-884B-4721-8CFF-DF080F5B1C79}" type="parTrans" cxnId="{B3F19EC2-A372-4EC3-BFE0-C62FFDFE3DF6}">
      <dgm:prSet/>
      <dgm:spPr/>
      <dgm:t>
        <a:bodyPr rtlCol="0"/>
        <a:lstStyle>
          <a:defPPr>
            <a:defRPr lang="zh-TW"/>
          </a:defPPr>
        </a:lstStyle>
        <a:p>
          <a:pPr rtl="0"/>
          <a:endParaRPr lang="zh-TW"/>
        </a:p>
      </dgm:t>
    </dgm:pt>
    <dgm:pt modelId="{F7C64FE4-B743-4173-AF38-E15B373860BB}" type="pres">
      <dgm:prSet presAssocID="{D0F07F19-1F50-4B42-A7A0-278DF9D25BB1}" presName="outerComposite" presStyleCnt="0">
        <dgm:presLayoutVars>
          <dgm:chMax val="5"/>
          <dgm:dir/>
          <dgm:resizeHandles val="exact"/>
        </dgm:presLayoutVars>
      </dgm:prSet>
      <dgm:spPr/>
    </dgm:pt>
    <dgm:pt modelId="{38EDE452-776E-43EB-9FFD-1764B73AB173}" type="pres">
      <dgm:prSet presAssocID="{D0F07F19-1F50-4B42-A7A0-278DF9D25BB1}" presName="dummyMaxCanvas" presStyleCnt="0">
        <dgm:presLayoutVars/>
      </dgm:prSet>
      <dgm:spPr/>
    </dgm:pt>
    <dgm:pt modelId="{25D33812-34D6-4226-A6D4-51F7D7EAA1C7}" type="pres">
      <dgm:prSet presAssocID="{D0F07F19-1F50-4B42-A7A0-278DF9D25BB1}" presName="FiveNodes_1" presStyleLbl="node1" presStyleIdx="0" presStyleCnt="5" custLinFactNeighborX="4" custLinFactNeighborY="-8469">
        <dgm:presLayoutVars>
          <dgm:bulletEnabled val="1"/>
        </dgm:presLayoutVars>
      </dgm:prSet>
      <dgm:spPr>
        <a:prstGeom prst="rect">
          <a:avLst/>
        </a:prstGeom>
      </dgm:spPr>
    </dgm:pt>
    <dgm:pt modelId="{7C86B145-1C2E-46BD-BE62-C42C80C5A654}" type="pres">
      <dgm:prSet presAssocID="{D0F07F19-1F50-4B42-A7A0-278DF9D25BB1}" presName="FiveNodes_2" presStyleLbl="node1" presStyleIdx="1" presStyleCnt="5">
        <dgm:presLayoutVars>
          <dgm:bulletEnabled val="1"/>
        </dgm:presLayoutVars>
      </dgm:prSet>
      <dgm:spPr>
        <a:prstGeom prst="rect">
          <a:avLst/>
        </a:prstGeom>
      </dgm:spPr>
    </dgm:pt>
    <dgm:pt modelId="{862B5B41-53F5-454A-B8E6-70B721DC8B9A}" type="pres">
      <dgm:prSet presAssocID="{D0F07F19-1F50-4B42-A7A0-278DF9D25BB1}" presName="FiveNodes_3" presStyleLbl="node1" presStyleIdx="2" presStyleCnt="5">
        <dgm:presLayoutVars>
          <dgm:bulletEnabled val="1"/>
        </dgm:presLayoutVars>
      </dgm:prSet>
      <dgm:spPr>
        <a:prstGeom prst="rect">
          <a:avLst/>
        </a:prstGeom>
      </dgm:spPr>
    </dgm:pt>
    <dgm:pt modelId="{D134E212-FDD1-424A-968F-869017AD5171}" type="pres">
      <dgm:prSet presAssocID="{D0F07F19-1F50-4B42-A7A0-278DF9D25BB1}" presName="FiveNodes_4" presStyleLbl="node1" presStyleIdx="3" presStyleCnt="5">
        <dgm:presLayoutVars>
          <dgm:bulletEnabled val="1"/>
        </dgm:presLayoutVars>
      </dgm:prSet>
      <dgm:spPr>
        <a:prstGeom prst="rect">
          <a:avLst/>
        </a:prstGeom>
      </dgm:spPr>
    </dgm:pt>
    <dgm:pt modelId="{9CB462FF-72B3-4BFA-B916-65C5CB432162}" type="pres">
      <dgm:prSet presAssocID="{D0F07F19-1F50-4B42-A7A0-278DF9D25BB1}" presName="FiveNodes_5" presStyleLbl="node1" presStyleIdx="4" presStyleCnt="5">
        <dgm:presLayoutVars>
          <dgm:bulletEnabled val="1"/>
        </dgm:presLayoutVars>
      </dgm:prSet>
      <dgm:spPr>
        <a:prstGeom prst="rect">
          <a:avLst/>
        </a:prstGeom>
      </dgm:spPr>
    </dgm:pt>
    <dgm:pt modelId="{0CB2EC4F-D832-4AE2-86CC-14F684CFA4E5}" type="pres">
      <dgm:prSet presAssocID="{D0F07F19-1F50-4B42-A7A0-278DF9D25BB1}" presName="FiveConn_1-2" presStyleLbl="fgAccFollowNode1" presStyleIdx="0" presStyleCnt="4" custLinFactNeighborX="-50815">
        <dgm:presLayoutVars>
          <dgm:bulletEnabled val="1"/>
        </dgm:presLayoutVars>
      </dgm:prSet>
      <dgm:spPr/>
    </dgm:pt>
    <dgm:pt modelId="{03DA9257-7161-48BA-BB8E-B2323EF3B158}" type="pres">
      <dgm:prSet presAssocID="{D0F07F19-1F50-4B42-A7A0-278DF9D25BB1}" presName="FiveConn_2-3" presStyleLbl="fgAccFollowNode1" presStyleIdx="1" presStyleCnt="4" custLinFactNeighborX="-50815">
        <dgm:presLayoutVars>
          <dgm:bulletEnabled val="1"/>
        </dgm:presLayoutVars>
      </dgm:prSet>
      <dgm:spPr/>
    </dgm:pt>
    <dgm:pt modelId="{6FEE3320-F765-411D-B4AD-9D1CFC5DEDDD}" type="pres">
      <dgm:prSet presAssocID="{D0F07F19-1F50-4B42-A7A0-278DF9D25BB1}" presName="FiveConn_3-4" presStyleLbl="fgAccFollowNode1" presStyleIdx="2" presStyleCnt="4" custLinFactNeighborX="-50815">
        <dgm:presLayoutVars>
          <dgm:bulletEnabled val="1"/>
        </dgm:presLayoutVars>
      </dgm:prSet>
      <dgm:spPr/>
    </dgm:pt>
    <dgm:pt modelId="{E32DC1E0-C267-4605-BE6F-5701FC898420}" type="pres">
      <dgm:prSet presAssocID="{D0F07F19-1F50-4B42-A7A0-278DF9D25BB1}" presName="FiveConn_4-5" presStyleLbl="fgAccFollowNode1" presStyleIdx="3" presStyleCnt="4" custLinFactNeighborX="-50815">
        <dgm:presLayoutVars>
          <dgm:bulletEnabled val="1"/>
        </dgm:presLayoutVars>
      </dgm:prSet>
      <dgm:spPr/>
    </dgm:pt>
    <dgm:pt modelId="{A130DAD6-1C3C-4736-BA6C-AFB4505579B9}" type="pres">
      <dgm:prSet presAssocID="{D0F07F19-1F50-4B42-A7A0-278DF9D25BB1}" presName="FiveNodes_1_text" presStyleLbl="node1" presStyleIdx="4" presStyleCnt="5">
        <dgm:presLayoutVars>
          <dgm:bulletEnabled val="1"/>
        </dgm:presLayoutVars>
      </dgm:prSet>
      <dgm:spPr/>
    </dgm:pt>
    <dgm:pt modelId="{34150CD5-279D-4D74-89D1-64AAFB7C488C}" type="pres">
      <dgm:prSet presAssocID="{D0F07F19-1F50-4B42-A7A0-278DF9D25BB1}" presName="FiveNodes_2_text" presStyleLbl="node1" presStyleIdx="4" presStyleCnt="5">
        <dgm:presLayoutVars>
          <dgm:bulletEnabled val="1"/>
        </dgm:presLayoutVars>
      </dgm:prSet>
      <dgm:spPr/>
    </dgm:pt>
    <dgm:pt modelId="{11D22318-0819-466B-8466-17D55738B7D7}" type="pres">
      <dgm:prSet presAssocID="{D0F07F19-1F50-4B42-A7A0-278DF9D25BB1}" presName="FiveNodes_3_text" presStyleLbl="node1" presStyleIdx="4" presStyleCnt="5">
        <dgm:presLayoutVars>
          <dgm:bulletEnabled val="1"/>
        </dgm:presLayoutVars>
      </dgm:prSet>
      <dgm:spPr/>
    </dgm:pt>
    <dgm:pt modelId="{5F7690F5-2C8D-406A-80FD-BB328C770292}" type="pres">
      <dgm:prSet presAssocID="{D0F07F19-1F50-4B42-A7A0-278DF9D25BB1}" presName="FiveNodes_4_text" presStyleLbl="node1" presStyleIdx="4" presStyleCnt="5">
        <dgm:presLayoutVars>
          <dgm:bulletEnabled val="1"/>
        </dgm:presLayoutVars>
      </dgm:prSet>
      <dgm:spPr/>
    </dgm:pt>
    <dgm:pt modelId="{77F75BF2-0CEF-4F30-A326-AB2D35C7411C}" type="pres">
      <dgm:prSet presAssocID="{D0F07F19-1F50-4B42-A7A0-278DF9D25BB1}" presName="FiveNodes_5_text" presStyleLbl="node1" presStyleIdx="4" presStyleCnt="5">
        <dgm:presLayoutVars>
          <dgm:bulletEnabled val="1"/>
        </dgm:presLayoutVars>
      </dgm:prSet>
      <dgm:spPr/>
    </dgm:pt>
  </dgm:ptLst>
  <dgm:cxnLst>
    <dgm:cxn modelId="{0FE1A00A-23A6-4F26-952E-314F937E5249}" type="presOf" srcId="{140952D0-0E1D-4F48-9F16-53581487CFA0}" destId="{D134E212-FDD1-424A-968F-869017AD5171}" srcOrd="0" destOrd="0" presId="urn:microsoft.com/office/officeart/2005/8/layout/vProcess5"/>
    <dgm:cxn modelId="{9E36192A-F7A0-4E6F-994F-52DDB618BFA0}" type="presOf" srcId="{D0F07F19-1F50-4B42-A7A0-278DF9D25BB1}" destId="{F7C64FE4-B743-4173-AF38-E15B373860BB}" srcOrd="0" destOrd="0" presId="urn:microsoft.com/office/officeart/2005/8/layout/vProcess5"/>
    <dgm:cxn modelId="{8351933B-04D2-436A-A0EE-7A82DB5F9748}" type="presOf" srcId="{F05611F0-8256-4954-B6CB-ED6B4F2DD397}" destId="{7C86B145-1C2E-46BD-BE62-C42C80C5A654}" srcOrd="0" destOrd="0" presId="urn:microsoft.com/office/officeart/2005/8/layout/vProcess5"/>
    <dgm:cxn modelId="{F9537061-193E-4768-B1F8-09003599B7A2}" type="presOf" srcId="{2EE95FC5-CD6B-4A50-9262-DC414E16C3EA}" destId="{A130DAD6-1C3C-4736-BA6C-AFB4505579B9}" srcOrd="1" destOrd="0" presId="urn:microsoft.com/office/officeart/2005/8/layout/vProcess5"/>
    <dgm:cxn modelId="{485ECF6E-F3E1-44D9-A505-EB159DE97BF4}" type="presOf" srcId="{C99EBBB1-E916-471C-83C9-ABE85B42AC26}" destId="{0CB2EC4F-D832-4AE2-86CC-14F684CFA4E5}" srcOrd="0" destOrd="0" presId="urn:microsoft.com/office/officeart/2005/8/layout/vProcess5"/>
    <dgm:cxn modelId="{E11F9D73-278E-422F-9414-F80754447242}" type="presOf" srcId="{F05611F0-8256-4954-B6CB-ED6B4F2DD397}" destId="{34150CD5-279D-4D74-89D1-64AAFB7C488C}" srcOrd="1" destOrd="0" presId="urn:microsoft.com/office/officeart/2005/8/layout/vProcess5"/>
    <dgm:cxn modelId="{14D43B81-F92D-4CD8-9D1E-78CBF092C750}" srcId="{D0F07F19-1F50-4B42-A7A0-278DF9D25BB1}" destId="{C2F8C7F7-44C4-414A-BCCD-56E91DD0A777}" srcOrd="4" destOrd="0" parTransId="{E6C6DF88-9436-40D7-BA84-18FE896A6151}" sibTransId="{4E39967D-43EF-4F15-814A-2F491D900D43}"/>
    <dgm:cxn modelId="{1FDFC784-73EE-4B55-8533-319A43CCC3B0}" type="presOf" srcId="{140952D0-0E1D-4F48-9F16-53581487CFA0}" destId="{5F7690F5-2C8D-406A-80FD-BB328C770292}" srcOrd="1" destOrd="0" presId="urn:microsoft.com/office/officeart/2005/8/layout/vProcess5"/>
    <dgm:cxn modelId="{1B0C7E86-3032-4F0C-9F06-8047268B8643}" type="presOf" srcId="{2EE95FC5-CD6B-4A50-9262-DC414E16C3EA}" destId="{25D33812-34D6-4226-A6D4-51F7D7EAA1C7}" srcOrd="0" destOrd="0" presId="urn:microsoft.com/office/officeart/2005/8/layout/vProcess5"/>
    <dgm:cxn modelId="{99034B8C-A855-490D-80D9-75A43CE3708E}" type="presOf" srcId="{22625139-F93A-4F3F-A7AA-4923A01AEDF3}" destId="{862B5B41-53F5-454A-B8E6-70B721DC8B9A}" srcOrd="0" destOrd="0" presId="urn:microsoft.com/office/officeart/2005/8/layout/vProcess5"/>
    <dgm:cxn modelId="{7BADF88F-51D4-49BB-A339-04018A869FEB}" type="presOf" srcId="{22625139-F93A-4F3F-A7AA-4923A01AEDF3}" destId="{11D22318-0819-466B-8466-17D55738B7D7}" srcOrd="1" destOrd="0" presId="urn:microsoft.com/office/officeart/2005/8/layout/vProcess5"/>
    <dgm:cxn modelId="{A9BB079A-D288-40FF-A4BD-812C9A8FAA68}" type="presOf" srcId="{C2F8C7F7-44C4-414A-BCCD-56E91DD0A777}" destId="{9CB462FF-72B3-4BFA-B916-65C5CB432162}" srcOrd="0" destOrd="0" presId="urn:microsoft.com/office/officeart/2005/8/layout/vProcess5"/>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82149EE0-57D4-40ED-8BE4-EFDD781B1BE1}" type="presOf" srcId="{2804F27C-9BA9-4D07-AB02-74BE7DFA2C0E}" destId="{E32DC1E0-C267-4605-BE6F-5701FC898420}" srcOrd="0" destOrd="0" presId="urn:microsoft.com/office/officeart/2005/8/layout/vProcess5"/>
    <dgm:cxn modelId="{56406FE1-5406-4C01-BF01-F2CE5B3CB37F}" type="presOf" srcId="{6BD5265A-8333-420D-BDB2-65F10B3EBD76}" destId="{03DA9257-7161-48BA-BB8E-B2323EF3B158}" srcOrd="0" destOrd="0" presId="urn:microsoft.com/office/officeart/2005/8/layout/vProcess5"/>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15F175F0-C7FA-4E61-82A4-7C1B46EB3DA2}" type="presOf" srcId="{A8E2FA08-4DD4-4654-A85D-9A99162D6201}" destId="{6FEE3320-F765-411D-B4AD-9D1CFC5DEDDD}" srcOrd="0" destOrd="0" presId="urn:microsoft.com/office/officeart/2005/8/layout/vProcess5"/>
    <dgm:cxn modelId="{9B4632FC-4573-46D2-9511-7A26ED798FF0}" type="presOf" srcId="{C2F8C7F7-44C4-414A-BCCD-56E91DD0A777}" destId="{77F75BF2-0CEF-4F30-A326-AB2D35C7411C}" srcOrd="1" destOrd="0" presId="urn:microsoft.com/office/officeart/2005/8/layout/vProcess5"/>
    <dgm:cxn modelId="{893DC0C3-8466-4BE3-AEFA-2743167A1ED0}" type="presParOf" srcId="{F7C64FE4-B743-4173-AF38-E15B373860BB}" destId="{38EDE452-776E-43EB-9FFD-1764B73AB173}" srcOrd="0" destOrd="0" presId="urn:microsoft.com/office/officeart/2005/8/layout/vProcess5"/>
    <dgm:cxn modelId="{D67FC091-84D1-45A6-A498-38CB49EF5C68}" type="presParOf" srcId="{F7C64FE4-B743-4173-AF38-E15B373860BB}" destId="{25D33812-34D6-4226-A6D4-51F7D7EAA1C7}" srcOrd="1" destOrd="0" presId="urn:microsoft.com/office/officeart/2005/8/layout/vProcess5"/>
    <dgm:cxn modelId="{62FAF470-57FB-42EF-A2A2-A1AE3292F1EA}" type="presParOf" srcId="{F7C64FE4-B743-4173-AF38-E15B373860BB}" destId="{7C86B145-1C2E-46BD-BE62-C42C80C5A654}" srcOrd="2" destOrd="0" presId="urn:microsoft.com/office/officeart/2005/8/layout/vProcess5"/>
    <dgm:cxn modelId="{369292A9-817E-4BFB-93B0-8218A9EE9166}" type="presParOf" srcId="{F7C64FE4-B743-4173-AF38-E15B373860BB}" destId="{862B5B41-53F5-454A-B8E6-70B721DC8B9A}" srcOrd="3" destOrd="0" presId="urn:microsoft.com/office/officeart/2005/8/layout/vProcess5"/>
    <dgm:cxn modelId="{CEEF7AE8-8659-43E6-95C3-9FD4D0DCFC43}" type="presParOf" srcId="{F7C64FE4-B743-4173-AF38-E15B373860BB}" destId="{D134E212-FDD1-424A-968F-869017AD5171}" srcOrd="4" destOrd="0" presId="urn:microsoft.com/office/officeart/2005/8/layout/vProcess5"/>
    <dgm:cxn modelId="{0311475E-4F93-4892-BE4B-86C622D97CFB}" type="presParOf" srcId="{F7C64FE4-B743-4173-AF38-E15B373860BB}" destId="{9CB462FF-72B3-4BFA-B916-65C5CB432162}" srcOrd="5" destOrd="0" presId="urn:microsoft.com/office/officeart/2005/8/layout/vProcess5"/>
    <dgm:cxn modelId="{E89DF94A-4045-4C8F-A9FB-CAC7F98EF112}" type="presParOf" srcId="{F7C64FE4-B743-4173-AF38-E15B373860BB}" destId="{0CB2EC4F-D832-4AE2-86CC-14F684CFA4E5}" srcOrd="6" destOrd="0" presId="urn:microsoft.com/office/officeart/2005/8/layout/vProcess5"/>
    <dgm:cxn modelId="{78DB7A5B-08E6-4494-8716-3E031BF46BD6}" type="presParOf" srcId="{F7C64FE4-B743-4173-AF38-E15B373860BB}" destId="{03DA9257-7161-48BA-BB8E-B2323EF3B158}" srcOrd="7" destOrd="0" presId="urn:microsoft.com/office/officeart/2005/8/layout/vProcess5"/>
    <dgm:cxn modelId="{B8212E95-1A15-4A8C-BC26-C76A84E0F2A2}" type="presParOf" srcId="{F7C64FE4-B743-4173-AF38-E15B373860BB}" destId="{6FEE3320-F765-411D-B4AD-9D1CFC5DEDDD}" srcOrd="8" destOrd="0" presId="urn:microsoft.com/office/officeart/2005/8/layout/vProcess5"/>
    <dgm:cxn modelId="{288A9D90-0DCF-4967-B280-A2B2D4648682}" type="presParOf" srcId="{F7C64FE4-B743-4173-AF38-E15B373860BB}" destId="{E32DC1E0-C267-4605-BE6F-5701FC898420}" srcOrd="9" destOrd="0" presId="urn:microsoft.com/office/officeart/2005/8/layout/vProcess5"/>
    <dgm:cxn modelId="{68599145-9665-42CA-9652-5890A0952F28}" type="presParOf" srcId="{F7C64FE4-B743-4173-AF38-E15B373860BB}" destId="{A130DAD6-1C3C-4736-BA6C-AFB4505579B9}" srcOrd="10" destOrd="0" presId="urn:microsoft.com/office/officeart/2005/8/layout/vProcess5"/>
    <dgm:cxn modelId="{8E296F24-C5D7-4CB5-91F0-C0FAC0744963}" type="presParOf" srcId="{F7C64FE4-B743-4173-AF38-E15B373860BB}" destId="{34150CD5-279D-4D74-89D1-64AAFB7C488C}" srcOrd="11" destOrd="0" presId="urn:microsoft.com/office/officeart/2005/8/layout/vProcess5"/>
    <dgm:cxn modelId="{619B085F-AA9E-49A5-81F5-7FDB54B1956D}" type="presParOf" srcId="{F7C64FE4-B743-4173-AF38-E15B373860BB}" destId="{11D22318-0819-466B-8466-17D55738B7D7}" srcOrd="12" destOrd="0" presId="urn:microsoft.com/office/officeart/2005/8/layout/vProcess5"/>
    <dgm:cxn modelId="{06F85501-EF54-4751-BE2B-F673EB5C732A}" type="presParOf" srcId="{F7C64FE4-B743-4173-AF38-E15B373860BB}" destId="{5F7690F5-2C8D-406A-80FD-BB328C770292}" srcOrd="13" destOrd="0" presId="urn:microsoft.com/office/officeart/2005/8/layout/vProcess5"/>
    <dgm:cxn modelId="{86FFED00-5FFB-4C50-9751-A96BEB1551C0}" type="presParOf" srcId="{F7C64FE4-B743-4173-AF38-E15B373860BB}" destId="{77F75BF2-0CEF-4F30-A326-AB2D35C7411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F07F19-1F50-4B42-A7A0-278DF9D25BB1}" type="doc">
      <dgm:prSet loTypeId="urn:microsoft.com/office/officeart/2005/8/layout/vProcess5" loCatId="process" qsTypeId="urn:microsoft.com/office/officeart/2005/8/quickstyle/simple1" qsCatId="simple" csTypeId="urn:microsoft.com/office/officeart/2005/8/colors/accent1_2" csCatId="accent1" phldr="1"/>
      <dgm:spPr/>
      <dgm:t>
        <a:bodyPr rtlCol="0"/>
        <a:lstStyle>
          <a:defPPr>
            <a:defRPr lang="zh-TW"/>
          </a:defPPr>
        </a:lstStyle>
        <a:p>
          <a:pPr rtl="0"/>
          <a:endParaRPr lang="zh-TW"/>
        </a:p>
      </dgm:t>
    </dgm:pt>
    <dgm:pt modelId="{F05611F0-8256-4954-B6CB-ED6B4F2DD397}">
      <dgm:prSet custT="1"/>
      <dgm:spPr>
        <a:solidFill>
          <a:schemeClr val="accent1"/>
        </a:solidFill>
        <a:ln>
          <a:noFill/>
        </a:ln>
      </dgm:spPr>
      <dgm:t>
        <a:bodyPr lIns="288000" rtlCol="0"/>
        <a:lstStyle>
          <a:defPPr>
            <a:defRPr lang="zh-TW"/>
          </a:defPPr>
        </a:lstStyle>
        <a:p>
          <a:pPr rtl="0"/>
          <a:r>
            <a:rPr lang="zh-TW" sz="2400"/>
            <a:t>第 2 課。</a:t>
          </a:r>
          <a:r>
            <a:rPr lang="zh-TW" sz="1600">
              <a:solidFill>
                <a:schemeClr val="accent1">
                  <a:lumMod val="20000"/>
                  <a:lumOff val="80000"/>
                </a:schemeClr>
              </a:solidFill>
            </a:rPr>
            <a:t>S</a:t>
          </a:r>
          <a:r>
            <a:rPr lang="zh-TW" sz="1600" b="0" i="0">
              <a:solidFill>
                <a:schemeClr val="accent1">
                  <a:lumMod val="20000"/>
                  <a:lumOff val="80000"/>
                </a:schemeClr>
              </a:solidFill>
            </a:rPr>
            <a:t>ed ut perspiciatis unde omnis iste natus error sit voluptatem</a:t>
          </a:r>
          <a:endParaRPr lang="zh-TW" sz="1600" dirty="0">
            <a:solidFill>
              <a:schemeClr val="accent1">
                <a:lumMod val="20000"/>
                <a:lumOff val="8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a:solidFill>
          <a:schemeClr val="accent1">
            <a:lumMod val="40000"/>
            <a:lumOff val="60000"/>
          </a:schemeClr>
        </a:solidFill>
        <a:ln>
          <a:noFill/>
        </a:ln>
      </dgm:spPr>
      <dgm:t>
        <a:bodyPr rtlCol="0"/>
        <a:lstStyle>
          <a:defPPr>
            <a:defRPr lang="zh-TW"/>
          </a:defPPr>
        </a:lstStyle>
        <a:p>
          <a:pPr rtl="0"/>
          <a:endParaRPr lang="zh-TW" dirty="0"/>
        </a:p>
      </dgm:t>
    </dgm:pt>
    <dgm:pt modelId="{22625139-F93A-4F3F-A7AA-4923A01AEDF3}">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3。</a:t>
          </a:r>
          <a:r>
            <a:rPr lang="zh-TW" sz="1600">
              <a:solidFill>
                <a:schemeClr val="tx1">
                  <a:alpha val="70000"/>
                </a:schemeClr>
              </a:solidFill>
            </a:rPr>
            <a:t>Lorem ipsum dolor sit amet, consectetuer adipiscing elit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a:solidFill>
          <a:schemeClr val="accent1">
            <a:lumMod val="40000"/>
            <a:lumOff val="60000"/>
          </a:schemeClr>
        </a:solidFill>
        <a:ln>
          <a:noFill/>
        </a:ln>
      </dgm:spPr>
      <dgm:t>
        <a:bodyPr rtlCol="0"/>
        <a:lstStyle>
          <a:defPPr>
            <a:defRPr lang="zh-TW"/>
          </a:defPPr>
        </a:lstStyle>
        <a:p>
          <a:pPr rtl="0"/>
          <a:endParaRPr lang="zh-TW" dirty="0"/>
        </a:p>
      </dgm:t>
    </dgm:pt>
    <dgm:pt modelId="{140952D0-0E1D-4F48-9F16-53581487CFA0}">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4。</a:t>
          </a:r>
          <a:r>
            <a:rPr lang="zh-TW" sz="1600">
              <a:solidFill>
                <a:schemeClr val="tx1">
                  <a:alpha val="70000"/>
                </a:schemeClr>
              </a:solidFill>
            </a:rPr>
            <a:t>S</a:t>
          </a:r>
          <a:r>
            <a:rPr lang="zh-TW" sz="1600" b="0" i="0">
              <a:solidFill>
                <a:schemeClr val="tx1">
                  <a:alpha val="70000"/>
                </a:schemeClr>
              </a:solidFill>
            </a:rPr>
            <a:t>ed ut perspiciatis unde omnis iste natus error sit voluptatem</a:t>
          </a:r>
          <a:endParaRPr lang="zh-TW" sz="1600" dirty="0">
            <a:solidFill>
              <a:schemeClr val="tx1">
                <a:alpha val="7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a:solidFill>
          <a:schemeClr val="accent1">
            <a:lumMod val="40000"/>
            <a:lumOff val="60000"/>
          </a:schemeClr>
        </a:solidFill>
        <a:ln>
          <a:noFill/>
        </a:ln>
      </dgm:spPr>
      <dgm:t>
        <a:bodyPr rtlCol="0"/>
        <a:lstStyle>
          <a:defPPr>
            <a:defRPr lang="zh-TW"/>
          </a:defPPr>
        </a:lstStyle>
        <a:p>
          <a:pPr rtl="0"/>
          <a:endParaRPr lang="zh-TW" dirty="0"/>
        </a:p>
      </dgm:t>
    </dgm:pt>
    <dgm:pt modelId="{C2F8C7F7-44C4-414A-BCCD-56E91DD0A777}">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5。</a:t>
          </a:r>
          <a:r>
            <a:rPr lang="zh-TW" sz="1600">
              <a:solidFill>
                <a:schemeClr val="tx1">
                  <a:alpha val="70000"/>
                </a:schemeClr>
              </a:solidFill>
            </a:rPr>
            <a:t>Lorem ipsum dolor sit amet, consectetuer adipiscing elit</a:t>
          </a:r>
          <a:r>
            <a:rPr lang="zh-TW" sz="1600">
              <a:solidFill>
                <a:schemeClr val="accent1">
                  <a:lumMod val="60000"/>
                  <a:lumOff val="40000"/>
                  <a:alpha val="70000"/>
                </a:schemeClr>
              </a:solidFill>
            </a:rPr>
            <a:t> </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2EE95FC5-CD6B-4A50-9262-DC414E16C3EA}">
      <dgm:prSet custT="1"/>
      <dgm:spPr>
        <a:solidFill>
          <a:schemeClr val="accent1">
            <a:lumMod val="40000"/>
            <a:lumOff val="60000"/>
            <a:alpha val="50000"/>
          </a:schemeClr>
        </a:solidFill>
        <a:ln>
          <a:noFill/>
        </a:ln>
      </dgm:spPr>
      <dgm:t>
        <a:bodyPr lIns="288000" rtlCol="0"/>
        <a:lstStyle>
          <a:defPPr>
            <a:defRPr lang="zh-TW"/>
          </a:defPPr>
        </a:lstStyle>
        <a:p>
          <a:pPr rtl="0"/>
          <a:r>
            <a:rPr lang="zh-TW" sz="2400">
              <a:solidFill>
                <a:schemeClr val="accent1">
                  <a:lumMod val="50000"/>
                </a:schemeClr>
              </a:solidFill>
            </a:rPr>
            <a:t>課程 1。</a:t>
          </a:r>
          <a:r>
            <a:rPr lang="zh-TW" sz="1600">
              <a:solidFill>
                <a:schemeClr val="tx1">
                  <a:alpha val="70000"/>
                </a:schemeClr>
              </a:solidFill>
            </a:rPr>
            <a:t>Lorem ipsum dolor sit amet, consectetuer adipiscing elit</a:t>
          </a:r>
          <a:endParaRPr lang="zh-TW" sz="2000" dirty="0">
            <a:solidFill>
              <a:schemeClr val="tx1">
                <a:alpha val="70000"/>
              </a:schemeClr>
            </a:solidFill>
          </a:endParaRPr>
        </a:p>
      </dgm:t>
    </dgm:pt>
    <dgm:pt modelId="{C99EBBB1-E916-471C-83C9-ABE85B42AC26}" type="sibTrans" cxnId="{B3F19EC2-A372-4EC3-BFE0-C62FFDFE3DF6}">
      <dgm:prSet/>
      <dgm:spPr>
        <a:solidFill>
          <a:schemeClr val="accent1">
            <a:lumMod val="40000"/>
            <a:lumOff val="60000"/>
          </a:schemeClr>
        </a:solidFill>
        <a:ln>
          <a:noFill/>
        </a:ln>
      </dgm:spPr>
      <dgm:t>
        <a:bodyPr rtlCol="0"/>
        <a:lstStyle>
          <a:defPPr>
            <a:defRPr lang="zh-TW"/>
          </a:defPPr>
        </a:lstStyle>
        <a:p>
          <a:pPr rtl="0"/>
          <a:endParaRPr lang="zh-TW" dirty="0"/>
        </a:p>
      </dgm:t>
    </dgm:pt>
    <dgm:pt modelId="{75374347-884B-4721-8CFF-DF080F5B1C79}" type="parTrans" cxnId="{B3F19EC2-A372-4EC3-BFE0-C62FFDFE3DF6}">
      <dgm:prSet/>
      <dgm:spPr/>
      <dgm:t>
        <a:bodyPr rtlCol="0"/>
        <a:lstStyle>
          <a:defPPr>
            <a:defRPr lang="zh-TW"/>
          </a:defPPr>
        </a:lstStyle>
        <a:p>
          <a:pPr rtl="0"/>
          <a:endParaRPr lang="zh-TW"/>
        </a:p>
      </dgm:t>
    </dgm:pt>
    <dgm:pt modelId="{F7C64FE4-B743-4173-AF38-E15B373860BB}" type="pres">
      <dgm:prSet presAssocID="{D0F07F19-1F50-4B42-A7A0-278DF9D25BB1}" presName="outerComposite" presStyleCnt="0">
        <dgm:presLayoutVars>
          <dgm:chMax val="5"/>
          <dgm:dir/>
          <dgm:resizeHandles val="exact"/>
        </dgm:presLayoutVars>
      </dgm:prSet>
      <dgm:spPr/>
    </dgm:pt>
    <dgm:pt modelId="{38EDE452-776E-43EB-9FFD-1764B73AB173}" type="pres">
      <dgm:prSet presAssocID="{D0F07F19-1F50-4B42-A7A0-278DF9D25BB1}" presName="dummyMaxCanvas" presStyleCnt="0">
        <dgm:presLayoutVars/>
      </dgm:prSet>
      <dgm:spPr/>
    </dgm:pt>
    <dgm:pt modelId="{25D33812-34D6-4226-A6D4-51F7D7EAA1C7}" type="pres">
      <dgm:prSet presAssocID="{D0F07F19-1F50-4B42-A7A0-278DF9D25BB1}" presName="FiveNodes_1" presStyleLbl="node1" presStyleIdx="0" presStyleCnt="5" custLinFactNeighborX="4" custLinFactNeighborY="-8469">
        <dgm:presLayoutVars>
          <dgm:bulletEnabled val="1"/>
        </dgm:presLayoutVars>
      </dgm:prSet>
      <dgm:spPr>
        <a:prstGeom prst="rect">
          <a:avLst/>
        </a:prstGeom>
      </dgm:spPr>
    </dgm:pt>
    <dgm:pt modelId="{7C86B145-1C2E-46BD-BE62-C42C80C5A654}" type="pres">
      <dgm:prSet presAssocID="{D0F07F19-1F50-4B42-A7A0-278DF9D25BB1}" presName="FiveNodes_2" presStyleLbl="node1" presStyleIdx="1" presStyleCnt="5">
        <dgm:presLayoutVars>
          <dgm:bulletEnabled val="1"/>
        </dgm:presLayoutVars>
      </dgm:prSet>
      <dgm:spPr>
        <a:prstGeom prst="rect">
          <a:avLst/>
        </a:prstGeom>
      </dgm:spPr>
    </dgm:pt>
    <dgm:pt modelId="{862B5B41-53F5-454A-B8E6-70B721DC8B9A}" type="pres">
      <dgm:prSet presAssocID="{D0F07F19-1F50-4B42-A7A0-278DF9D25BB1}" presName="FiveNodes_3" presStyleLbl="node1" presStyleIdx="2" presStyleCnt="5">
        <dgm:presLayoutVars>
          <dgm:bulletEnabled val="1"/>
        </dgm:presLayoutVars>
      </dgm:prSet>
      <dgm:spPr>
        <a:prstGeom prst="rect">
          <a:avLst/>
        </a:prstGeom>
      </dgm:spPr>
    </dgm:pt>
    <dgm:pt modelId="{D134E212-FDD1-424A-968F-869017AD5171}" type="pres">
      <dgm:prSet presAssocID="{D0F07F19-1F50-4B42-A7A0-278DF9D25BB1}" presName="FiveNodes_4" presStyleLbl="node1" presStyleIdx="3" presStyleCnt="5">
        <dgm:presLayoutVars>
          <dgm:bulletEnabled val="1"/>
        </dgm:presLayoutVars>
      </dgm:prSet>
      <dgm:spPr>
        <a:prstGeom prst="rect">
          <a:avLst/>
        </a:prstGeom>
      </dgm:spPr>
    </dgm:pt>
    <dgm:pt modelId="{9CB462FF-72B3-4BFA-B916-65C5CB432162}" type="pres">
      <dgm:prSet presAssocID="{D0F07F19-1F50-4B42-A7A0-278DF9D25BB1}" presName="FiveNodes_5" presStyleLbl="node1" presStyleIdx="4" presStyleCnt="5">
        <dgm:presLayoutVars>
          <dgm:bulletEnabled val="1"/>
        </dgm:presLayoutVars>
      </dgm:prSet>
      <dgm:spPr>
        <a:prstGeom prst="rect">
          <a:avLst/>
        </a:prstGeom>
      </dgm:spPr>
    </dgm:pt>
    <dgm:pt modelId="{0CB2EC4F-D832-4AE2-86CC-14F684CFA4E5}" type="pres">
      <dgm:prSet presAssocID="{D0F07F19-1F50-4B42-A7A0-278DF9D25BB1}" presName="FiveConn_1-2" presStyleLbl="fgAccFollowNode1" presStyleIdx="0" presStyleCnt="4" custLinFactNeighborX="-50815">
        <dgm:presLayoutVars>
          <dgm:bulletEnabled val="1"/>
        </dgm:presLayoutVars>
      </dgm:prSet>
      <dgm:spPr/>
    </dgm:pt>
    <dgm:pt modelId="{03DA9257-7161-48BA-BB8E-B2323EF3B158}" type="pres">
      <dgm:prSet presAssocID="{D0F07F19-1F50-4B42-A7A0-278DF9D25BB1}" presName="FiveConn_2-3" presStyleLbl="fgAccFollowNode1" presStyleIdx="1" presStyleCnt="4" custLinFactNeighborX="-50815">
        <dgm:presLayoutVars>
          <dgm:bulletEnabled val="1"/>
        </dgm:presLayoutVars>
      </dgm:prSet>
      <dgm:spPr/>
    </dgm:pt>
    <dgm:pt modelId="{6FEE3320-F765-411D-B4AD-9D1CFC5DEDDD}" type="pres">
      <dgm:prSet presAssocID="{D0F07F19-1F50-4B42-A7A0-278DF9D25BB1}" presName="FiveConn_3-4" presStyleLbl="fgAccFollowNode1" presStyleIdx="2" presStyleCnt="4" custLinFactNeighborX="-50815">
        <dgm:presLayoutVars>
          <dgm:bulletEnabled val="1"/>
        </dgm:presLayoutVars>
      </dgm:prSet>
      <dgm:spPr/>
    </dgm:pt>
    <dgm:pt modelId="{E32DC1E0-C267-4605-BE6F-5701FC898420}" type="pres">
      <dgm:prSet presAssocID="{D0F07F19-1F50-4B42-A7A0-278DF9D25BB1}" presName="FiveConn_4-5" presStyleLbl="fgAccFollowNode1" presStyleIdx="3" presStyleCnt="4" custLinFactNeighborX="-50815">
        <dgm:presLayoutVars>
          <dgm:bulletEnabled val="1"/>
        </dgm:presLayoutVars>
      </dgm:prSet>
      <dgm:spPr/>
    </dgm:pt>
    <dgm:pt modelId="{A130DAD6-1C3C-4736-BA6C-AFB4505579B9}" type="pres">
      <dgm:prSet presAssocID="{D0F07F19-1F50-4B42-A7A0-278DF9D25BB1}" presName="FiveNodes_1_text" presStyleLbl="node1" presStyleIdx="4" presStyleCnt="5">
        <dgm:presLayoutVars>
          <dgm:bulletEnabled val="1"/>
        </dgm:presLayoutVars>
      </dgm:prSet>
      <dgm:spPr/>
    </dgm:pt>
    <dgm:pt modelId="{34150CD5-279D-4D74-89D1-64AAFB7C488C}" type="pres">
      <dgm:prSet presAssocID="{D0F07F19-1F50-4B42-A7A0-278DF9D25BB1}" presName="FiveNodes_2_text" presStyleLbl="node1" presStyleIdx="4" presStyleCnt="5">
        <dgm:presLayoutVars>
          <dgm:bulletEnabled val="1"/>
        </dgm:presLayoutVars>
      </dgm:prSet>
      <dgm:spPr/>
    </dgm:pt>
    <dgm:pt modelId="{11D22318-0819-466B-8466-17D55738B7D7}" type="pres">
      <dgm:prSet presAssocID="{D0F07F19-1F50-4B42-A7A0-278DF9D25BB1}" presName="FiveNodes_3_text" presStyleLbl="node1" presStyleIdx="4" presStyleCnt="5">
        <dgm:presLayoutVars>
          <dgm:bulletEnabled val="1"/>
        </dgm:presLayoutVars>
      </dgm:prSet>
      <dgm:spPr/>
    </dgm:pt>
    <dgm:pt modelId="{5F7690F5-2C8D-406A-80FD-BB328C770292}" type="pres">
      <dgm:prSet presAssocID="{D0F07F19-1F50-4B42-A7A0-278DF9D25BB1}" presName="FiveNodes_4_text" presStyleLbl="node1" presStyleIdx="4" presStyleCnt="5">
        <dgm:presLayoutVars>
          <dgm:bulletEnabled val="1"/>
        </dgm:presLayoutVars>
      </dgm:prSet>
      <dgm:spPr/>
    </dgm:pt>
    <dgm:pt modelId="{77F75BF2-0CEF-4F30-A326-AB2D35C7411C}" type="pres">
      <dgm:prSet presAssocID="{D0F07F19-1F50-4B42-A7A0-278DF9D25BB1}" presName="FiveNodes_5_text" presStyleLbl="node1" presStyleIdx="4" presStyleCnt="5">
        <dgm:presLayoutVars>
          <dgm:bulletEnabled val="1"/>
        </dgm:presLayoutVars>
      </dgm:prSet>
      <dgm:spPr/>
    </dgm:pt>
  </dgm:ptLst>
  <dgm:cxnLst>
    <dgm:cxn modelId="{0FE1A00A-23A6-4F26-952E-314F937E5249}" type="presOf" srcId="{140952D0-0E1D-4F48-9F16-53581487CFA0}" destId="{D134E212-FDD1-424A-968F-869017AD5171}" srcOrd="0" destOrd="0" presId="urn:microsoft.com/office/officeart/2005/8/layout/vProcess5"/>
    <dgm:cxn modelId="{9E36192A-F7A0-4E6F-994F-52DDB618BFA0}" type="presOf" srcId="{D0F07F19-1F50-4B42-A7A0-278DF9D25BB1}" destId="{F7C64FE4-B743-4173-AF38-E15B373860BB}" srcOrd="0" destOrd="0" presId="urn:microsoft.com/office/officeart/2005/8/layout/vProcess5"/>
    <dgm:cxn modelId="{8351933B-04D2-436A-A0EE-7A82DB5F9748}" type="presOf" srcId="{F05611F0-8256-4954-B6CB-ED6B4F2DD397}" destId="{7C86B145-1C2E-46BD-BE62-C42C80C5A654}" srcOrd="0" destOrd="0" presId="urn:microsoft.com/office/officeart/2005/8/layout/vProcess5"/>
    <dgm:cxn modelId="{F9537061-193E-4768-B1F8-09003599B7A2}" type="presOf" srcId="{2EE95FC5-CD6B-4A50-9262-DC414E16C3EA}" destId="{A130DAD6-1C3C-4736-BA6C-AFB4505579B9}" srcOrd="1" destOrd="0" presId="urn:microsoft.com/office/officeart/2005/8/layout/vProcess5"/>
    <dgm:cxn modelId="{485ECF6E-F3E1-44D9-A505-EB159DE97BF4}" type="presOf" srcId="{C99EBBB1-E916-471C-83C9-ABE85B42AC26}" destId="{0CB2EC4F-D832-4AE2-86CC-14F684CFA4E5}" srcOrd="0" destOrd="0" presId="urn:microsoft.com/office/officeart/2005/8/layout/vProcess5"/>
    <dgm:cxn modelId="{E11F9D73-278E-422F-9414-F80754447242}" type="presOf" srcId="{F05611F0-8256-4954-B6CB-ED6B4F2DD397}" destId="{34150CD5-279D-4D74-89D1-64AAFB7C488C}" srcOrd="1" destOrd="0" presId="urn:microsoft.com/office/officeart/2005/8/layout/vProcess5"/>
    <dgm:cxn modelId="{14D43B81-F92D-4CD8-9D1E-78CBF092C750}" srcId="{D0F07F19-1F50-4B42-A7A0-278DF9D25BB1}" destId="{C2F8C7F7-44C4-414A-BCCD-56E91DD0A777}" srcOrd="4" destOrd="0" parTransId="{E6C6DF88-9436-40D7-BA84-18FE896A6151}" sibTransId="{4E39967D-43EF-4F15-814A-2F491D900D43}"/>
    <dgm:cxn modelId="{1FDFC784-73EE-4B55-8533-319A43CCC3B0}" type="presOf" srcId="{140952D0-0E1D-4F48-9F16-53581487CFA0}" destId="{5F7690F5-2C8D-406A-80FD-BB328C770292}" srcOrd="1" destOrd="0" presId="urn:microsoft.com/office/officeart/2005/8/layout/vProcess5"/>
    <dgm:cxn modelId="{1B0C7E86-3032-4F0C-9F06-8047268B8643}" type="presOf" srcId="{2EE95FC5-CD6B-4A50-9262-DC414E16C3EA}" destId="{25D33812-34D6-4226-A6D4-51F7D7EAA1C7}" srcOrd="0" destOrd="0" presId="urn:microsoft.com/office/officeart/2005/8/layout/vProcess5"/>
    <dgm:cxn modelId="{99034B8C-A855-490D-80D9-75A43CE3708E}" type="presOf" srcId="{22625139-F93A-4F3F-A7AA-4923A01AEDF3}" destId="{862B5B41-53F5-454A-B8E6-70B721DC8B9A}" srcOrd="0" destOrd="0" presId="urn:microsoft.com/office/officeart/2005/8/layout/vProcess5"/>
    <dgm:cxn modelId="{7BADF88F-51D4-49BB-A339-04018A869FEB}" type="presOf" srcId="{22625139-F93A-4F3F-A7AA-4923A01AEDF3}" destId="{11D22318-0819-466B-8466-17D55738B7D7}" srcOrd="1" destOrd="0" presId="urn:microsoft.com/office/officeart/2005/8/layout/vProcess5"/>
    <dgm:cxn modelId="{A9BB079A-D288-40FF-A4BD-812C9A8FAA68}" type="presOf" srcId="{C2F8C7F7-44C4-414A-BCCD-56E91DD0A777}" destId="{9CB462FF-72B3-4BFA-B916-65C5CB432162}" srcOrd="0" destOrd="0" presId="urn:microsoft.com/office/officeart/2005/8/layout/vProcess5"/>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82149EE0-57D4-40ED-8BE4-EFDD781B1BE1}" type="presOf" srcId="{2804F27C-9BA9-4D07-AB02-74BE7DFA2C0E}" destId="{E32DC1E0-C267-4605-BE6F-5701FC898420}" srcOrd="0" destOrd="0" presId="urn:microsoft.com/office/officeart/2005/8/layout/vProcess5"/>
    <dgm:cxn modelId="{56406FE1-5406-4C01-BF01-F2CE5B3CB37F}" type="presOf" srcId="{6BD5265A-8333-420D-BDB2-65F10B3EBD76}" destId="{03DA9257-7161-48BA-BB8E-B2323EF3B158}" srcOrd="0" destOrd="0" presId="urn:microsoft.com/office/officeart/2005/8/layout/vProcess5"/>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15F175F0-C7FA-4E61-82A4-7C1B46EB3DA2}" type="presOf" srcId="{A8E2FA08-4DD4-4654-A85D-9A99162D6201}" destId="{6FEE3320-F765-411D-B4AD-9D1CFC5DEDDD}" srcOrd="0" destOrd="0" presId="urn:microsoft.com/office/officeart/2005/8/layout/vProcess5"/>
    <dgm:cxn modelId="{9B4632FC-4573-46D2-9511-7A26ED798FF0}" type="presOf" srcId="{C2F8C7F7-44C4-414A-BCCD-56E91DD0A777}" destId="{77F75BF2-0CEF-4F30-A326-AB2D35C7411C}" srcOrd="1" destOrd="0" presId="urn:microsoft.com/office/officeart/2005/8/layout/vProcess5"/>
    <dgm:cxn modelId="{893DC0C3-8466-4BE3-AEFA-2743167A1ED0}" type="presParOf" srcId="{F7C64FE4-B743-4173-AF38-E15B373860BB}" destId="{38EDE452-776E-43EB-9FFD-1764B73AB173}" srcOrd="0" destOrd="0" presId="urn:microsoft.com/office/officeart/2005/8/layout/vProcess5"/>
    <dgm:cxn modelId="{D67FC091-84D1-45A6-A498-38CB49EF5C68}" type="presParOf" srcId="{F7C64FE4-B743-4173-AF38-E15B373860BB}" destId="{25D33812-34D6-4226-A6D4-51F7D7EAA1C7}" srcOrd="1" destOrd="0" presId="urn:microsoft.com/office/officeart/2005/8/layout/vProcess5"/>
    <dgm:cxn modelId="{62FAF470-57FB-42EF-A2A2-A1AE3292F1EA}" type="presParOf" srcId="{F7C64FE4-B743-4173-AF38-E15B373860BB}" destId="{7C86B145-1C2E-46BD-BE62-C42C80C5A654}" srcOrd="2" destOrd="0" presId="urn:microsoft.com/office/officeart/2005/8/layout/vProcess5"/>
    <dgm:cxn modelId="{369292A9-817E-4BFB-93B0-8218A9EE9166}" type="presParOf" srcId="{F7C64FE4-B743-4173-AF38-E15B373860BB}" destId="{862B5B41-53F5-454A-B8E6-70B721DC8B9A}" srcOrd="3" destOrd="0" presId="urn:microsoft.com/office/officeart/2005/8/layout/vProcess5"/>
    <dgm:cxn modelId="{CEEF7AE8-8659-43E6-95C3-9FD4D0DCFC43}" type="presParOf" srcId="{F7C64FE4-B743-4173-AF38-E15B373860BB}" destId="{D134E212-FDD1-424A-968F-869017AD5171}" srcOrd="4" destOrd="0" presId="urn:microsoft.com/office/officeart/2005/8/layout/vProcess5"/>
    <dgm:cxn modelId="{0311475E-4F93-4892-BE4B-86C622D97CFB}" type="presParOf" srcId="{F7C64FE4-B743-4173-AF38-E15B373860BB}" destId="{9CB462FF-72B3-4BFA-B916-65C5CB432162}" srcOrd="5" destOrd="0" presId="urn:microsoft.com/office/officeart/2005/8/layout/vProcess5"/>
    <dgm:cxn modelId="{E89DF94A-4045-4C8F-A9FB-CAC7F98EF112}" type="presParOf" srcId="{F7C64FE4-B743-4173-AF38-E15B373860BB}" destId="{0CB2EC4F-D832-4AE2-86CC-14F684CFA4E5}" srcOrd="6" destOrd="0" presId="urn:microsoft.com/office/officeart/2005/8/layout/vProcess5"/>
    <dgm:cxn modelId="{78DB7A5B-08E6-4494-8716-3E031BF46BD6}" type="presParOf" srcId="{F7C64FE4-B743-4173-AF38-E15B373860BB}" destId="{03DA9257-7161-48BA-BB8E-B2323EF3B158}" srcOrd="7" destOrd="0" presId="urn:microsoft.com/office/officeart/2005/8/layout/vProcess5"/>
    <dgm:cxn modelId="{B8212E95-1A15-4A8C-BC26-C76A84E0F2A2}" type="presParOf" srcId="{F7C64FE4-B743-4173-AF38-E15B373860BB}" destId="{6FEE3320-F765-411D-B4AD-9D1CFC5DEDDD}" srcOrd="8" destOrd="0" presId="urn:microsoft.com/office/officeart/2005/8/layout/vProcess5"/>
    <dgm:cxn modelId="{288A9D90-0DCF-4967-B280-A2B2D4648682}" type="presParOf" srcId="{F7C64FE4-B743-4173-AF38-E15B373860BB}" destId="{E32DC1E0-C267-4605-BE6F-5701FC898420}" srcOrd="9" destOrd="0" presId="urn:microsoft.com/office/officeart/2005/8/layout/vProcess5"/>
    <dgm:cxn modelId="{68599145-9665-42CA-9652-5890A0952F28}" type="presParOf" srcId="{F7C64FE4-B743-4173-AF38-E15B373860BB}" destId="{A130DAD6-1C3C-4736-BA6C-AFB4505579B9}" srcOrd="10" destOrd="0" presId="urn:microsoft.com/office/officeart/2005/8/layout/vProcess5"/>
    <dgm:cxn modelId="{8E296F24-C5D7-4CB5-91F0-C0FAC0744963}" type="presParOf" srcId="{F7C64FE4-B743-4173-AF38-E15B373860BB}" destId="{34150CD5-279D-4D74-89D1-64AAFB7C488C}" srcOrd="11" destOrd="0" presId="urn:microsoft.com/office/officeart/2005/8/layout/vProcess5"/>
    <dgm:cxn modelId="{619B085F-AA9E-49A5-81F5-7FDB54B1956D}" type="presParOf" srcId="{F7C64FE4-B743-4173-AF38-E15B373860BB}" destId="{11D22318-0819-466B-8466-17D55738B7D7}" srcOrd="12" destOrd="0" presId="urn:microsoft.com/office/officeart/2005/8/layout/vProcess5"/>
    <dgm:cxn modelId="{06F85501-EF54-4751-BE2B-F673EB5C732A}" type="presParOf" srcId="{F7C64FE4-B743-4173-AF38-E15B373860BB}" destId="{5F7690F5-2C8D-406A-80FD-BB328C770292}" srcOrd="13" destOrd="0" presId="urn:microsoft.com/office/officeart/2005/8/layout/vProcess5"/>
    <dgm:cxn modelId="{86FFED00-5FFB-4C50-9751-A96BEB1551C0}" type="presParOf" srcId="{F7C64FE4-B743-4173-AF38-E15B373860BB}" destId="{77F75BF2-0CEF-4F30-A326-AB2D35C7411C}"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CEA98-93B9-4B2D-B9B9-9537AD997164}">
      <dsp:nvSpPr>
        <dsp:cNvPr id="0" name=""/>
        <dsp:cNvSpPr/>
      </dsp:nvSpPr>
      <dsp:spPr>
        <a:xfrm>
          <a:off x="2027" y="1354978"/>
          <a:ext cx="2023282" cy="17143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t="-9000" b="-9000"/>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082F9D57-96B4-483D-A747-06D859B5D858}">
      <dsp:nvSpPr>
        <dsp:cNvPr id="0" name=""/>
        <dsp:cNvSpPr/>
      </dsp:nvSpPr>
      <dsp:spPr>
        <a:xfrm>
          <a:off x="1283" y="3089255"/>
          <a:ext cx="2378149" cy="99855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rtlCol="0" anchor="ctr" anchorCtr="0">
          <a:noAutofit/>
        </a:bodyPr>
        <a:lstStyle/>
        <a:p>
          <a:pPr marL="0" lvl="0" indent="0" algn="l" defTabSz="711200" rtl="0">
            <a:lnSpc>
              <a:spcPct val="90000"/>
            </a:lnSpc>
            <a:spcBef>
              <a:spcPct val="0"/>
            </a:spcBef>
            <a:spcAft>
              <a:spcPct val="35000"/>
            </a:spcAft>
            <a:buNone/>
          </a:pPr>
          <a:r>
            <a:rPr lang="zh-TW" sz="1600" kern="1200">
              <a:solidFill>
                <a:schemeClr val="accent1">
                  <a:lumMod val="50000"/>
                </a:schemeClr>
              </a:solidFill>
            </a:rPr>
            <a:t>Lorem ipsum dolor sit amet, consectetuer adipiscing elit</a:t>
          </a:r>
        </a:p>
      </dsp:txBody>
      <dsp:txXfrm>
        <a:off x="30530" y="3118502"/>
        <a:ext cx="2319655" cy="940063"/>
      </dsp:txXfrm>
    </dsp:sp>
    <dsp:sp modelId="{857B4CA8-411B-47F9-AD8E-CC9E8998191B}">
      <dsp:nvSpPr>
        <dsp:cNvPr id="0" name=""/>
        <dsp:cNvSpPr/>
      </dsp:nvSpPr>
      <dsp:spPr>
        <a:xfrm>
          <a:off x="2027" y="633330"/>
          <a:ext cx="2023282" cy="542559"/>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rtlCol="0" anchor="ctr" anchorCtr="0">
          <a:noAutofit/>
        </a:bodyPr>
        <a:lstStyle/>
        <a:p>
          <a:pPr marL="0" lvl="0" indent="0" algn="ctr" defTabSz="844550" rtl="0">
            <a:lnSpc>
              <a:spcPct val="90000"/>
            </a:lnSpc>
            <a:spcBef>
              <a:spcPct val="0"/>
            </a:spcBef>
            <a:spcAft>
              <a:spcPct val="35000"/>
            </a:spcAft>
            <a:buNone/>
          </a:pPr>
          <a:r>
            <a:rPr lang="zh-TW" sz="1900" kern="1200">
              <a:solidFill>
                <a:schemeClr val="tx1"/>
              </a:solidFill>
            </a:rPr>
            <a:t>地圖</a:t>
          </a:r>
        </a:p>
      </dsp:txBody>
      <dsp:txXfrm>
        <a:off x="2027" y="633330"/>
        <a:ext cx="2023282" cy="542559"/>
      </dsp:txXfrm>
    </dsp:sp>
    <dsp:sp modelId="{175B4889-8837-4A51-B8E4-43DED68FD91D}">
      <dsp:nvSpPr>
        <dsp:cNvPr id="0" name=""/>
        <dsp:cNvSpPr/>
      </dsp:nvSpPr>
      <dsp:spPr>
        <a:xfrm>
          <a:off x="4521012" y="1354978"/>
          <a:ext cx="2023282" cy="17143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t="-9000" b="-9000"/>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DDAD261B-380A-44B9-A99B-A72499989074}">
      <dsp:nvSpPr>
        <dsp:cNvPr id="0" name=""/>
        <dsp:cNvSpPr/>
      </dsp:nvSpPr>
      <dsp:spPr>
        <a:xfrm>
          <a:off x="4428789" y="3089252"/>
          <a:ext cx="2378149" cy="99855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rtlCol="0" anchor="ctr" anchorCtr="0">
          <a:noAutofit/>
        </a:bodyPr>
        <a:lstStyle/>
        <a:p>
          <a:pPr marL="0" lvl="0" indent="0" algn="l" defTabSz="711200" rtl="0">
            <a:lnSpc>
              <a:spcPct val="90000"/>
            </a:lnSpc>
            <a:spcBef>
              <a:spcPct val="0"/>
            </a:spcBef>
            <a:spcAft>
              <a:spcPct val="35000"/>
            </a:spcAft>
            <a:buNone/>
          </a:pPr>
          <a:r>
            <a:rPr lang="zh-TW" sz="1600" kern="1200">
              <a:solidFill>
                <a:schemeClr val="accent1">
                  <a:lumMod val="50000"/>
                </a:schemeClr>
              </a:solidFill>
            </a:rPr>
            <a:t>Lorem ipsum dolor sit amet, consectetuer adipiscing elit</a:t>
          </a:r>
        </a:p>
      </dsp:txBody>
      <dsp:txXfrm>
        <a:off x="4458036" y="3118499"/>
        <a:ext cx="2319655" cy="940063"/>
      </dsp:txXfrm>
    </dsp:sp>
    <dsp:sp modelId="{494B1894-FA4F-4EC1-8E8E-68AEB4899B72}">
      <dsp:nvSpPr>
        <dsp:cNvPr id="0" name=""/>
        <dsp:cNvSpPr/>
      </dsp:nvSpPr>
      <dsp:spPr>
        <a:xfrm>
          <a:off x="4521012" y="633330"/>
          <a:ext cx="2023282" cy="542559"/>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rtlCol="0" anchor="ctr" anchorCtr="0">
          <a:noAutofit/>
        </a:bodyPr>
        <a:lstStyle/>
        <a:p>
          <a:pPr marL="0" lvl="0" indent="0" algn="ctr" defTabSz="844550" rtl="0">
            <a:lnSpc>
              <a:spcPct val="90000"/>
            </a:lnSpc>
            <a:spcBef>
              <a:spcPct val="0"/>
            </a:spcBef>
            <a:spcAft>
              <a:spcPct val="35000"/>
            </a:spcAft>
            <a:buNone/>
          </a:pPr>
          <a:r>
            <a:rPr lang="zh-TW" sz="1900" kern="1200">
              <a:solidFill>
                <a:schemeClr val="tx1"/>
              </a:solidFill>
            </a:rPr>
            <a:t>上路</a:t>
          </a:r>
        </a:p>
      </dsp:txBody>
      <dsp:txXfrm>
        <a:off x="4521012" y="633330"/>
        <a:ext cx="2023282" cy="542559"/>
      </dsp:txXfrm>
    </dsp:sp>
    <dsp:sp modelId="{EA1B9F6F-093C-4E75-8A08-13CC63E48A2A}">
      <dsp:nvSpPr>
        <dsp:cNvPr id="0" name=""/>
        <dsp:cNvSpPr/>
      </dsp:nvSpPr>
      <dsp:spPr>
        <a:xfrm>
          <a:off x="8775331" y="1354978"/>
          <a:ext cx="2023282" cy="17143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t="-9000" b="-9000"/>
          </a:stretch>
        </a:blipFill>
        <a:ln w="15875" cap="flat" cmpd="sng" algn="ctr">
          <a:noFill/>
          <a:prstDash val="solid"/>
        </a:ln>
        <a:effectLst/>
      </dsp:spPr>
      <dsp:style>
        <a:lnRef idx="2">
          <a:scrgbClr r="0" g="0" b="0"/>
        </a:lnRef>
        <a:fillRef idx="1">
          <a:scrgbClr r="0" g="0" b="0"/>
        </a:fillRef>
        <a:effectRef idx="0">
          <a:scrgbClr r="0" g="0" b="0"/>
        </a:effectRef>
        <a:fontRef idx="minor"/>
      </dsp:style>
    </dsp:sp>
    <dsp:sp modelId="{6AB589D1-3A2C-4500-AF5C-B9B478C9C905}">
      <dsp:nvSpPr>
        <dsp:cNvPr id="0" name=""/>
        <dsp:cNvSpPr/>
      </dsp:nvSpPr>
      <dsp:spPr>
        <a:xfrm>
          <a:off x="8719953" y="3089252"/>
          <a:ext cx="2378149" cy="99855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rtlCol="0" anchor="ctr" anchorCtr="0">
          <a:noAutofit/>
        </a:bodyPr>
        <a:lstStyle/>
        <a:p>
          <a:pPr marL="0" lvl="0" indent="0" algn="l" defTabSz="711200" rtl="0">
            <a:lnSpc>
              <a:spcPct val="90000"/>
            </a:lnSpc>
            <a:spcBef>
              <a:spcPct val="0"/>
            </a:spcBef>
            <a:spcAft>
              <a:spcPct val="35000"/>
            </a:spcAft>
            <a:buNone/>
          </a:pPr>
          <a:r>
            <a:rPr lang="zh-TW" sz="1600" kern="1200">
              <a:solidFill>
                <a:schemeClr val="accent1">
                  <a:lumMod val="50000"/>
                </a:schemeClr>
              </a:solidFill>
            </a:rPr>
            <a:t>Lorem ipsum dolor sit</a:t>
          </a:r>
          <a:br>
            <a:rPr lang="zh-TW" sz="1600" kern="1200" dirty="0">
              <a:solidFill>
                <a:schemeClr val="accent1">
                  <a:lumMod val="50000"/>
                </a:schemeClr>
              </a:solidFill>
            </a:rPr>
          </a:br>
          <a:r>
            <a:rPr lang="zh-TW" sz="1600" kern="1200">
              <a:solidFill>
                <a:schemeClr val="accent1">
                  <a:lumMod val="50000"/>
                </a:schemeClr>
              </a:solidFill>
            </a:rPr>
            <a:t>amet, consectetuer adipiscing elit</a:t>
          </a:r>
        </a:p>
      </dsp:txBody>
      <dsp:txXfrm>
        <a:off x="8749200" y="3118499"/>
        <a:ext cx="2319655" cy="940063"/>
      </dsp:txXfrm>
    </dsp:sp>
    <dsp:sp modelId="{9BB768B8-97D3-4773-9C90-8CAAE2C66A90}">
      <dsp:nvSpPr>
        <dsp:cNvPr id="0" name=""/>
        <dsp:cNvSpPr/>
      </dsp:nvSpPr>
      <dsp:spPr>
        <a:xfrm>
          <a:off x="8775331" y="633330"/>
          <a:ext cx="2023282" cy="542559"/>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rtlCol="0" anchor="ctr" anchorCtr="0">
          <a:noAutofit/>
        </a:bodyPr>
        <a:lstStyle/>
        <a:p>
          <a:pPr marL="0" lvl="0" indent="0" algn="ctr" defTabSz="844550" rtl="0">
            <a:lnSpc>
              <a:spcPct val="90000"/>
            </a:lnSpc>
            <a:spcBef>
              <a:spcPct val="0"/>
            </a:spcBef>
            <a:spcAft>
              <a:spcPct val="35000"/>
            </a:spcAft>
            <a:buNone/>
          </a:pPr>
          <a:r>
            <a:rPr lang="zh-TW" sz="1900" kern="1200">
              <a:solidFill>
                <a:schemeClr val="tx1"/>
              </a:solidFill>
            </a:rPr>
            <a:t>山</a:t>
          </a:r>
        </a:p>
      </dsp:txBody>
      <dsp:txXfrm>
        <a:off x="8775331" y="633330"/>
        <a:ext cx="2023282" cy="5425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C80086-FAD2-4337-9774-2D11ADB6338B}">
      <dsp:nvSpPr>
        <dsp:cNvPr id="0" name=""/>
        <dsp:cNvSpPr/>
      </dsp:nvSpPr>
      <dsp:spPr>
        <a:xfrm>
          <a:off x="707812" y="401406"/>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7679B3-5DF2-432F-B901-3F4B938B918B}">
      <dsp:nvSpPr>
        <dsp:cNvPr id="0" name=""/>
        <dsp:cNvSpPr/>
      </dsp:nvSpPr>
      <dsp:spPr>
        <a:xfrm>
          <a:off x="1124625" y="818218"/>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97D422-E586-4CF3-B912-222307DB1AF1}">
      <dsp:nvSpPr>
        <dsp:cNvPr id="0" name=""/>
        <dsp:cNvSpPr/>
      </dsp:nvSpPr>
      <dsp:spPr>
        <a:xfrm>
          <a:off x="82593" y="2966406"/>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511300" rtl="0">
            <a:lnSpc>
              <a:spcPct val="100000"/>
            </a:lnSpc>
            <a:spcBef>
              <a:spcPct val="0"/>
            </a:spcBef>
            <a:spcAft>
              <a:spcPct val="35000"/>
            </a:spcAft>
            <a:buNone/>
            <a:defRPr lang="zh-TW" cap="all"/>
          </a:pPr>
          <a:r>
            <a:rPr lang="zh-TW" sz="3400" kern="1200"/>
            <a:t>地圖</a:t>
          </a:r>
        </a:p>
      </dsp:txBody>
      <dsp:txXfrm>
        <a:off x="82593" y="2966406"/>
        <a:ext cx="3206250" cy="720000"/>
      </dsp:txXfrm>
    </dsp:sp>
    <dsp:sp modelId="{84D6A2B4-D034-4471-9540-2B564C1C8C94}">
      <dsp:nvSpPr>
        <dsp:cNvPr id="0" name=""/>
        <dsp:cNvSpPr/>
      </dsp:nvSpPr>
      <dsp:spPr>
        <a:xfrm>
          <a:off x="4475156" y="401406"/>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A5C1F8-EBAD-49DC-B916-3B1778787CB8}">
      <dsp:nvSpPr>
        <dsp:cNvPr id="0" name=""/>
        <dsp:cNvSpPr/>
      </dsp:nvSpPr>
      <dsp:spPr>
        <a:xfrm>
          <a:off x="4891968" y="818218"/>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334A97-4D09-4C79-B2B5-07BE1FF63668}">
      <dsp:nvSpPr>
        <dsp:cNvPr id="0" name=""/>
        <dsp:cNvSpPr/>
      </dsp:nvSpPr>
      <dsp:spPr>
        <a:xfrm>
          <a:off x="3849937" y="2966406"/>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511300" rtl="0">
            <a:lnSpc>
              <a:spcPct val="100000"/>
            </a:lnSpc>
            <a:spcBef>
              <a:spcPct val="0"/>
            </a:spcBef>
            <a:spcAft>
              <a:spcPct val="35000"/>
            </a:spcAft>
            <a:buNone/>
            <a:defRPr lang="zh-TW" cap="all"/>
          </a:pPr>
          <a:r>
            <a:rPr lang="zh-TW" sz="3400" kern="1200"/>
            <a:t>路</a:t>
          </a:r>
        </a:p>
      </dsp:txBody>
      <dsp:txXfrm>
        <a:off x="3849937" y="2966406"/>
        <a:ext cx="3206250" cy="720000"/>
      </dsp:txXfrm>
    </dsp:sp>
    <dsp:sp modelId="{45ED88D5-1FA1-4FD0-90D9-6371DD60718F}">
      <dsp:nvSpPr>
        <dsp:cNvPr id="0" name=""/>
        <dsp:cNvSpPr/>
      </dsp:nvSpPr>
      <dsp:spPr>
        <a:xfrm>
          <a:off x="8242500" y="401406"/>
          <a:ext cx="1955812" cy="1955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5F9911-9DBD-4B56-BCFF-7F94F0387671}">
      <dsp:nvSpPr>
        <dsp:cNvPr id="0" name=""/>
        <dsp:cNvSpPr/>
      </dsp:nvSpPr>
      <dsp:spPr>
        <a:xfrm>
          <a:off x="8659312" y="818218"/>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0B93E8E-4067-4888-A70B-28FA0A3F3CD3}">
      <dsp:nvSpPr>
        <dsp:cNvPr id="0" name=""/>
        <dsp:cNvSpPr/>
      </dsp:nvSpPr>
      <dsp:spPr>
        <a:xfrm>
          <a:off x="7617281" y="2966406"/>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511300" rtl="0">
            <a:lnSpc>
              <a:spcPct val="100000"/>
            </a:lnSpc>
            <a:spcBef>
              <a:spcPct val="0"/>
            </a:spcBef>
            <a:spcAft>
              <a:spcPct val="35000"/>
            </a:spcAft>
            <a:buNone/>
            <a:defRPr lang="zh-TW" cap="all"/>
          </a:pPr>
          <a:r>
            <a:rPr lang="zh-TW" sz="3400" kern="1200"/>
            <a:t>山</a:t>
          </a:r>
        </a:p>
      </dsp:txBody>
      <dsp:txXfrm>
        <a:off x="7617281" y="2966406"/>
        <a:ext cx="32062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33812-34D6-4226-A6D4-51F7D7EAA1C7}">
      <dsp:nvSpPr>
        <dsp:cNvPr id="0" name=""/>
        <dsp:cNvSpPr/>
      </dsp:nvSpPr>
      <dsp:spPr>
        <a:xfrm>
          <a:off x="343" y="0"/>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1。</a:t>
          </a:r>
          <a:r>
            <a:rPr lang="zh-TW" sz="1600" kern="1200">
              <a:solidFill>
                <a:schemeClr val="tx1">
                  <a:alpha val="70000"/>
                </a:schemeClr>
              </a:solidFill>
            </a:rPr>
            <a:t>Lorem ipsum dolor sit amet, consectetuer adipiscing elit</a:t>
          </a:r>
          <a:endParaRPr lang="zh-TW" sz="2000" kern="1200" dirty="0">
            <a:solidFill>
              <a:schemeClr val="tx1">
                <a:alpha val="70000"/>
              </a:schemeClr>
            </a:solidFill>
          </a:endParaRPr>
        </a:p>
      </dsp:txBody>
      <dsp:txXfrm>
        <a:off x="21894" y="21551"/>
        <a:ext cx="7713118" cy="692704"/>
      </dsp:txXfrm>
    </dsp:sp>
    <dsp:sp modelId="{7C86B145-1C2E-46BD-BE62-C42C80C5A654}">
      <dsp:nvSpPr>
        <dsp:cNvPr id="0" name=""/>
        <dsp:cNvSpPr/>
      </dsp:nvSpPr>
      <dsp:spPr>
        <a:xfrm>
          <a:off x="641700" y="838001"/>
          <a:ext cx="8593200" cy="735806"/>
        </a:xfrm>
        <a:prstGeom prst="rect">
          <a:avLst/>
        </a:prstGeom>
        <a:solidFill>
          <a:schemeClr val="accent1"/>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t>課程 2。</a:t>
          </a:r>
          <a:r>
            <a:rPr lang="zh-TW" sz="1600" kern="1200">
              <a:solidFill>
                <a:schemeClr val="accent1">
                  <a:lumMod val="20000"/>
                  <a:lumOff val="80000"/>
                </a:schemeClr>
              </a:solidFill>
            </a:rPr>
            <a:t>S</a:t>
          </a:r>
          <a:r>
            <a:rPr lang="zh-TW" sz="1600" b="0" i="0" kern="1200">
              <a:solidFill>
                <a:schemeClr val="accent1">
                  <a:lumMod val="20000"/>
                  <a:lumOff val="80000"/>
                </a:schemeClr>
              </a:solidFill>
            </a:rPr>
            <a:t>ed ut perspiciatis unde omnis iste natus error sit voluptatem</a:t>
          </a:r>
          <a:endParaRPr lang="zh-TW" sz="1600" kern="1200" dirty="0">
            <a:solidFill>
              <a:schemeClr val="accent1">
                <a:lumMod val="20000"/>
                <a:lumOff val="80000"/>
              </a:schemeClr>
            </a:solidFill>
          </a:endParaRPr>
        </a:p>
      </dsp:txBody>
      <dsp:txXfrm>
        <a:off x="663251" y="859552"/>
        <a:ext cx="7430123" cy="692704"/>
      </dsp:txXfrm>
    </dsp:sp>
    <dsp:sp modelId="{862B5B41-53F5-454A-B8E6-70B721DC8B9A}">
      <dsp:nvSpPr>
        <dsp:cNvPr id="0" name=""/>
        <dsp:cNvSpPr/>
      </dsp:nvSpPr>
      <dsp:spPr>
        <a:xfrm>
          <a:off x="1283399" y="1676003"/>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3。</a:t>
          </a:r>
          <a:r>
            <a:rPr lang="zh-TW" sz="1600" kern="1200">
              <a:solidFill>
                <a:schemeClr val="tx1">
                  <a:alpha val="70000"/>
                </a:schemeClr>
              </a:solidFill>
            </a:rPr>
            <a:t>Lorem ipsum dolor sit amet, consectetuer adipiscing elit</a:t>
          </a:r>
        </a:p>
      </dsp:txBody>
      <dsp:txXfrm>
        <a:off x="1304950" y="1697554"/>
        <a:ext cx="7430123" cy="692704"/>
      </dsp:txXfrm>
    </dsp:sp>
    <dsp:sp modelId="{D134E212-FDD1-424A-968F-869017AD5171}">
      <dsp:nvSpPr>
        <dsp:cNvPr id="0" name=""/>
        <dsp:cNvSpPr/>
      </dsp:nvSpPr>
      <dsp:spPr>
        <a:xfrm>
          <a:off x="1925099" y="2514004"/>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4。</a:t>
          </a:r>
          <a:r>
            <a:rPr lang="zh-TW" sz="1600" kern="1200">
              <a:solidFill>
                <a:schemeClr val="tx1">
                  <a:alpha val="70000"/>
                </a:schemeClr>
              </a:solidFill>
            </a:rPr>
            <a:t>S</a:t>
          </a:r>
          <a:r>
            <a:rPr lang="zh-TW" sz="1600" b="0" i="0" kern="1200">
              <a:solidFill>
                <a:schemeClr val="tx1">
                  <a:alpha val="70000"/>
                </a:schemeClr>
              </a:solidFill>
            </a:rPr>
            <a:t>ed ut perspiciatis unde omnis iste natus error sit voluptatem</a:t>
          </a:r>
          <a:endParaRPr lang="zh-TW" sz="1600" kern="1200" dirty="0">
            <a:solidFill>
              <a:schemeClr val="tx1">
                <a:alpha val="70000"/>
              </a:schemeClr>
            </a:solidFill>
          </a:endParaRPr>
        </a:p>
      </dsp:txBody>
      <dsp:txXfrm>
        <a:off x="1946650" y="2535555"/>
        <a:ext cx="7430123" cy="692704"/>
      </dsp:txXfrm>
    </dsp:sp>
    <dsp:sp modelId="{9CB462FF-72B3-4BFA-B916-65C5CB432162}">
      <dsp:nvSpPr>
        <dsp:cNvPr id="0" name=""/>
        <dsp:cNvSpPr/>
      </dsp:nvSpPr>
      <dsp:spPr>
        <a:xfrm>
          <a:off x="2566799" y="3352006"/>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5。</a:t>
          </a:r>
          <a:r>
            <a:rPr lang="zh-TW" sz="1600" kern="1200">
              <a:solidFill>
                <a:schemeClr val="tx1">
                  <a:alpha val="70000"/>
                </a:schemeClr>
              </a:solidFill>
            </a:rPr>
            <a:t>Lorem ipsum dolor sit amet, consectetuer adipiscing elit</a:t>
          </a:r>
          <a:r>
            <a:rPr lang="zh-TW" sz="1600" kern="1200">
              <a:solidFill>
                <a:schemeClr val="accent1">
                  <a:lumMod val="60000"/>
                  <a:lumOff val="40000"/>
                  <a:alpha val="70000"/>
                </a:schemeClr>
              </a:solidFill>
            </a:rPr>
            <a:t> </a:t>
          </a:r>
        </a:p>
      </dsp:txBody>
      <dsp:txXfrm>
        <a:off x="2588350" y="3373557"/>
        <a:ext cx="7430123" cy="692704"/>
      </dsp:txXfrm>
    </dsp:sp>
    <dsp:sp modelId="{0CB2EC4F-D832-4AE2-86CC-14F684CFA4E5}">
      <dsp:nvSpPr>
        <dsp:cNvPr id="0" name=""/>
        <dsp:cNvSpPr/>
      </dsp:nvSpPr>
      <dsp:spPr>
        <a:xfrm>
          <a:off x="7871890" y="53754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7979502" y="537547"/>
        <a:ext cx="263050" cy="359901"/>
      </dsp:txXfrm>
    </dsp:sp>
    <dsp:sp modelId="{03DA9257-7161-48BA-BB8E-B2323EF3B158}">
      <dsp:nvSpPr>
        <dsp:cNvPr id="0" name=""/>
        <dsp:cNvSpPr/>
      </dsp:nvSpPr>
      <dsp:spPr>
        <a:xfrm>
          <a:off x="8513590" y="1375549"/>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8621202" y="1375549"/>
        <a:ext cx="263050" cy="359901"/>
      </dsp:txXfrm>
    </dsp:sp>
    <dsp:sp modelId="{6FEE3320-F765-411D-B4AD-9D1CFC5DEDDD}">
      <dsp:nvSpPr>
        <dsp:cNvPr id="0" name=""/>
        <dsp:cNvSpPr/>
      </dsp:nvSpPr>
      <dsp:spPr>
        <a:xfrm>
          <a:off x="9155290" y="220128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9262902" y="2201287"/>
        <a:ext cx="263050" cy="359901"/>
      </dsp:txXfrm>
    </dsp:sp>
    <dsp:sp modelId="{E32DC1E0-C267-4605-BE6F-5701FC898420}">
      <dsp:nvSpPr>
        <dsp:cNvPr id="0" name=""/>
        <dsp:cNvSpPr/>
      </dsp:nvSpPr>
      <dsp:spPr>
        <a:xfrm>
          <a:off x="9796990" y="3047464"/>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9904602" y="3047464"/>
        <a:ext cx="263050" cy="3599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33812-34D6-4226-A6D4-51F7D7EAA1C7}">
      <dsp:nvSpPr>
        <dsp:cNvPr id="0" name=""/>
        <dsp:cNvSpPr/>
      </dsp:nvSpPr>
      <dsp:spPr>
        <a:xfrm>
          <a:off x="343" y="0"/>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1。</a:t>
          </a:r>
          <a:r>
            <a:rPr lang="zh-TW" sz="1600" kern="1200">
              <a:solidFill>
                <a:schemeClr val="tx1">
                  <a:alpha val="70000"/>
                </a:schemeClr>
              </a:solidFill>
            </a:rPr>
            <a:t>Lorem ipsum dolor sit amet, consectetuer adipiscing elit</a:t>
          </a:r>
          <a:endParaRPr lang="zh-TW" sz="2000" kern="1200" dirty="0">
            <a:solidFill>
              <a:schemeClr val="tx1">
                <a:alpha val="70000"/>
              </a:schemeClr>
            </a:solidFill>
          </a:endParaRPr>
        </a:p>
      </dsp:txBody>
      <dsp:txXfrm>
        <a:off x="21894" y="21551"/>
        <a:ext cx="7713118" cy="692704"/>
      </dsp:txXfrm>
    </dsp:sp>
    <dsp:sp modelId="{7C86B145-1C2E-46BD-BE62-C42C80C5A654}">
      <dsp:nvSpPr>
        <dsp:cNvPr id="0" name=""/>
        <dsp:cNvSpPr/>
      </dsp:nvSpPr>
      <dsp:spPr>
        <a:xfrm>
          <a:off x="641700" y="838001"/>
          <a:ext cx="8593200" cy="735806"/>
        </a:xfrm>
        <a:prstGeom prst="rect">
          <a:avLst/>
        </a:prstGeom>
        <a:solidFill>
          <a:schemeClr val="accent1"/>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t>第 2 課。</a:t>
          </a:r>
          <a:r>
            <a:rPr lang="zh-TW" sz="1600" kern="1200">
              <a:solidFill>
                <a:schemeClr val="accent1">
                  <a:lumMod val="20000"/>
                  <a:lumOff val="80000"/>
                </a:schemeClr>
              </a:solidFill>
            </a:rPr>
            <a:t>S</a:t>
          </a:r>
          <a:r>
            <a:rPr lang="zh-TW" sz="1600" b="0" i="0" kern="1200">
              <a:solidFill>
                <a:schemeClr val="accent1">
                  <a:lumMod val="20000"/>
                  <a:lumOff val="80000"/>
                </a:schemeClr>
              </a:solidFill>
            </a:rPr>
            <a:t>ed ut perspiciatis unde omnis iste natus error sit voluptatem</a:t>
          </a:r>
          <a:endParaRPr lang="zh-TW" sz="1600" kern="1200" dirty="0">
            <a:solidFill>
              <a:schemeClr val="accent1">
                <a:lumMod val="20000"/>
                <a:lumOff val="80000"/>
              </a:schemeClr>
            </a:solidFill>
          </a:endParaRPr>
        </a:p>
      </dsp:txBody>
      <dsp:txXfrm>
        <a:off x="663251" y="859552"/>
        <a:ext cx="7430123" cy="692704"/>
      </dsp:txXfrm>
    </dsp:sp>
    <dsp:sp modelId="{862B5B41-53F5-454A-B8E6-70B721DC8B9A}">
      <dsp:nvSpPr>
        <dsp:cNvPr id="0" name=""/>
        <dsp:cNvSpPr/>
      </dsp:nvSpPr>
      <dsp:spPr>
        <a:xfrm>
          <a:off x="1283399" y="1676003"/>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3。</a:t>
          </a:r>
          <a:r>
            <a:rPr lang="zh-TW" sz="1600" kern="1200">
              <a:solidFill>
                <a:schemeClr val="tx1">
                  <a:alpha val="70000"/>
                </a:schemeClr>
              </a:solidFill>
            </a:rPr>
            <a:t>Lorem ipsum dolor sit amet, consectetuer adipiscing elit</a:t>
          </a:r>
        </a:p>
      </dsp:txBody>
      <dsp:txXfrm>
        <a:off x="1304950" y="1697554"/>
        <a:ext cx="7430123" cy="692704"/>
      </dsp:txXfrm>
    </dsp:sp>
    <dsp:sp modelId="{D134E212-FDD1-424A-968F-869017AD5171}">
      <dsp:nvSpPr>
        <dsp:cNvPr id="0" name=""/>
        <dsp:cNvSpPr/>
      </dsp:nvSpPr>
      <dsp:spPr>
        <a:xfrm>
          <a:off x="1925099" y="2514004"/>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4。</a:t>
          </a:r>
          <a:r>
            <a:rPr lang="zh-TW" sz="1600" kern="1200">
              <a:solidFill>
                <a:schemeClr val="tx1">
                  <a:alpha val="70000"/>
                </a:schemeClr>
              </a:solidFill>
            </a:rPr>
            <a:t>S</a:t>
          </a:r>
          <a:r>
            <a:rPr lang="zh-TW" sz="1600" b="0" i="0" kern="1200">
              <a:solidFill>
                <a:schemeClr val="tx1">
                  <a:alpha val="70000"/>
                </a:schemeClr>
              </a:solidFill>
            </a:rPr>
            <a:t>ed ut perspiciatis unde omnis iste natus error sit voluptatem</a:t>
          </a:r>
          <a:endParaRPr lang="zh-TW" sz="1600" kern="1200" dirty="0">
            <a:solidFill>
              <a:schemeClr val="tx1">
                <a:alpha val="70000"/>
              </a:schemeClr>
            </a:solidFill>
          </a:endParaRPr>
        </a:p>
      </dsp:txBody>
      <dsp:txXfrm>
        <a:off x="1946650" y="2535555"/>
        <a:ext cx="7430123" cy="692704"/>
      </dsp:txXfrm>
    </dsp:sp>
    <dsp:sp modelId="{9CB462FF-72B3-4BFA-B916-65C5CB432162}">
      <dsp:nvSpPr>
        <dsp:cNvPr id="0" name=""/>
        <dsp:cNvSpPr/>
      </dsp:nvSpPr>
      <dsp:spPr>
        <a:xfrm>
          <a:off x="2566799" y="3352006"/>
          <a:ext cx="8593200" cy="735806"/>
        </a:xfrm>
        <a:prstGeom prst="rect">
          <a:avLst/>
        </a:prstGeom>
        <a:solidFill>
          <a:schemeClr val="accent1">
            <a:lumMod val="40000"/>
            <a:lumOff val="60000"/>
            <a:alpha val="50000"/>
          </a:schemeClr>
        </a:solid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8000" tIns="91440" rIns="91440" bIns="91440" numCol="1" spcCol="1270" rtlCol="0" anchor="ctr" anchorCtr="0">
          <a:noAutofit/>
        </a:bodyPr>
        <a:lstStyle/>
        <a:p>
          <a:pPr marL="0" lvl="0" indent="0" algn="l" defTabSz="1066800" rtl="0">
            <a:lnSpc>
              <a:spcPct val="90000"/>
            </a:lnSpc>
            <a:spcBef>
              <a:spcPct val="0"/>
            </a:spcBef>
            <a:spcAft>
              <a:spcPct val="35000"/>
            </a:spcAft>
            <a:buNone/>
          </a:pPr>
          <a:r>
            <a:rPr lang="zh-TW" sz="2400" kern="1200">
              <a:solidFill>
                <a:schemeClr val="accent1">
                  <a:lumMod val="50000"/>
                </a:schemeClr>
              </a:solidFill>
            </a:rPr>
            <a:t>課程 5。</a:t>
          </a:r>
          <a:r>
            <a:rPr lang="zh-TW" sz="1600" kern="1200">
              <a:solidFill>
                <a:schemeClr val="tx1">
                  <a:alpha val="70000"/>
                </a:schemeClr>
              </a:solidFill>
            </a:rPr>
            <a:t>Lorem ipsum dolor sit amet, consectetuer adipiscing elit</a:t>
          </a:r>
          <a:r>
            <a:rPr lang="zh-TW" sz="1600" kern="1200">
              <a:solidFill>
                <a:schemeClr val="accent1">
                  <a:lumMod val="60000"/>
                  <a:lumOff val="40000"/>
                  <a:alpha val="70000"/>
                </a:schemeClr>
              </a:solidFill>
            </a:rPr>
            <a:t> </a:t>
          </a:r>
        </a:p>
      </dsp:txBody>
      <dsp:txXfrm>
        <a:off x="2588350" y="3373557"/>
        <a:ext cx="7430123" cy="692704"/>
      </dsp:txXfrm>
    </dsp:sp>
    <dsp:sp modelId="{0CB2EC4F-D832-4AE2-86CC-14F684CFA4E5}">
      <dsp:nvSpPr>
        <dsp:cNvPr id="0" name=""/>
        <dsp:cNvSpPr/>
      </dsp:nvSpPr>
      <dsp:spPr>
        <a:xfrm>
          <a:off x="7871890" y="53754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7979502" y="537547"/>
        <a:ext cx="263050" cy="359901"/>
      </dsp:txXfrm>
    </dsp:sp>
    <dsp:sp modelId="{03DA9257-7161-48BA-BB8E-B2323EF3B158}">
      <dsp:nvSpPr>
        <dsp:cNvPr id="0" name=""/>
        <dsp:cNvSpPr/>
      </dsp:nvSpPr>
      <dsp:spPr>
        <a:xfrm>
          <a:off x="8513590" y="1375549"/>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8621202" y="1375549"/>
        <a:ext cx="263050" cy="359901"/>
      </dsp:txXfrm>
    </dsp:sp>
    <dsp:sp modelId="{6FEE3320-F765-411D-B4AD-9D1CFC5DEDDD}">
      <dsp:nvSpPr>
        <dsp:cNvPr id="0" name=""/>
        <dsp:cNvSpPr/>
      </dsp:nvSpPr>
      <dsp:spPr>
        <a:xfrm>
          <a:off x="9155290" y="2201287"/>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9262902" y="2201287"/>
        <a:ext cx="263050" cy="359901"/>
      </dsp:txXfrm>
    </dsp:sp>
    <dsp:sp modelId="{E32DC1E0-C267-4605-BE6F-5701FC898420}">
      <dsp:nvSpPr>
        <dsp:cNvPr id="0" name=""/>
        <dsp:cNvSpPr/>
      </dsp:nvSpPr>
      <dsp:spPr>
        <a:xfrm>
          <a:off x="9796990" y="3047464"/>
          <a:ext cx="478274" cy="478274"/>
        </a:xfrm>
        <a:prstGeom prst="downArrow">
          <a:avLst>
            <a:gd name="adj1" fmla="val 55000"/>
            <a:gd name="adj2" fmla="val 45000"/>
          </a:avLst>
        </a:prstGeom>
        <a:solidFill>
          <a:schemeClr val="accent1">
            <a:lumMod val="40000"/>
            <a:lumOff val="60000"/>
          </a:schemeClr>
        </a:solidFill>
        <a:ln w="15875" cap="flat" cmpd="sng" algn="ctr">
          <a:no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rtlCol="0" anchor="ctr" anchorCtr="0">
          <a:noAutofit/>
        </a:bodyPr>
        <a:lstStyle/>
        <a:p>
          <a:pPr marL="0" lvl="0" indent="0" algn="ctr" defTabSz="711200" rtl="0">
            <a:lnSpc>
              <a:spcPct val="90000"/>
            </a:lnSpc>
            <a:spcBef>
              <a:spcPct val="0"/>
            </a:spcBef>
            <a:spcAft>
              <a:spcPct val="35000"/>
            </a:spcAft>
            <a:buNone/>
          </a:pPr>
          <a:endParaRPr lang="zh-TW" sz="1600" kern="1200" dirty="0"/>
        </a:p>
      </dsp:txBody>
      <dsp:txXfrm>
        <a:off x="9904602" y="3047464"/>
        <a:ext cx="263050" cy="35990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圖示圓形標籤清單"/>
  <dgm:desc val="用來顯示不循序或群組的資訊區塊，以及相關視覺效果。最適合用於圖示或簡短文字字幕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a:extLst>
              <a:ext uri="{FF2B5EF4-FFF2-40B4-BE49-F238E27FC236}">
                <a16:creationId xmlns:a16="http://schemas.microsoft.com/office/drawing/2014/main" id="{6169671B-947A-44A3-A764-A91E66D469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zh-TW" sz="1200"/>
            </a:lvl1pPr>
          </a:lstStyle>
          <a:p>
            <a:pPr rtl="0"/>
            <a:endParaRPr lang="zh-TW" dirty="0"/>
          </a:p>
        </p:txBody>
      </p:sp>
      <p:sp>
        <p:nvSpPr>
          <p:cNvPr id="3" name="日期版面配置區 2">
            <a:extLst>
              <a:ext uri="{FF2B5EF4-FFF2-40B4-BE49-F238E27FC236}">
                <a16:creationId xmlns:a16="http://schemas.microsoft.com/office/drawing/2014/main" id="{2B4B23CC-4610-41C4-A0CF-67A30700C4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zh-TW" sz="1200"/>
            </a:lvl1pPr>
          </a:lstStyle>
          <a:p>
            <a:pPr rtl="0"/>
            <a:fld id="{A626BF5A-A72B-40F7-A38C-7FCCDBA7BF0A}" type="datetime1">
              <a:rPr lang="zh-TW" altLang="en-US" smtClean="0"/>
              <a:t>2026/1/8</a:t>
            </a:fld>
            <a:endParaRPr lang="zh-TW" dirty="0"/>
          </a:p>
        </p:txBody>
      </p:sp>
      <p:sp>
        <p:nvSpPr>
          <p:cNvPr id="4" name="頁尾版面配置區 3">
            <a:extLst>
              <a:ext uri="{FF2B5EF4-FFF2-40B4-BE49-F238E27FC236}">
                <a16:creationId xmlns:a16="http://schemas.microsoft.com/office/drawing/2014/main" id="{1F94FC55-2324-40BC-8420-15EC835D95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zh-TW" sz="1200"/>
            </a:lvl1pPr>
          </a:lstStyle>
          <a:p>
            <a:pPr rtl="0"/>
            <a:endParaRPr lang="zh-TW" dirty="0"/>
          </a:p>
        </p:txBody>
      </p:sp>
      <p:sp>
        <p:nvSpPr>
          <p:cNvPr id="5" name="投影片編號預留位置 4">
            <a:extLst>
              <a:ext uri="{FF2B5EF4-FFF2-40B4-BE49-F238E27FC236}">
                <a16:creationId xmlns:a16="http://schemas.microsoft.com/office/drawing/2014/main" id="{663EC604-E5A5-4A58-AC5A-211F83D37C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zh-TW" sz="1200"/>
            </a:lvl1pPr>
          </a:lstStyle>
          <a:p>
            <a:pPr rtl="0"/>
            <a:fld id="{9E3B048B-0EBA-466F-928F-37073F3BFB70}" type="slidenum">
              <a:rPr lang="zh-TW" smtClean="0"/>
              <a:t>‹#›</a:t>
            </a:fld>
            <a:endParaRPr lang="zh-TW" dirty="0"/>
          </a:p>
        </p:txBody>
      </p:sp>
    </p:spTree>
    <p:extLst>
      <p:ext uri="{BB962C8B-B14F-4D97-AF65-F5344CB8AC3E}">
        <p14:creationId xmlns:p14="http://schemas.microsoft.com/office/powerpoint/2010/main" val="40655076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zh-TW" sz="1200"/>
            </a:lvl1pPr>
          </a:lstStyle>
          <a:p>
            <a:pPr rtl="0"/>
            <a:endParaRPr lang="zh-TW" noProof="0" dirty="0"/>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zh-TW" sz="1200"/>
            </a:lvl1pPr>
          </a:lstStyle>
          <a:p>
            <a:pPr rtl="0"/>
            <a:fld id="{1B757BF0-0594-42C8-AFF7-1A43B7BDAD4F}" type="datetime1">
              <a:rPr lang="zh-TW" altLang="en-US" noProof="0" smtClean="0"/>
              <a:t>2026/1/8</a:t>
            </a:fld>
            <a:endParaRPr lang="zh-TW" noProof="0" dirty="0"/>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zh-TW"/>
            </a:defPPr>
          </a:lstStyle>
          <a:p>
            <a:pPr rtl="0"/>
            <a:endParaRPr lang="zh-TW" noProof="0" dirty="0"/>
          </a:p>
        </p:txBody>
      </p:sp>
      <p:sp>
        <p:nvSpPr>
          <p:cNvPr id="5" name="備忘稿預留位置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zh-TW"/>
            </a:defPPr>
          </a:lstStyle>
          <a:p>
            <a:pPr lvl="0" rtl="0"/>
            <a:r>
              <a:rPr lang="zh-TW" noProof="0"/>
              <a:t>按一下以編輯母片文字樣式</a:t>
            </a:r>
          </a:p>
          <a:p>
            <a:pPr lvl="1" rtl="0"/>
            <a:r>
              <a:rPr lang="zh-TW" noProof="0"/>
              <a:t>第二層</a:t>
            </a:r>
          </a:p>
          <a:p>
            <a:pPr lvl="2" rtl="0"/>
            <a:r>
              <a:rPr lang="zh-TW" noProof="0"/>
              <a:t>第三層</a:t>
            </a:r>
          </a:p>
          <a:p>
            <a:pPr lvl="3" rtl="0"/>
            <a:r>
              <a:rPr lang="zh-TW" noProof="0"/>
              <a:t>第四層</a:t>
            </a:r>
          </a:p>
          <a:p>
            <a:pPr lvl="4" rtl="0"/>
            <a:r>
              <a:rPr lang="zh-TW" noProof="0"/>
              <a:t>第五層</a:t>
            </a:r>
          </a:p>
        </p:txBody>
      </p:sp>
      <p:sp>
        <p:nvSpPr>
          <p:cNvPr id="6" name="頁尾預留位置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zh-TW" sz="1200"/>
            </a:lvl1pPr>
          </a:lstStyle>
          <a:p>
            <a:pPr rtl="0"/>
            <a:endParaRPr lang="zh-TW" noProof="0" dirty="0"/>
          </a:p>
        </p:txBody>
      </p:sp>
      <p:sp>
        <p:nvSpPr>
          <p:cNvPr id="7" name="投影片編號預留位置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zh-TW" sz="1200"/>
            </a:lvl1pPr>
          </a:lstStyle>
          <a:p>
            <a:pPr rtl="0"/>
            <a:fld id="{4AED498D-6977-40EC-8E5E-7EB644D5E759}" type="slidenum">
              <a:rPr lang="zh-TW" noProof="0" smtClean="0"/>
              <a:t>‹#›</a:t>
            </a:fld>
            <a:endParaRPr lang="zh-TW" noProof="0" dirty="0"/>
          </a:p>
        </p:txBody>
      </p:sp>
    </p:spTree>
    <p:extLst>
      <p:ext uri="{BB962C8B-B14F-4D97-AF65-F5344CB8AC3E}">
        <p14:creationId xmlns:p14="http://schemas.microsoft.com/office/powerpoint/2010/main" val="13522643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zh-TW" sz="1200" kern="1200">
        <a:solidFill>
          <a:schemeClr val="tx1"/>
        </a:solidFill>
        <a:latin typeface="+mn-ea"/>
        <a:ea typeface="+mn-ea"/>
        <a:cs typeface="+mn-cs"/>
      </a:defRPr>
    </a:lvl1pPr>
    <a:lvl2pPr marL="457200" algn="l" defTabSz="914400" rtl="0" eaLnBrk="1" latinLnBrk="0" hangingPunct="1">
      <a:defRPr lang="zh-TW" sz="1200" kern="1200">
        <a:solidFill>
          <a:schemeClr val="tx1"/>
        </a:solidFill>
        <a:latin typeface="+mn-ea"/>
        <a:ea typeface="+mn-ea"/>
        <a:cs typeface="+mn-cs"/>
      </a:defRPr>
    </a:lvl2pPr>
    <a:lvl3pPr marL="914400" algn="l" defTabSz="914400" rtl="0" eaLnBrk="1" latinLnBrk="0" hangingPunct="1">
      <a:defRPr lang="zh-TW" sz="1200" kern="1200">
        <a:solidFill>
          <a:schemeClr val="tx1"/>
        </a:solidFill>
        <a:latin typeface="+mn-ea"/>
        <a:ea typeface="+mn-ea"/>
        <a:cs typeface="+mn-cs"/>
      </a:defRPr>
    </a:lvl3pPr>
    <a:lvl4pPr marL="1371600" algn="l" defTabSz="914400" rtl="0" eaLnBrk="1" latinLnBrk="0" hangingPunct="1">
      <a:defRPr lang="zh-TW" sz="1200" kern="1200">
        <a:solidFill>
          <a:schemeClr val="tx1"/>
        </a:solidFill>
        <a:latin typeface="+mn-ea"/>
        <a:ea typeface="+mn-ea"/>
        <a:cs typeface="+mn-cs"/>
      </a:defRPr>
    </a:lvl4pPr>
    <a:lvl5pPr marL="1828800" algn="l" defTabSz="914400" rtl="0" eaLnBrk="1" latinLnBrk="0" hangingPunct="1">
      <a:defRPr lang="zh-TW" sz="1200" kern="1200">
        <a:solidFill>
          <a:schemeClr val="tx1"/>
        </a:solidFill>
        <a:latin typeface="+mn-ea"/>
        <a:ea typeface="+mn-ea"/>
        <a:cs typeface="+mn-cs"/>
      </a:defRPr>
    </a:lvl5pPr>
    <a:lvl6pPr marL="2286000" algn="l" defTabSz="914400" rtl="0" eaLnBrk="1" latinLnBrk="0" hangingPunct="1">
      <a:defRPr lang="zh-TW" sz="1200" kern="1200">
        <a:solidFill>
          <a:schemeClr val="tx1"/>
        </a:solidFill>
        <a:latin typeface="+mn-ea"/>
        <a:ea typeface="+mn-ea"/>
        <a:cs typeface="+mn-cs"/>
      </a:defRPr>
    </a:lvl6pPr>
    <a:lvl7pPr marL="2743200" algn="l" defTabSz="914400" rtl="0" eaLnBrk="1" latinLnBrk="0" hangingPunct="1">
      <a:defRPr lang="zh-TW" sz="1200" kern="1200">
        <a:solidFill>
          <a:schemeClr val="tx1"/>
        </a:solidFill>
        <a:latin typeface="+mn-ea"/>
        <a:ea typeface="+mn-ea"/>
        <a:cs typeface="+mn-cs"/>
      </a:defRPr>
    </a:lvl7pPr>
    <a:lvl8pPr marL="3200400" algn="l" defTabSz="914400" rtl="0" eaLnBrk="1" latinLnBrk="0" hangingPunct="1">
      <a:defRPr lang="zh-TW" sz="1200" kern="1200">
        <a:solidFill>
          <a:schemeClr val="tx1"/>
        </a:solidFill>
        <a:latin typeface="+mn-ea"/>
        <a:ea typeface="+mn-ea"/>
        <a:cs typeface="+mn-cs"/>
      </a:defRPr>
    </a:lvl8pPr>
    <a:lvl9pPr marL="3657600" algn="l" defTabSz="914400" rtl="0" eaLnBrk="1" latinLnBrk="0" hangingPunct="1">
      <a:defRPr lang="zh-TW" sz="1200" kern="1200">
        <a:solidFill>
          <a:schemeClr val="tx1"/>
        </a:solidFill>
        <a:latin typeface="+mn-ea"/>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1</a:t>
            </a:fld>
            <a:endParaRPr lang="zh-TW" dirty="0"/>
          </a:p>
        </p:txBody>
      </p:sp>
    </p:spTree>
    <p:extLst>
      <p:ext uri="{BB962C8B-B14F-4D97-AF65-F5344CB8AC3E}">
        <p14:creationId xmlns:p14="http://schemas.microsoft.com/office/powerpoint/2010/main" val="3812783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2</a:t>
            </a:fld>
            <a:endParaRPr lang="zh-TW" dirty="0"/>
          </a:p>
        </p:txBody>
      </p:sp>
    </p:spTree>
    <p:extLst>
      <p:ext uri="{BB962C8B-B14F-4D97-AF65-F5344CB8AC3E}">
        <p14:creationId xmlns:p14="http://schemas.microsoft.com/office/powerpoint/2010/main" val="2406913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3</a:t>
            </a:fld>
            <a:endParaRPr lang="zh-TW" dirty="0"/>
          </a:p>
        </p:txBody>
      </p:sp>
    </p:spTree>
    <p:extLst>
      <p:ext uri="{BB962C8B-B14F-4D97-AF65-F5344CB8AC3E}">
        <p14:creationId xmlns:p14="http://schemas.microsoft.com/office/powerpoint/2010/main" val="365742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4</a:t>
            </a:fld>
            <a:endParaRPr lang="zh-TW" dirty="0"/>
          </a:p>
        </p:txBody>
      </p:sp>
    </p:spTree>
    <p:extLst>
      <p:ext uri="{BB962C8B-B14F-4D97-AF65-F5344CB8AC3E}">
        <p14:creationId xmlns:p14="http://schemas.microsoft.com/office/powerpoint/2010/main" val="2747526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5</a:t>
            </a:fld>
            <a:endParaRPr lang="zh-TW" dirty="0"/>
          </a:p>
        </p:txBody>
      </p:sp>
    </p:spTree>
    <p:extLst>
      <p:ext uri="{BB962C8B-B14F-4D97-AF65-F5344CB8AC3E}">
        <p14:creationId xmlns:p14="http://schemas.microsoft.com/office/powerpoint/2010/main" val="532401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6</a:t>
            </a:fld>
            <a:endParaRPr lang="zh-TW" dirty="0"/>
          </a:p>
        </p:txBody>
      </p:sp>
    </p:spTree>
    <p:extLst>
      <p:ext uri="{BB962C8B-B14F-4D97-AF65-F5344CB8AC3E}">
        <p14:creationId xmlns:p14="http://schemas.microsoft.com/office/powerpoint/2010/main" val="3904633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7</a:t>
            </a:fld>
            <a:endParaRPr lang="zh-TW" dirty="0"/>
          </a:p>
        </p:txBody>
      </p:sp>
    </p:spTree>
    <p:extLst>
      <p:ext uri="{BB962C8B-B14F-4D97-AF65-F5344CB8AC3E}">
        <p14:creationId xmlns:p14="http://schemas.microsoft.com/office/powerpoint/2010/main" val="3405182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8</a:t>
            </a:fld>
            <a:endParaRPr lang="zh-TW" dirty="0"/>
          </a:p>
        </p:txBody>
      </p:sp>
    </p:spTree>
    <p:extLst>
      <p:ext uri="{BB962C8B-B14F-4D97-AF65-F5344CB8AC3E}">
        <p14:creationId xmlns:p14="http://schemas.microsoft.com/office/powerpoint/2010/main" val="1977655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9</a:t>
            </a:fld>
            <a:endParaRPr lang="zh-TW" dirty="0"/>
          </a:p>
        </p:txBody>
      </p:sp>
    </p:spTree>
    <p:extLst>
      <p:ext uri="{BB962C8B-B14F-4D97-AF65-F5344CB8AC3E}">
        <p14:creationId xmlns:p14="http://schemas.microsoft.com/office/powerpoint/2010/main" val="1636345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10</a:t>
            </a:fld>
            <a:endParaRPr lang="zh-TW" dirty="0"/>
          </a:p>
        </p:txBody>
      </p:sp>
    </p:spTree>
    <p:extLst>
      <p:ext uri="{BB962C8B-B14F-4D97-AF65-F5344CB8AC3E}">
        <p14:creationId xmlns:p14="http://schemas.microsoft.com/office/powerpoint/2010/main" val="1385041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預留位置 1"/>
          <p:cNvSpPr>
            <a:spLocks noGrp="1" noRot="1" noChangeAspect="1"/>
          </p:cNvSpPr>
          <p:nvPr>
            <p:ph type="sldImg"/>
          </p:nvPr>
        </p:nvSpPr>
        <p:spPr/>
      </p:sp>
      <p:sp>
        <p:nvSpPr>
          <p:cNvPr id="3" name="備忘稿預留位置 2"/>
          <p:cNvSpPr>
            <a:spLocks noGrp="1"/>
          </p:cNvSpPr>
          <p:nvPr>
            <p:ph type="body" idx="1"/>
          </p:nvPr>
        </p:nvSpPr>
        <p:spPr/>
        <p:txBody>
          <a:bodyPr rtlCol="0"/>
          <a:lstStyle>
            <a:defPPr>
              <a:defRPr lang="zh-TW"/>
            </a:defPPr>
          </a:lstStyle>
          <a:p>
            <a:pPr rtl="0"/>
            <a:endParaRPr lang="zh-TW" dirty="0"/>
          </a:p>
        </p:txBody>
      </p:sp>
      <p:sp>
        <p:nvSpPr>
          <p:cNvPr id="4" name="投影片編號預留位置 3"/>
          <p:cNvSpPr>
            <a:spLocks noGrp="1"/>
          </p:cNvSpPr>
          <p:nvPr>
            <p:ph type="sldNum" sz="quarter" idx="5"/>
          </p:nvPr>
        </p:nvSpPr>
        <p:spPr/>
        <p:txBody>
          <a:bodyPr rtlCol="0"/>
          <a:lstStyle>
            <a:defPPr>
              <a:defRPr lang="zh-TW"/>
            </a:defPPr>
          </a:lstStyle>
          <a:p>
            <a:pPr rtl="0"/>
            <a:fld id="{4AED498D-6977-40EC-8E5E-7EB644D5E759}" type="slidenum">
              <a:rPr lang="zh-TW" smtClean="0"/>
              <a:t>11</a:t>
            </a:fld>
            <a:endParaRPr lang="zh-TW" dirty="0"/>
          </a:p>
        </p:txBody>
      </p:sp>
    </p:spTree>
    <p:extLst>
      <p:ext uri="{BB962C8B-B14F-4D97-AF65-F5344CB8AC3E}">
        <p14:creationId xmlns:p14="http://schemas.microsoft.com/office/powerpoint/2010/main" val="3871332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ctrTitle"/>
          </p:nvPr>
        </p:nvSpPr>
        <p:spPr>
          <a:xfrm>
            <a:off x="1097280" y="758952"/>
            <a:ext cx="10058400" cy="3566160"/>
          </a:xfrm>
        </p:spPr>
        <p:txBody>
          <a:bodyPr rtlCol="0" anchor="b">
            <a:normAutofit/>
          </a:bodyPr>
          <a:lstStyle>
            <a:lvl1pPr algn="l">
              <a:lnSpc>
                <a:spcPct val="90000"/>
              </a:lnSpc>
              <a:defRPr lang="zh-TW" sz="8000" spc="-50" baseline="0">
                <a:solidFill>
                  <a:schemeClr val="tx1">
                    <a:lumMod val="85000"/>
                    <a:lumOff val="15000"/>
                  </a:schemeClr>
                </a:solidFill>
              </a:defRPr>
            </a:lvl1pPr>
          </a:lstStyle>
          <a:p>
            <a:pPr rtl="0"/>
            <a:r>
              <a:rPr lang="zh-TW"/>
              <a:t>按一下以編輯母片標題樣式</a:t>
            </a:r>
            <a:endParaRPr lang="zh-TW" dirty="0"/>
          </a:p>
        </p:txBody>
      </p:sp>
      <p:sp>
        <p:nvSpPr>
          <p:cNvPr id="3" name="副標題 2"/>
          <p:cNvSpPr>
            <a:spLocks noGrp="1"/>
          </p:cNvSpPr>
          <p:nvPr>
            <p:ph type="subTitle" idx="1"/>
          </p:nvPr>
        </p:nvSpPr>
        <p:spPr>
          <a:xfrm>
            <a:off x="1100051" y="4645152"/>
            <a:ext cx="10058400" cy="1143000"/>
          </a:xfrm>
        </p:spPr>
        <p:txBody>
          <a:bodyPr lIns="91440" rIns="91440" rtlCol="0">
            <a:normAutofit/>
          </a:bodyPr>
          <a:lstStyle>
            <a:lvl1pPr marL="0" indent="0" algn="l">
              <a:buNone/>
              <a:defRPr lang="zh-TW" sz="2400" cap="all" spc="200" baseline="0">
                <a:solidFill>
                  <a:schemeClr val="accent1">
                    <a:lumMod val="40000"/>
                    <a:lumOff val="60000"/>
                  </a:schemeClr>
                </a:solidFill>
                <a:latin typeface="+mn-ea"/>
                <a:ea typeface="+mn-ea"/>
              </a:defRPr>
            </a:lvl1pPr>
            <a:lvl2pPr marL="457200" indent="0" algn="ctr">
              <a:buNone/>
              <a:defRPr lang="zh-TW" sz="2400"/>
            </a:lvl2pPr>
            <a:lvl3pPr marL="914400" indent="0" algn="ctr">
              <a:buNone/>
              <a:defRPr lang="zh-TW" sz="2400"/>
            </a:lvl3pPr>
            <a:lvl4pPr marL="1371600" indent="0" algn="ctr">
              <a:buNone/>
              <a:defRPr lang="zh-TW" sz="2000"/>
            </a:lvl4pPr>
            <a:lvl5pPr marL="1828800" indent="0" algn="ctr">
              <a:buNone/>
              <a:defRPr lang="zh-TW" sz="2000"/>
            </a:lvl5pPr>
            <a:lvl6pPr marL="2286000" indent="0" algn="ctr">
              <a:buNone/>
              <a:defRPr lang="zh-TW" sz="2000"/>
            </a:lvl6pPr>
            <a:lvl7pPr marL="2743200" indent="0" algn="ctr">
              <a:buNone/>
              <a:defRPr lang="zh-TW" sz="2000"/>
            </a:lvl7pPr>
            <a:lvl8pPr marL="3200400" indent="0" algn="ctr">
              <a:buNone/>
              <a:defRPr lang="zh-TW" sz="2000"/>
            </a:lvl8pPr>
            <a:lvl9pPr marL="3657600" indent="0" algn="ctr">
              <a:buNone/>
              <a:defRPr lang="zh-TW" sz="2000"/>
            </a:lvl9pPr>
          </a:lstStyle>
          <a:p>
            <a:pPr rtl="0"/>
            <a:r>
              <a:rPr lang="zh-TW"/>
              <a:t>按一下以編輯母片副標題樣式</a:t>
            </a:r>
            <a:endParaRPr lang="zh-TW" dirty="0"/>
          </a:p>
        </p:txBody>
      </p:sp>
      <p:cxnSp>
        <p:nvCxnSpPr>
          <p:cNvPr id="9" name="直線接點​​(S)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日期版面配置區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defPPr>
              <a:defRPr lang="zh-TW"/>
            </a:defPPr>
          </a:lstStyle>
          <a:p>
            <a:pPr rtl="0"/>
            <a:fld id="{BEFF2135-C24A-4441-8F81-A19A5F3B7967}" type="datetime1">
              <a:rPr lang="zh-TW" altLang="en-US" smtClean="0"/>
              <a:t>2026/1/8</a:t>
            </a:fld>
            <a:endParaRPr lang="zh-TW" dirty="0"/>
          </a:p>
        </p:txBody>
      </p:sp>
      <p:sp>
        <p:nvSpPr>
          <p:cNvPr id="5" name="頁尾版面配置區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defPPr>
              <a:defRPr lang="zh-TW"/>
            </a:defPPr>
          </a:lstStyle>
          <a:p>
            <a:pPr rtl="0"/>
            <a:r>
              <a:rPr lang="zh-TW"/>
              <a:t>教授課程</a:t>
            </a:r>
          </a:p>
        </p:txBody>
      </p:sp>
      <p:sp>
        <p:nvSpPr>
          <p:cNvPr id="6" name="投影片編號版面配置區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4271504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1097280" y="758952"/>
            <a:ext cx="10058400" cy="3566160"/>
          </a:xfrm>
        </p:spPr>
        <p:txBody>
          <a:bodyPr rtlCol="0" anchor="b" anchorCtr="0">
            <a:normAutofit/>
          </a:bodyPr>
          <a:lstStyle>
            <a:lvl1pPr>
              <a:lnSpc>
                <a:spcPct val="90000"/>
              </a:lnSpc>
              <a:defRPr lang="zh-TW" sz="8000" b="0">
                <a:solidFill>
                  <a:schemeClr val="tx1">
                    <a:lumMod val="85000"/>
                    <a:lumOff val="15000"/>
                  </a:schemeClr>
                </a:solidFill>
              </a:defRPr>
            </a:lvl1pPr>
          </a:lstStyle>
          <a:p>
            <a:pPr rtl="0"/>
            <a:r>
              <a:rPr lang="zh-TW"/>
              <a:t>按一下以編輯母片標題樣式</a:t>
            </a:r>
            <a:endParaRPr lang="zh-TW" dirty="0"/>
          </a:p>
        </p:txBody>
      </p:sp>
      <p:sp>
        <p:nvSpPr>
          <p:cNvPr id="3" name="文字預留位置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lang="zh-TW" sz="2400" cap="all" spc="200" baseline="0">
                <a:solidFill>
                  <a:schemeClr val="tx1"/>
                </a:solidFill>
                <a:latin typeface="+mn-ea"/>
                <a:ea typeface="+mn-ea"/>
              </a:defRPr>
            </a:lvl1pPr>
            <a:lvl2pPr marL="457200" indent="0">
              <a:buNone/>
              <a:defRPr lang="zh-TW" sz="1800">
                <a:solidFill>
                  <a:schemeClr val="tx1">
                    <a:tint val="75000"/>
                  </a:schemeClr>
                </a:solidFill>
              </a:defRPr>
            </a:lvl2pPr>
            <a:lvl3pPr marL="914400" indent="0">
              <a:buNone/>
              <a:defRPr lang="zh-TW" sz="1600">
                <a:solidFill>
                  <a:schemeClr val="tx1">
                    <a:tint val="75000"/>
                  </a:schemeClr>
                </a:solidFill>
              </a:defRPr>
            </a:lvl3pPr>
            <a:lvl4pPr marL="1371600" indent="0">
              <a:buNone/>
              <a:defRPr lang="zh-TW" sz="1400">
                <a:solidFill>
                  <a:schemeClr val="tx1">
                    <a:tint val="75000"/>
                  </a:schemeClr>
                </a:solidFill>
              </a:defRPr>
            </a:lvl4pPr>
            <a:lvl5pPr marL="1828800" indent="0">
              <a:buNone/>
              <a:defRPr lang="zh-TW" sz="1400">
                <a:solidFill>
                  <a:schemeClr val="tx1">
                    <a:tint val="75000"/>
                  </a:schemeClr>
                </a:solidFill>
              </a:defRPr>
            </a:lvl5pPr>
            <a:lvl6pPr marL="2286000" indent="0">
              <a:buNone/>
              <a:defRPr lang="zh-TW" sz="1400">
                <a:solidFill>
                  <a:schemeClr val="tx1">
                    <a:tint val="75000"/>
                  </a:schemeClr>
                </a:solidFill>
              </a:defRPr>
            </a:lvl6pPr>
            <a:lvl7pPr marL="2743200" indent="0">
              <a:buNone/>
              <a:defRPr lang="zh-TW" sz="1400">
                <a:solidFill>
                  <a:schemeClr val="tx1">
                    <a:tint val="75000"/>
                  </a:schemeClr>
                </a:solidFill>
              </a:defRPr>
            </a:lvl7pPr>
            <a:lvl8pPr marL="3200400" indent="0">
              <a:buNone/>
              <a:defRPr lang="zh-TW" sz="1400">
                <a:solidFill>
                  <a:schemeClr val="tx1">
                    <a:tint val="75000"/>
                  </a:schemeClr>
                </a:solidFill>
              </a:defRPr>
            </a:lvl8pPr>
            <a:lvl9pPr marL="3657600" indent="0">
              <a:buNone/>
              <a:defRPr lang="zh-TW" sz="1400">
                <a:solidFill>
                  <a:schemeClr val="tx1">
                    <a:tint val="75000"/>
                  </a:schemeClr>
                </a:solidFill>
              </a:defRPr>
            </a:lvl9pPr>
          </a:lstStyle>
          <a:p>
            <a:pPr lvl="0" rtl="0"/>
            <a:r>
              <a:rPr lang="zh-TW"/>
              <a:t>按一下以編輯母片文字樣式</a:t>
            </a:r>
          </a:p>
        </p:txBody>
      </p:sp>
      <p:cxnSp>
        <p:nvCxnSpPr>
          <p:cNvPr id="9" name="直線接點​​(S) 8">
            <a:extLst>
              <a:ext uri="{FF2B5EF4-FFF2-40B4-BE49-F238E27FC236}">
                <a16:creationId xmlns:a16="http://schemas.microsoft.com/office/drawing/2014/main" id="{459DE2C1-4C52-40A3-8959-27B2C1BEBFF6}"/>
              </a:ext>
            </a:extLst>
          </p:cNvPr>
          <p:cNvCxnSpPr/>
          <p:nvPr userDrawn="1"/>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日期版面配置區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defPPr>
              <a:defRPr lang="zh-TW"/>
            </a:defPPr>
          </a:lstStyle>
          <a:p>
            <a:pPr rtl="0"/>
            <a:fld id="{727C8434-8825-4AEE-8F39-E743307683A1}" type="datetime1">
              <a:rPr lang="zh-TW" altLang="en-US" smtClean="0"/>
              <a:t>2026/1/8</a:t>
            </a:fld>
            <a:endParaRPr lang="zh-TW" dirty="0"/>
          </a:p>
        </p:txBody>
      </p:sp>
      <p:sp>
        <p:nvSpPr>
          <p:cNvPr id="8" name="頁尾版面配置區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defPPr>
              <a:defRPr lang="zh-TW"/>
            </a:defPPr>
          </a:lstStyle>
          <a:p>
            <a:pPr rtl="0"/>
            <a:r>
              <a:rPr lang="zh-TW"/>
              <a:t>教授課程</a:t>
            </a:r>
          </a:p>
        </p:txBody>
      </p:sp>
      <p:sp>
        <p:nvSpPr>
          <p:cNvPr id="11" name="投影片編號版面配置區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1408313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兩個內容">
    <p:spTree>
      <p:nvGrpSpPr>
        <p:cNvPr id="1" name=""/>
        <p:cNvGrpSpPr/>
        <p:nvPr/>
      </p:nvGrpSpPr>
      <p:grpSpPr>
        <a:xfrm>
          <a:off x="0" y="0"/>
          <a:ext cx="0" cy="0"/>
          <a:chOff x="0" y="0"/>
          <a:chExt cx="0" cy="0"/>
        </a:xfrm>
      </p:grpSpPr>
      <p:sp>
        <p:nvSpPr>
          <p:cNvPr id="8" name="標題 7"/>
          <p:cNvSpPr>
            <a:spLocks noGrp="1"/>
          </p:cNvSpPr>
          <p:nvPr>
            <p:ph type="title"/>
          </p:nvPr>
        </p:nvSpPr>
        <p:spPr>
          <a:xfrm>
            <a:off x="1097280" y="286603"/>
            <a:ext cx="10058400" cy="1450757"/>
          </a:xfrm>
        </p:spPr>
        <p:txBody>
          <a:bodyPr rtlCol="0"/>
          <a:lstStyle>
            <a:defPPr>
              <a:defRPr lang="zh-TW"/>
            </a:defPPr>
          </a:lstStyle>
          <a:p>
            <a:pPr rtl="0"/>
            <a:r>
              <a:rPr lang="zh-TW"/>
              <a:t>按一下以編輯母片標題樣式</a:t>
            </a:r>
            <a:endParaRPr lang="zh-TW" dirty="0"/>
          </a:p>
        </p:txBody>
      </p:sp>
      <p:sp>
        <p:nvSpPr>
          <p:cNvPr id="3" name="內容預留位置 2"/>
          <p:cNvSpPr>
            <a:spLocks noGrp="1"/>
          </p:cNvSpPr>
          <p:nvPr>
            <p:ph sz="half" idx="1"/>
          </p:nvPr>
        </p:nvSpPr>
        <p:spPr>
          <a:xfrm>
            <a:off x="1097280" y="2120900"/>
            <a:ext cx="4639736" cy="3748193"/>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4" name="內容預留位置 3"/>
          <p:cNvSpPr>
            <a:spLocks noGrp="1"/>
          </p:cNvSpPr>
          <p:nvPr>
            <p:ph sz="half" idx="2"/>
          </p:nvPr>
        </p:nvSpPr>
        <p:spPr>
          <a:xfrm>
            <a:off x="6515944" y="2120900"/>
            <a:ext cx="4639736" cy="3748194"/>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2" name="日期版面配置區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defPPr>
              <a:defRPr lang="zh-TW"/>
            </a:defPPr>
          </a:lstStyle>
          <a:p>
            <a:pPr rtl="0"/>
            <a:fld id="{A45B768F-E8E0-417E-B3CB-031BAD7EC949}" type="datetime1">
              <a:rPr lang="zh-TW" altLang="en-US" smtClean="0"/>
              <a:t>2026/1/8</a:t>
            </a:fld>
            <a:endParaRPr lang="zh-TW" dirty="0"/>
          </a:p>
        </p:txBody>
      </p:sp>
      <p:sp>
        <p:nvSpPr>
          <p:cNvPr id="9" name="頁尾版面配置區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defPPr>
              <a:defRPr lang="zh-TW"/>
            </a:defPPr>
          </a:lstStyle>
          <a:p>
            <a:pPr rtl="0"/>
            <a:r>
              <a:rPr lang="zh-TW"/>
              <a:t>教授課程</a:t>
            </a:r>
          </a:p>
        </p:txBody>
      </p:sp>
      <p:sp>
        <p:nvSpPr>
          <p:cNvPr id="10" name="投影片編號版面配置區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3708160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三個內容">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日期版面配置區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defPPr>
              <a:defRPr lang="zh-TW"/>
            </a:defPPr>
          </a:lstStyle>
          <a:p>
            <a:pPr rtl="0"/>
            <a:fld id="{5662109B-3FC9-42CA-AC7E-F3FC79643A96}" type="datetime1">
              <a:rPr lang="zh-TW" altLang="en-US" smtClean="0"/>
              <a:t>2026/1/8</a:t>
            </a:fld>
            <a:endParaRPr lang="zh-TW" dirty="0"/>
          </a:p>
        </p:txBody>
      </p:sp>
      <p:sp>
        <p:nvSpPr>
          <p:cNvPr id="8" name="頁尾版面配置區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defPPr>
              <a:defRPr lang="zh-TW"/>
            </a:defPPr>
          </a:lstStyle>
          <a:p>
            <a:pPr rtl="0"/>
            <a:r>
              <a:rPr lang="zh-TW"/>
              <a:t>教授課程</a:t>
            </a:r>
          </a:p>
        </p:txBody>
      </p:sp>
      <p:sp>
        <p:nvSpPr>
          <p:cNvPr id="11" name="投影片編號版面配置區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
        <p:nvSpPr>
          <p:cNvPr id="12" name="圖片版面配置區 5">
            <a:extLst>
              <a:ext uri="{FF2B5EF4-FFF2-40B4-BE49-F238E27FC236}">
                <a16:creationId xmlns:a16="http://schemas.microsoft.com/office/drawing/2014/main" id="{7BF857FE-9EDF-40AC-A282-858EC0C2C6A7}"/>
              </a:ext>
            </a:extLst>
          </p:cNvPr>
          <p:cNvSpPr>
            <a:spLocks noGrp="1"/>
          </p:cNvSpPr>
          <p:nvPr>
            <p:ph type="pic" sz="quarter" idx="13"/>
          </p:nvPr>
        </p:nvSpPr>
        <p:spPr>
          <a:xfrm>
            <a:off x="0" y="0"/>
            <a:ext cx="12192000" cy="6408000"/>
          </a:xfrm>
        </p:spPr>
        <p:txBody>
          <a:bodyPr rtlCol="0" anchor="ctr" anchorCtr="0">
            <a:normAutofit/>
          </a:bodyPr>
          <a:lstStyle>
            <a:lvl1pPr algn="ctr">
              <a:defRPr lang="zh-TW" sz="1600"/>
            </a:lvl1pPr>
          </a:lstStyle>
          <a:p>
            <a:pPr rtl="0"/>
            <a:r>
              <a:rPr lang="zh-TW"/>
              <a:t>按一下圖示以新增圖片</a:t>
            </a:r>
            <a:endParaRPr lang="zh-TW" dirty="0"/>
          </a:p>
        </p:txBody>
      </p:sp>
      <p:sp>
        <p:nvSpPr>
          <p:cNvPr id="13" name="標題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720000" tIns="108000" rtlCol="0" anchor="ctr" anchorCtr="0">
            <a:normAutofit/>
          </a:bodyPr>
          <a:lstStyle>
            <a:lvl1pPr>
              <a:defRPr lang="zh-TW" sz="3600"/>
            </a:lvl1pPr>
          </a:lstStyle>
          <a:p>
            <a:pPr rtl="0"/>
            <a:r>
              <a:rPr lang="zh-TW"/>
              <a:t>按一下以編輯母片標題樣式</a:t>
            </a:r>
            <a:endParaRPr lang="zh-TW" dirty="0"/>
          </a:p>
        </p:txBody>
      </p:sp>
      <p:sp>
        <p:nvSpPr>
          <p:cNvPr id="14" name="內容預留位置 2">
            <a:extLst>
              <a:ext uri="{FF2B5EF4-FFF2-40B4-BE49-F238E27FC236}">
                <a16:creationId xmlns:a16="http://schemas.microsoft.com/office/drawing/2014/main" id="{B8349DBD-05C9-497A-BAB7-08CE307FB98A}"/>
              </a:ext>
            </a:extLst>
          </p:cNvPr>
          <p:cNvSpPr>
            <a:spLocks noGrp="1"/>
          </p:cNvSpPr>
          <p:nvPr>
            <p:ph sz="half" idx="1"/>
          </p:nvPr>
        </p:nvSpPr>
        <p:spPr>
          <a:xfrm>
            <a:off x="744355" y="1812759"/>
            <a:ext cx="4954159" cy="3748193"/>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15" name="內容預留位置 3">
            <a:extLst>
              <a:ext uri="{FF2B5EF4-FFF2-40B4-BE49-F238E27FC236}">
                <a16:creationId xmlns:a16="http://schemas.microsoft.com/office/drawing/2014/main" id="{2F227ADD-898B-46CB-92A8-AC4962D20811}"/>
              </a:ext>
            </a:extLst>
          </p:cNvPr>
          <p:cNvSpPr>
            <a:spLocks noGrp="1"/>
          </p:cNvSpPr>
          <p:nvPr>
            <p:ph sz="half" idx="2"/>
          </p:nvPr>
        </p:nvSpPr>
        <p:spPr>
          <a:xfrm>
            <a:off x="6499901" y="1812759"/>
            <a:ext cx="4954159" cy="3748194"/>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cxnSp>
        <p:nvCxnSpPr>
          <p:cNvPr id="16" name="直線接點​​(S)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78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含内容的圖片">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日期版面配置區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defPPr>
              <a:defRPr lang="zh-TW"/>
            </a:defPPr>
          </a:lstStyle>
          <a:p>
            <a:pPr rtl="0"/>
            <a:fld id="{FD5EB974-95AE-4760-9CFA-276A9AC0DD5B}" type="datetime1">
              <a:rPr lang="zh-TW" altLang="en-US" smtClean="0"/>
              <a:t>2026/1/8</a:t>
            </a:fld>
            <a:endParaRPr lang="zh-TW" dirty="0"/>
          </a:p>
        </p:txBody>
      </p:sp>
      <p:sp>
        <p:nvSpPr>
          <p:cNvPr id="8" name="頁尾版面配置區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defPPr>
              <a:defRPr lang="zh-TW"/>
            </a:defPPr>
          </a:lstStyle>
          <a:p>
            <a:pPr rtl="0"/>
            <a:r>
              <a:rPr lang="zh-TW"/>
              <a:t>教授課程</a:t>
            </a:r>
          </a:p>
        </p:txBody>
      </p:sp>
      <p:sp>
        <p:nvSpPr>
          <p:cNvPr id="11" name="投影片編號版面配置區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
        <p:nvSpPr>
          <p:cNvPr id="12" name="圖片版面配置區 5">
            <a:extLst>
              <a:ext uri="{FF2B5EF4-FFF2-40B4-BE49-F238E27FC236}">
                <a16:creationId xmlns:a16="http://schemas.microsoft.com/office/drawing/2014/main" id="{7BF857FE-9EDF-40AC-A282-858EC0C2C6A7}"/>
              </a:ext>
            </a:extLst>
          </p:cNvPr>
          <p:cNvSpPr>
            <a:spLocks noGrp="1"/>
          </p:cNvSpPr>
          <p:nvPr>
            <p:ph type="pic" sz="quarter" idx="13"/>
          </p:nvPr>
        </p:nvSpPr>
        <p:spPr>
          <a:xfrm>
            <a:off x="0" y="0"/>
            <a:ext cx="12192000" cy="6408000"/>
          </a:xfrm>
        </p:spPr>
        <p:txBody>
          <a:bodyPr rtlCol="0" anchor="ctr" anchorCtr="0">
            <a:normAutofit/>
          </a:bodyPr>
          <a:lstStyle>
            <a:lvl1pPr algn="ctr">
              <a:defRPr lang="zh-TW" sz="1600"/>
            </a:lvl1pPr>
          </a:lstStyle>
          <a:p>
            <a:pPr rtl="0"/>
            <a:r>
              <a:rPr lang="zh-TW"/>
              <a:t>按一下圖示以新增圖片</a:t>
            </a:r>
            <a:endParaRPr lang="zh-TW" dirty="0"/>
          </a:p>
        </p:txBody>
      </p:sp>
      <p:sp>
        <p:nvSpPr>
          <p:cNvPr id="13" name="標題 7">
            <a:extLst>
              <a:ext uri="{FF2B5EF4-FFF2-40B4-BE49-F238E27FC236}">
                <a16:creationId xmlns:a16="http://schemas.microsoft.com/office/drawing/2014/main" id="{8BBD3378-DD0B-4070-88AA-07DEEA1B7A80}"/>
              </a:ext>
            </a:extLst>
          </p:cNvPr>
          <p:cNvSpPr>
            <a:spLocks noGrp="1"/>
          </p:cNvSpPr>
          <p:nvPr>
            <p:ph type="title"/>
          </p:nvPr>
        </p:nvSpPr>
        <p:spPr>
          <a:xfrm>
            <a:off x="0" y="0"/>
            <a:ext cx="12192000" cy="1296537"/>
          </a:xfrm>
          <a:solidFill>
            <a:schemeClr val="accent1">
              <a:lumMod val="40000"/>
              <a:lumOff val="60000"/>
              <a:alpha val="50000"/>
            </a:schemeClr>
          </a:solidFill>
        </p:spPr>
        <p:txBody>
          <a:bodyPr lIns="684000" tIns="108000" rtlCol="0" anchor="ctr" anchorCtr="0">
            <a:normAutofit/>
          </a:bodyPr>
          <a:lstStyle>
            <a:lvl1pPr>
              <a:defRPr lang="zh-TW" sz="3600"/>
            </a:lvl1pPr>
          </a:lstStyle>
          <a:p>
            <a:pPr rtl="0"/>
            <a:r>
              <a:rPr lang="zh-TW"/>
              <a:t>按一下以編輯母片標題樣式</a:t>
            </a:r>
            <a:endParaRPr lang="zh-TW" dirty="0"/>
          </a:p>
        </p:txBody>
      </p:sp>
      <p:sp>
        <p:nvSpPr>
          <p:cNvPr id="14" name="內容預留位置 2">
            <a:extLst>
              <a:ext uri="{FF2B5EF4-FFF2-40B4-BE49-F238E27FC236}">
                <a16:creationId xmlns:a16="http://schemas.microsoft.com/office/drawing/2014/main" id="{B8349DBD-05C9-497A-BAB7-08CE307FB98A}"/>
              </a:ext>
            </a:extLst>
          </p:cNvPr>
          <p:cNvSpPr>
            <a:spLocks noGrp="1"/>
          </p:cNvSpPr>
          <p:nvPr>
            <p:ph sz="half" idx="1"/>
          </p:nvPr>
        </p:nvSpPr>
        <p:spPr>
          <a:xfrm>
            <a:off x="747981" y="1812759"/>
            <a:ext cx="10905457" cy="4088418"/>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cxnSp>
        <p:nvCxnSpPr>
          <p:cNvPr id="16" name="直線接點​​(S) 15">
            <a:extLst>
              <a:ext uri="{FF2B5EF4-FFF2-40B4-BE49-F238E27FC236}">
                <a16:creationId xmlns:a16="http://schemas.microsoft.com/office/drawing/2014/main" id="{8B0AF26B-41C3-4BBB-A8E9-8EAB965C6D7A}"/>
              </a:ext>
            </a:extLst>
          </p:cNvPr>
          <p:cNvCxnSpPr/>
          <p:nvPr userDrawn="1"/>
        </p:nvCxnSpPr>
        <p:spPr>
          <a:xfrm>
            <a:off x="-600" y="1283417"/>
            <a:ext cx="121932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329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兩個內容_1">
    <p:spTree>
      <p:nvGrpSpPr>
        <p:cNvPr id="1" name=""/>
        <p:cNvGrpSpPr/>
        <p:nvPr/>
      </p:nvGrpSpPr>
      <p:grpSpPr>
        <a:xfrm>
          <a:off x="0" y="0"/>
          <a:ext cx="0" cy="0"/>
          <a:chOff x="0" y="0"/>
          <a:chExt cx="0" cy="0"/>
        </a:xfrm>
      </p:grpSpPr>
      <p:sp>
        <p:nvSpPr>
          <p:cNvPr id="6" name="圖片版面配置區 5">
            <a:extLst>
              <a:ext uri="{FF2B5EF4-FFF2-40B4-BE49-F238E27FC236}">
                <a16:creationId xmlns:a16="http://schemas.microsoft.com/office/drawing/2014/main" id="{EC21F8EC-6CCD-434E-925E-0A9FF574DA19}"/>
              </a:ext>
            </a:extLst>
          </p:cNvPr>
          <p:cNvSpPr>
            <a:spLocks noGrp="1"/>
          </p:cNvSpPr>
          <p:nvPr>
            <p:ph type="pic" sz="quarter" idx="13"/>
          </p:nvPr>
        </p:nvSpPr>
        <p:spPr>
          <a:xfrm>
            <a:off x="0" y="1907362"/>
            <a:ext cx="12192000" cy="4493433"/>
          </a:xfrm>
        </p:spPr>
        <p:txBody>
          <a:bodyPr rtlCol="0" anchor="ctr" anchorCtr="0"/>
          <a:lstStyle>
            <a:lvl1pPr algn="ctr">
              <a:defRPr lang="zh-TW"/>
            </a:lvl1pPr>
          </a:lstStyle>
          <a:p>
            <a:pPr rtl="0"/>
            <a:r>
              <a:rPr lang="zh-TW"/>
              <a:t>按一下圖示以新增圖片</a:t>
            </a:r>
          </a:p>
        </p:txBody>
      </p:sp>
      <p:sp>
        <p:nvSpPr>
          <p:cNvPr id="8" name="標題 7"/>
          <p:cNvSpPr>
            <a:spLocks noGrp="1"/>
          </p:cNvSpPr>
          <p:nvPr>
            <p:ph type="title"/>
          </p:nvPr>
        </p:nvSpPr>
        <p:spPr>
          <a:xfrm>
            <a:off x="1097280" y="230332"/>
            <a:ext cx="10058400" cy="1450757"/>
          </a:xfrm>
        </p:spPr>
        <p:txBody>
          <a:bodyPr rtlCol="0"/>
          <a:lstStyle>
            <a:defPPr>
              <a:defRPr lang="zh-TW"/>
            </a:defPPr>
          </a:lstStyle>
          <a:p>
            <a:pPr rtl="0"/>
            <a:r>
              <a:rPr lang="zh-TW"/>
              <a:t>按一下以編輯母片標題樣式</a:t>
            </a:r>
            <a:endParaRPr lang="zh-TW" dirty="0"/>
          </a:p>
        </p:txBody>
      </p:sp>
      <p:sp>
        <p:nvSpPr>
          <p:cNvPr id="4" name="內容版面配置區 3"/>
          <p:cNvSpPr>
            <a:spLocks noGrp="1"/>
          </p:cNvSpPr>
          <p:nvPr>
            <p:ph sz="half" idx="2"/>
          </p:nvPr>
        </p:nvSpPr>
        <p:spPr>
          <a:xfrm>
            <a:off x="1097280" y="2464540"/>
            <a:ext cx="10058400" cy="3748194"/>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2" name="日期版面配置區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defPPr>
              <a:defRPr lang="zh-TW"/>
            </a:defPPr>
          </a:lstStyle>
          <a:p>
            <a:pPr rtl="0"/>
            <a:fld id="{4B686FD1-99BF-4339-AD0A-EE6A8196945B}" type="datetime1">
              <a:rPr lang="zh-TW" altLang="en-US" smtClean="0"/>
              <a:t>2026/1/8</a:t>
            </a:fld>
            <a:endParaRPr lang="zh-TW" dirty="0"/>
          </a:p>
        </p:txBody>
      </p:sp>
      <p:sp>
        <p:nvSpPr>
          <p:cNvPr id="9" name="頁尾版面配置區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defPPr>
              <a:defRPr lang="zh-TW"/>
            </a:defPPr>
          </a:lstStyle>
          <a:p>
            <a:pPr rtl="0"/>
            <a:r>
              <a:rPr lang="zh-TW"/>
              <a:t>教授課程</a:t>
            </a:r>
          </a:p>
        </p:txBody>
      </p:sp>
      <p:sp>
        <p:nvSpPr>
          <p:cNvPr id="10" name="投影片編號版面配置區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cxnSp>
        <p:nvCxnSpPr>
          <p:cNvPr id="5" name="直線接點​​(S) 4">
            <a:extLst>
              <a:ext uri="{FF2B5EF4-FFF2-40B4-BE49-F238E27FC236}">
                <a16:creationId xmlns:a16="http://schemas.microsoft.com/office/drawing/2014/main" id="{18DEBF4F-95EE-485E-BCD1-56682C51B641}"/>
              </a:ext>
            </a:extLst>
          </p:cNvPr>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31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兩個內容">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日期版面配置區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defPPr>
              <a:defRPr lang="zh-TW"/>
            </a:defPPr>
          </a:lstStyle>
          <a:p>
            <a:pPr rtl="0"/>
            <a:fld id="{1E4BBC25-20B0-4202-813B-BB2705940E51}" type="datetime1">
              <a:rPr lang="zh-TW" altLang="en-US" smtClean="0"/>
              <a:t>2026/1/8</a:t>
            </a:fld>
            <a:endParaRPr lang="zh-TW" dirty="0"/>
          </a:p>
        </p:txBody>
      </p:sp>
      <p:sp>
        <p:nvSpPr>
          <p:cNvPr id="3" name="頁尾版面配置區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defPPr>
              <a:defRPr lang="zh-TW"/>
            </a:defPPr>
          </a:lstStyle>
          <a:p>
            <a:pPr rtl="0"/>
            <a:r>
              <a:rPr lang="zh-TW"/>
              <a:t>教授課程</a:t>
            </a:r>
          </a:p>
        </p:txBody>
      </p:sp>
      <p:sp>
        <p:nvSpPr>
          <p:cNvPr id="4" name="投影片編號版面配置區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
        <p:nvSpPr>
          <p:cNvPr id="6" name="圖片版面配置區 5">
            <a:extLst>
              <a:ext uri="{FF2B5EF4-FFF2-40B4-BE49-F238E27FC236}">
                <a16:creationId xmlns:a16="http://schemas.microsoft.com/office/drawing/2014/main" id="{C85C68E9-6B5E-46D9-AAB7-BE93B1378B84}"/>
              </a:ext>
            </a:extLst>
          </p:cNvPr>
          <p:cNvSpPr>
            <a:spLocks noGrp="1"/>
          </p:cNvSpPr>
          <p:nvPr>
            <p:ph type="pic" sz="quarter" idx="13"/>
          </p:nvPr>
        </p:nvSpPr>
        <p:spPr>
          <a:xfrm>
            <a:off x="0" y="1907362"/>
            <a:ext cx="12192000" cy="4493433"/>
          </a:xfrm>
        </p:spPr>
        <p:txBody>
          <a:bodyPr rtlCol="0" anchor="ctr" anchorCtr="0"/>
          <a:lstStyle>
            <a:lvl1pPr algn="ctr">
              <a:defRPr lang="zh-TW"/>
            </a:lvl1pPr>
          </a:lstStyle>
          <a:p>
            <a:pPr rtl="0"/>
            <a:r>
              <a:rPr lang="zh-TW"/>
              <a:t>按一下圖示以新增圖片</a:t>
            </a:r>
          </a:p>
        </p:txBody>
      </p:sp>
      <p:sp>
        <p:nvSpPr>
          <p:cNvPr id="7" name="標題 7">
            <a:extLst>
              <a:ext uri="{FF2B5EF4-FFF2-40B4-BE49-F238E27FC236}">
                <a16:creationId xmlns:a16="http://schemas.microsoft.com/office/drawing/2014/main" id="{7DEE74D2-9B60-4DE8-9A31-91D3CBA8DC64}"/>
              </a:ext>
            </a:extLst>
          </p:cNvPr>
          <p:cNvSpPr>
            <a:spLocks noGrp="1"/>
          </p:cNvSpPr>
          <p:nvPr>
            <p:ph type="title"/>
          </p:nvPr>
        </p:nvSpPr>
        <p:spPr>
          <a:xfrm>
            <a:off x="1097280" y="230332"/>
            <a:ext cx="10058400" cy="1450757"/>
          </a:xfrm>
        </p:spPr>
        <p:txBody>
          <a:bodyPr rtlCol="0"/>
          <a:lstStyle>
            <a:defPPr>
              <a:defRPr lang="zh-TW"/>
            </a:defPPr>
          </a:lstStyle>
          <a:p>
            <a:pPr rtl="0"/>
            <a:r>
              <a:rPr lang="zh-TW"/>
              <a:t>按一下以編輯母片標題樣式</a:t>
            </a:r>
            <a:endParaRPr lang="zh-TW" dirty="0"/>
          </a:p>
        </p:txBody>
      </p:sp>
      <p:sp>
        <p:nvSpPr>
          <p:cNvPr id="8" name="內容版面配置區 3">
            <a:extLst>
              <a:ext uri="{FF2B5EF4-FFF2-40B4-BE49-F238E27FC236}">
                <a16:creationId xmlns:a16="http://schemas.microsoft.com/office/drawing/2014/main" id="{390A09A4-2667-45F1-9F4E-37A50F1F58BA}"/>
              </a:ext>
            </a:extLst>
          </p:cNvPr>
          <p:cNvSpPr>
            <a:spLocks noGrp="1"/>
          </p:cNvSpPr>
          <p:nvPr>
            <p:ph sz="half" idx="2"/>
          </p:nvPr>
        </p:nvSpPr>
        <p:spPr>
          <a:xfrm>
            <a:off x="1080347" y="2346008"/>
            <a:ext cx="10058400" cy="3748194"/>
          </a:xfrm>
        </p:spPr>
        <p:txBody>
          <a:bodyPr numCol="2" spcCol="540000" rtlCol="0">
            <a:normAutofit/>
          </a:bodyPr>
          <a:lstStyle>
            <a:lvl1pPr>
              <a:defRPr lang="zh-TW" sz="1600"/>
            </a:lvl1pPr>
            <a:lvl2pPr>
              <a:defRPr lang="zh-TW" sz="1600"/>
            </a:lvl2pPr>
            <a:lvl3pPr>
              <a:defRPr lang="zh-TW" sz="1600"/>
            </a:lvl3pPr>
            <a:lvl4pPr>
              <a:defRPr lang="zh-TW" sz="1600"/>
            </a:lvl4pPr>
            <a:lvl5pPr>
              <a:defRPr lang="zh-TW" sz="1600"/>
            </a:lvl5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cxnSp>
        <p:nvCxnSpPr>
          <p:cNvPr id="9" name="直線接點​​(S) 8">
            <a:extLst>
              <a:ext uri="{FF2B5EF4-FFF2-40B4-BE49-F238E27FC236}">
                <a16:creationId xmlns:a16="http://schemas.microsoft.com/office/drawing/2014/main" id="{CA14E254-0C82-4865-9922-29444D17B571}"/>
              </a:ext>
            </a:extLst>
          </p:cNvPr>
          <p:cNvCxnSpPr/>
          <p:nvPr userDrawn="1"/>
        </p:nvCxnSpPr>
        <p:spPr>
          <a:xfrm>
            <a:off x="0" y="1900553"/>
            <a:ext cx="12192000" cy="0"/>
          </a:xfrm>
          <a:prstGeom prst="line">
            <a:avLst/>
          </a:prstGeom>
          <a:ln>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068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標題 9"/>
          <p:cNvSpPr>
            <a:spLocks noGrp="1"/>
          </p:cNvSpPr>
          <p:nvPr>
            <p:ph type="title"/>
          </p:nvPr>
        </p:nvSpPr>
        <p:spPr>
          <a:xfrm>
            <a:off x="1097280" y="286603"/>
            <a:ext cx="10058400" cy="1450757"/>
          </a:xfrm>
        </p:spPr>
        <p:txBody>
          <a:bodyPr rtlCol="0"/>
          <a:lstStyle>
            <a:defPPr>
              <a:defRPr lang="zh-TW"/>
            </a:defPPr>
          </a:lstStyle>
          <a:p>
            <a:pPr rtl="0"/>
            <a:r>
              <a:rPr lang="zh-TW"/>
              <a:t>按一下以編輯母片標題樣式</a:t>
            </a:r>
            <a:endParaRPr lang="zh-TW" dirty="0"/>
          </a:p>
        </p:txBody>
      </p:sp>
      <p:sp>
        <p:nvSpPr>
          <p:cNvPr id="3" name="文字預留位置 2"/>
          <p:cNvSpPr>
            <a:spLocks noGrp="1"/>
          </p:cNvSpPr>
          <p:nvPr>
            <p:ph type="body" idx="1"/>
          </p:nvPr>
        </p:nvSpPr>
        <p:spPr>
          <a:xfrm>
            <a:off x="1097280" y="2057400"/>
            <a:ext cx="4639736" cy="736282"/>
          </a:xfrm>
        </p:spPr>
        <p:txBody>
          <a:bodyPr lIns="91440" rIns="91440" rtlCol="0" anchor="ctr">
            <a:normAutofit/>
          </a:bodyPr>
          <a:lstStyle>
            <a:lvl1pPr marL="0" indent="0">
              <a:buNone/>
              <a:defRPr lang="zh-TW" sz="2000" b="0" cap="all" baseline="0">
                <a:solidFill>
                  <a:schemeClr val="tx1"/>
                </a:solidFill>
              </a:defRPr>
            </a:lvl1pPr>
            <a:lvl2pPr marL="457200" indent="0">
              <a:buNone/>
              <a:defRPr lang="zh-TW" sz="2000" b="1"/>
            </a:lvl2pPr>
            <a:lvl3pPr marL="914400" indent="0">
              <a:buNone/>
              <a:defRPr lang="zh-TW" sz="1800" b="1"/>
            </a:lvl3pPr>
            <a:lvl4pPr marL="1371600" indent="0">
              <a:buNone/>
              <a:defRPr lang="zh-TW" sz="1600" b="1"/>
            </a:lvl4pPr>
            <a:lvl5pPr marL="1828800" indent="0">
              <a:buNone/>
              <a:defRPr lang="zh-TW" sz="1600" b="1"/>
            </a:lvl5pPr>
            <a:lvl6pPr marL="2286000" indent="0">
              <a:buNone/>
              <a:defRPr lang="zh-TW" sz="1600" b="1"/>
            </a:lvl6pPr>
            <a:lvl7pPr marL="2743200" indent="0">
              <a:buNone/>
              <a:defRPr lang="zh-TW" sz="1600" b="1"/>
            </a:lvl7pPr>
            <a:lvl8pPr marL="3200400" indent="0">
              <a:buNone/>
              <a:defRPr lang="zh-TW" sz="1600" b="1"/>
            </a:lvl8pPr>
            <a:lvl9pPr marL="3657600" indent="0">
              <a:buNone/>
              <a:defRPr lang="zh-TW" sz="1600" b="1"/>
            </a:lvl9pPr>
          </a:lstStyle>
          <a:p>
            <a:pPr lvl="0" rtl="0"/>
            <a:r>
              <a:rPr lang="zh-TW"/>
              <a:t>按一下以編輯母片文字樣式</a:t>
            </a:r>
          </a:p>
        </p:txBody>
      </p:sp>
      <p:sp>
        <p:nvSpPr>
          <p:cNvPr id="4" name="內容預留位置 3"/>
          <p:cNvSpPr>
            <a:spLocks noGrp="1"/>
          </p:cNvSpPr>
          <p:nvPr>
            <p:ph sz="half" idx="2"/>
          </p:nvPr>
        </p:nvSpPr>
        <p:spPr>
          <a:xfrm>
            <a:off x="1097280" y="2958274"/>
            <a:ext cx="4639736" cy="2910821"/>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5" name="文字預留位置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lang="zh-TW" sz="2000" b="0" cap="all" baseline="0">
                <a:solidFill>
                  <a:schemeClr val="tx1"/>
                </a:solidFill>
              </a:defRPr>
            </a:lvl1pPr>
            <a:lvl2pPr marL="457200" indent="0">
              <a:buNone/>
              <a:defRPr lang="zh-TW" sz="2000" b="1"/>
            </a:lvl2pPr>
            <a:lvl3pPr marL="914400" indent="0">
              <a:buNone/>
              <a:defRPr lang="zh-TW" sz="1800" b="1"/>
            </a:lvl3pPr>
            <a:lvl4pPr marL="1371600" indent="0">
              <a:buNone/>
              <a:defRPr lang="zh-TW" sz="1600" b="1"/>
            </a:lvl4pPr>
            <a:lvl5pPr marL="1828800" indent="0">
              <a:buNone/>
              <a:defRPr lang="zh-TW" sz="1600" b="1"/>
            </a:lvl5pPr>
            <a:lvl6pPr marL="2286000" indent="0">
              <a:buNone/>
              <a:defRPr lang="zh-TW" sz="1600" b="1"/>
            </a:lvl6pPr>
            <a:lvl7pPr marL="2743200" indent="0">
              <a:buNone/>
              <a:defRPr lang="zh-TW" sz="1600" b="1"/>
            </a:lvl7pPr>
            <a:lvl8pPr marL="3200400" indent="0">
              <a:buNone/>
              <a:defRPr lang="zh-TW" sz="1600" b="1"/>
            </a:lvl8pPr>
            <a:lvl9pPr marL="3657600" indent="0">
              <a:buNone/>
              <a:defRPr lang="zh-TW" sz="1600" b="1"/>
            </a:lvl9pPr>
          </a:lstStyle>
          <a:p>
            <a:pPr lvl="0" rtl="0"/>
            <a:r>
              <a:rPr lang="zh-TW"/>
              <a:t>按一下以編輯母片文字樣式</a:t>
            </a:r>
          </a:p>
        </p:txBody>
      </p:sp>
      <p:sp>
        <p:nvSpPr>
          <p:cNvPr id="6" name="內容版面配置區 5"/>
          <p:cNvSpPr>
            <a:spLocks noGrp="1"/>
          </p:cNvSpPr>
          <p:nvPr>
            <p:ph sz="quarter" idx="4"/>
          </p:nvPr>
        </p:nvSpPr>
        <p:spPr>
          <a:xfrm>
            <a:off x="6515944" y="2958273"/>
            <a:ext cx="4639736" cy="2910821"/>
          </a:xfrm>
        </p:spPr>
        <p:txBody>
          <a:bodyPr rtlCol="0"/>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2" name="日期版面配置區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defPPr>
              <a:defRPr lang="zh-TW"/>
            </a:defPPr>
          </a:lstStyle>
          <a:p>
            <a:pPr rtl="0"/>
            <a:fld id="{8D73E5BA-E5AA-48E3-B822-493325253204}" type="datetime1">
              <a:rPr lang="zh-TW" altLang="en-US" smtClean="0"/>
              <a:t>2026/1/8</a:t>
            </a:fld>
            <a:endParaRPr lang="zh-TW" dirty="0"/>
          </a:p>
        </p:txBody>
      </p:sp>
      <p:sp>
        <p:nvSpPr>
          <p:cNvPr id="11" name="頁尾版面配置區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defPPr>
              <a:defRPr lang="zh-TW"/>
            </a:defPPr>
          </a:lstStyle>
          <a:p>
            <a:pPr rtl="0"/>
            <a:r>
              <a:rPr lang="zh-TW"/>
              <a:t>教授課程</a:t>
            </a:r>
          </a:p>
        </p:txBody>
      </p:sp>
      <p:sp>
        <p:nvSpPr>
          <p:cNvPr id="12" name="投影片編號版面配置區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921844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defPPr>
              <a:defRPr lang="zh-TW"/>
            </a:defPPr>
          </a:lstStyle>
          <a:p>
            <a:pPr rtl="0"/>
            <a:r>
              <a:rPr lang="zh-TW"/>
              <a:t>按一下以編輯母片標題樣式</a:t>
            </a:r>
            <a:endParaRPr lang="zh-TW" dirty="0"/>
          </a:p>
        </p:txBody>
      </p:sp>
      <p:sp>
        <p:nvSpPr>
          <p:cNvPr id="6" name="日期版面配置區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defPPr>
              <a:defRPr lang="zh-TW"/>
            </a:defPPr>
          </a:lstStyle>
          <a:p>
            <a:pPr rtl="0"/>
            <a:fld id="{C6BF56A7-1F35-42D4-B93A-270C9A4B23EF}" type="datetime1">
              <a:rPr lang="zh-TW" altLang="en-US" smtClean="0"/>
              <a:t>2026/1/8</a:t>
            </a:fld>
            <a:endParaRPr lang="zh-TW" dirty="0"/>
          </a:p>
        </p:txBody>
      </p:sp>
      <p:sp>
        <p:nvSpPr>
          <p:cNvPr id="7" name="頁尾版面配置區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defPPr>
              <a:defRPr lang="zh-TW"/>
            </a:defPPr>
          </a:lstStyle>
          <a:p>
            <a:pPr rtl="0"/>
            <a:r>
              <a:rPr lang="zh-TW"/>
              <a:t>教授課程</a:t>
            </a:r>
          </a:p>
        </p:txBody>
      </p:sp>
      <p:sp>
        <p:nvSpPr>
          <p:cNvPr id="8" name="投影片編號版面配置區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3620175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日期版面配置區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defPPr>
              <a:defRPr lang="zh-TW"/>
            </a:defPPr>
          </a:lstStyle>
          <a:p>
            <a:pPr rtl="0"/>
            <a:fld id="{140883D6-0BFF-4781-9868-7BF4B888ACF4}" type="datetime1">
              <a:rPr lang="zh-TW" altLang="en-US" smtClean="0"/>
              <a:t>2026/1/8</a:t>
            </a:fld>
            <a:endParaRPr lang="zh-TW" dirty="0"/>
          </a:p>
        </p:txBody>
      </p:sp>
      <p:sp>
        <p:nvSpPr>
          <p:cNvPr id="3" name="頁尾版面配置區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defPPr>
              <a:defRPr lang="zh-TW"/>
            </a:defPPr>
          </a:lstStyle>
          <a:p>
            <a:pPr rtl="0"/>
            <a:r>
              <a:rPr lang="zh-TW"/>
              <a:t>教授課程</a:t>
            </a:r>
          </a:p>
        </p:txBody>
      </p:sp>
      <p:sp>
        <p:nvSpPr>
          <p:cNvPr id="4" name="投影片編號版面配置區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3872940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含標題的內容">
    <p:spTree>
      <p:nvGrpSpPr>
        <p:cNvPr id="1" name=""/>
        <p:cNvGrpSpPr/>
        <p:nvPr/>
      </p:nvGrpSpPr>
      <p:grpSpPr>
        <a:xfrm>
          <a:off x="0" y="0"/>
          <a:ext cx="0" cy="0"/>
          <a:chOff x="0" y="0"/>
          <a:chExt cx="0" cy="0"/>
        </a:xfrm>
      </p:grpSpPr>
      <p:sp>
        <p:nvSpPr>
          <p:cNvPr id="10" name="圖片版面配置區 9">
            <a:extLst>
              <a:ext uri="{FF2B5EF4-FFF2-40B4-BE49-F238E27FC236}">
                <a16:creationId xmlns:a16="http://schemas.microsoft.com/office/drawing/2014/main" id="{D92C4CF0-BD34-45B4-94FF-59AD3A70A72E}"/>
              </a:ext>
            </a:extLst>
          </p:cNvPr>
          <p:cNvSpPr>
            <a:spLocks noGrp="1"/>
          </p:cNvSpPr>
          <p:nvPr>
            <p:ph type="pic" sz="quarter" idx="13"/>
          </p:nvPr>
        </p:nvSpPr>
        <p:spPr>
          <a:xfrm>
            <a:off x="0" y="0"/>
            <a:ext cx="12192000" cy="6400165"/>
          </a:xfrm>
          <a:noFill/>
        </p:spPr>
        <p:txBody>
          <a:bodyPr lIns="0" tIns="792000" rtlCol="0" anchor="ctr" anchorCtr="0"/>
          <a:lstStyle>
            <a:lvl1pPr algn="ctr">
              <a:defRPr lang="zh-TW"/>
            </a:lvl1pPr>
          </a:lstStyle>
          <a:p>
            <a:pPr rtl="0"/>
            <a:r>
              <a:rPr lang="zh-TW"/>
              <a:t>按一下圖示以新增圖片</a:t>
            </a:r>
          </a:p>
        </p:txBody>
      </p:sp>
      <p:sp>
        <p:nvSpPr>
          <p:cNvPr id="8" name="矩形 7">
            <a:extLst>
              <a:ext uri="{FF2B5EF4-FFF2-40B4-BE49-F238E27FC236}">
                <a16:creationId xmlns:a16="http://schemas.microsoft.com/office/drawing/2014/main" id="{16D90D66-BCB9-4229-A829-628874352AC0}"/>
              </a:ext>
            </a:extLst>
          </p:cNvPr>
          <p:cNvSpPr/>
          <p:nvPr/>
        </p:nvSpPr>
        <p:spPr>
          <a:xfrm>
            <a:off x="4804496" y="0"/>
            <a:ext cx="7387504" cy="644652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矩形 10">
            <a:extLst>
              <a:ext uri="{FF2B5EF4-FFF2-40B4-BE49-F238E27FC236}">
                <a16:creationId xmlns:a16="http://schemas.microsoft.com/office/drawing/2014/main" id="{D7110AB5-E047-427B-9192-3F2FCCB479A8}"/>
              </a:ext>
            </a:extLst>
          </p:cNvPr>
          <p:cNvSpPr/>
          <p:nvPr userDrawn="1"/>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p:cNvSpPr>
            <a:spLocks noGrp="1"/>
          </p:cNvSpPr>
          <p:nvPr>
            <p:ph type="title"/>
          </p:nvPr>
        </p:nvSpPr>
        <p:spPr>
          <a:xfrm>
            <a:off x="643466" y="488254"/>
            <a:ext cx="3517567" cy="1087974"/>
          </a:xfrm>
        </p:spPr>
        <p:txBody>
          <a:bodyPr rtlCol="0" anchor="b">
            <a:normAutofit/>
          </a:bodyPr>
          <a:lstStyle>
            <a:lvl1pPr>
              <a:lnSpc>
                <a:spcPct val="90000"/>
              </a:lnSpc>
              <a:defRPr lang="zh-TW" sz="3600" b="0">
                <a:solidFill>
                  <a:schemeClr val="accent1">
                    <a:lumMod val="50000"/>
                  </a:schemeClr>
                </a:solidFill>
              </a:defRPr>
            </a:lvl1pPr>
          </a:lstStyle>
          <a:p>
            <a:pPr rtl="0"/>
            <a:r>
              <a:rPr lang="zh-TW"/>
              <a:t>按一下以編輯母片標題樣式</a:t>
            </a:r>
            <a:endParaRPr lang="zh-TW" dirty="0"/>
          </a:p>
        </p:txBody>
      </p:sp>
      <p:sp>
        <p:nvSpPr>
          <p:cNvPr id="4" name="文字版面配置區 3"/>
          <p:cNvSpPr>
            <a:spLocks noGrp="1"/>
          </p:cNvSpPr>
          <p:nvPr>
            <p:ph type="body" sz="half" idx="2"/>
          </p:nvPr>
        </p:nvSpPr>
        <p:spPr>
          <a:xfrm>
            <a:off x="403625" y="2038720"/>
            <a:ext cx="3517567" cy="3311706"/>
          </a:xfrm>
        </p:spPr>
        <p:txBody>
          <a:bodyPr lIns="91440" rIns="91440" rtlCol="0">
            <a:normAutofit/>
          </a:bodyPr>
          <a:lstStyle>
            <a:lvl1pPr marL="216000" indent="-216000">
              <a:spcAft>
                <a:spcPts val="0"/>
              </a:spcAft>
              <a:buFont typeface="Wingdings" panose="05000000000000000000" pitchFamily="2" charset="2"/>
              <a:buChar char="§"/>
              <a:defRPr lang="zh-TW" sz="1800">
                <a:solidFill>
                  <a:schemeClr val="tx1"/>
                </a:solidFill>
              </a:defRPr>
            </a:lvl1pPr>
            <a:lvl2pPr marL="457200" indent="0">
              <a:buNone/>
              <a:defRPr lang="zh-TW" sz="1200"/>
            </a:lvl2pPr>
            <a:lvl3pPr marL="914400" indent="0">
              <a:buNone/>
              <a:defRPr lang="zh-TW" sz="1000"/>
            </a:lvl3pPr>
            <a:lvl4pPr marL="1371600" indent="0">
              <a:buNone/>
              <a:defRPr lang="zh-TW" sz="900"/>
            </a:lvl4pPr>
            <a:lvl5pPr marL="1828800" indent="0">
              <a:buNone/>
              <a:defRPr lang="zh-TW" sz="900"/>
            </a:lvl5pPr>
            <a:lvl6pPr marL="2286000" indent="0">
              <a:buNone/>
              <a:defRPr lang="zh-TW" sz="900"/>
            </a:lvl6pPr>
            <a:lvl7pPr marL="2743200" indent="0">
              <a:buNone/>
              <a:defRPr lang="zh-TW" sz="900"/>
            </a:lvl7pPr>
            <a:lvl8pPr marL="3200400" indent="0">
              <a:buNone/>
              <a:defRPr lang="zh-TW" sz="900"/>
            </a:lvl8pPr>
            <a:lvl9pPr marL="3657600" indent="0">
              <a:buNone/>
              <a:defRPr lang="zh-TW" sz="900"/>
            </a:lvl9pPr>
          </a:lstStyle>
          <a:p>
            <a:pPr lvl="0" rtl="0"/>
            <a:r>
              <a:rPr lang="zh-TW"/>
              <a:t>按一下以編輯母片文字樣式</a:t>
            </a:r>
          </a:p>
        </p:txBody>
      </p:sp>
      <p:sp>
        <p:nvSpPr>
          <p:cNvPr id="12" name="日期版面配置區 5">
            <a:extLst>
              <a:ext uri="{FF2B5EF4-FFF2-40B4-BE49-F238E27FC236}">
                <a16:creationId xmlns:a16="http://schemas.microsoft.com/office/drawing/2014/main" id="{00A2BA60-500D-4BD0-8C7F-2936FDDD1586}"/>
              </a:ext>
            </a:extLst>
          </p:cNvPr>
          <p:cNvSpPr>
            <a:spLocks noGrp="1"/>
          </p:cNvSpPr>
          <p:nvPr>
            <p:ph type="dt" sz="half" idx="10"/>
          </p:nvPr>
        </p:nvSpPr>
        <p:spPr>
          <a:xfrm>
            <a:off x="8218426" y="6446838"/>
            <a:ext cx="2584850" cy="365125"/>
          </a:xfrm>
        </p:spPr>
        <p:txBody>
          <a:bodyPr rtlCol="0"/>
          <a:lstStyle>
            <a:defPPr>
              <a:defRPr lang="zh-TW"/>
            </a:defPPr>
          </a:lstStyle>
          <a:p>
            <a:pPr rtl="0"/>
            <a:fld id="{250AEEA1-9013-425C-9AA3-649E5C625E0B}" type="datetime1">
              <a:rPr lang="zh-TW" altLang="en-US" smtClean="0"/>
              <a:t>2026/1/8</a:t>
            </a:fld>
            <a:endParaRPr lang="zh-TW" dirty="0"/>
          </a:p>
        </p:txBody>
      </p:sp>
      <p:sp>
        <p:nvSpPr>
          <p:cNvPr id="13" name="頁尾版面配置區 6">
            <a:extLst>
              <a:ext uri="{FF2B5EF4-FFF2-40B4-BE49-F238E27FC236}">
                <a16:creationId xmlns:a16="http://schemas.microsoft.com/office/drawing/2014/main" id="{371A0A82-5458-43A1-AD4C-A4FF7CD09F10}"/>
              </a:ext>
            </a:extLst>
          </p:cNvPr>
          <p:cNvSpPr>
            <a:spLocks noGrp="1"/>
          </p:cNvSpPr>
          <p:nvPr>
            <p:ph type="ftr" sz="quarter" idx="11"/>
          </p:nvPr>
        </p:nvSpPr>
        <p:spPr>
          <a:xfrm>
            <a:off x="643051" y="6446838"/>
            <a:ext cx="6818262" cy="365125"/>
          </a:xfrm>
        </p:spPr>
        <p:txBody>
          <a:bodyPr rtlCol="0"/>
          <a:lstStyle>
            <a:defPPr>
              <a:defRPr lang="zh-TW"/>
            </a:defPPr>
          </a:lstStyle>
          <a:p>
            <a:pPr rtl="0"/>
            <a:r>
              <a:rPr lang="zh-TW"/>
              <a:t>教授課程</a:t>
            </a:r>
          </a:p>
        </p:txBody>
      </p:sp>
      <p:sp>
        <p:nvSpPr>
          <p:cNvPr id="14" name="投影片編號版面配置區 7">
            <a:extLst>
              <a:ext uri="{FF2B5EF4-FFF2-40B4-BE49-F238E27FC236}">
                <a16:creationId xmlns:a16="http://schemas.microsoft.com/office/drawing/2014/main" id="{2ABD9582-0263-41AF-B003-2E748948571F}"/>
              </a:ext>
            </a:extLst>
          </p:cNvPr>
          <p:cNvSpPr>
            <a:spLocks noGrp="1"/>
          </p:cNvSpPr>
          <p:nvPr>
            <p:ph type="sldNum" sz="quarter" idx="12"/>
          </p:nvPr>
        </p:nvSpPr>
        <p:spPr>
          <a:xfrm>
            <a:off x="10930596" y="6446838"/>
            <a:ext cx="617912" cy="365125"/>
          </a:xfrm>
        </p:spPr>
        <p:txBody>
          <a:bodyPr rtlCol="0"/>
          <a:lstStyle>
            <a:defPPr>
              <a:defRPr lang="zh-TW"/>
            </a:defPPr>
          </a:lstStyle>
          <a:p>
            <a:pPr rtl="0"/>
            <a:fld id="{3A98EE3D-8CD1-4C3F-BD1C-C98C9596463C}" type="slidenum">
              <a:rPr lang="zh-TW" smtClean="0"/>
              <a:t>‹#›</a:t>
            </a:fld>
            <a:endParaRPr lang="zh-TW" dirty="0"/>
          </a:p>
        </p:txBody>
      </p:sp>
      <p:sp>
        <p:nvSpPr>
          <p:cNvPr id="5" name="圖片版面配置區 4">
            <a:extLst>
              <a:ext uri="{FF2B5EF4-FFF2-40B4-BE49-F238E27FC236}">
                <a16:creationId xmlns:a16="http://schemas.microsoft.com/office/drawing/2014/main" id="{FF66DD5E-2E55-4BFB-8214-2B5C5051F287}"/>
              </a:ext>
            </a:extLst>
          </p:cNvPr>
          <p:cNvSpPr>
            <a:spLocks noGrp="1"/>
          </p:cNvSpPr>
          <p:nvPr>
            <p:ph type="pic" sz="quarter" idx="14"/>
          </p:nvPr>
        </p:nvSpPr>
        <p:spPr>
          <a:xfrm>
            <a:off x="5599113" y="1692275"/>
            <a:ext cx="6592887" cy="3190875"/>
          </a:xfrm>
          <a:solidFill>
            <a:schemeClr val="bg1">
              <a:lumMod val="85000"/>
              <a:alpha val="50000"/>
            </a:schemeClr>
          </a:solidFill>
        </p:spPr>
        <p:txBody>
          <a:bodyPr rtlCol="0" anchor="ctr" anchorCtr="0"/>
          <a:lstStyle>
            <a:lvl1pPr algn="ctr">
              <a:defRPr lang="zh-TW"/>
            </a:lvl1pPr>
          </a:lstStyle>
          <a:p>
            <a:pPr rtl="0"/>
            <a:r>
              <a:rPr lang="zh-TW"/>
              <a:t>按一下圖示以新增圖片</a:t>
            </a:r>
            <a:endParaRPr lang="zh-TW" dirty="0"/>
          </a:p>
        </p:txBody>
      </p:sp>
      <p:cxnSp>
        <p:nvCxnSpPr>
          <p:cNvPr id="16" name="直線接點​​(S) 15">
            <a:extLst>
              <a:ext uri="{FF2B5EF4-FFF2-40B4-BE49-F238E27FC236}">
                <a16:creationId xmlns:a16="http://schemas.microsoft.com/office/drawing/2014/main" id="{76A38BEF-96DA-4CBE-8464-985906D9F5F1}"/>
              </a:ext>
            </a:extLst>
          </p:cNvPr>
          <p:cNvCxnSpPr>
            <a:cxnSpLocks/>
          </p:cNvCxnSpPr>
          <p:nvPr userDrawn="1"/>
        </p:nvCxnSpPr>
        <p:spPr>
          <a:xfrm>
            <a:off x="723686" y="1767848"/>
            <a:ext cx="3291840" cy="0"/>
          </a:xfrm>
          <a:prstGeom prst="line">
            <a:avLst/>
          </a:prstGeom>
          <a:ln w="15875">
            <a:solidFill>
              <a:srgbClr val="2626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394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含標題的內容">
    <p:spTree>
      <p:nvGrpSpPr>
        <p:cNvPr id="1" name=""/>
        <p:cNvGrpSpPr/>
        <p:nvPr/>
      </p:nvGrpSpPr>
      <p:grpSpPr>
        <a:xfrm>
          <a:off x="0" y="0"/>
          <a:ext cx="0" cy="0"/>
          <a:chOff x="0" y="0"/>
          <a:chExt cx="0" cy="0"/>
        </a:xfrm>
      </p:grpSpPr>
      <p:sp>
        <p:nvSpPr>
          <p:cNvPr id="3" name="圖片版面配置區 2">
            <a:extLst>
              <a:ext uri="{FF2B5EF4-FFF2-40B4-BE49-F238E27FC236}">
                <a16:creationId xmlns:a16="http://schemas.microsoft.com/office/drawing/2014/main" id="{CF262E62-E8FA-42DE-BC7E-BA73A13FCBFF}"/>
              </a:ext>
            </a:extLst>
          </p:cNvPr>
          <p:cNvSpPr>
            <a:spLocks noGrp="1"/>
          </p:cNvSpPr>
          <p:nvPr>
            <p:ph type="pic" sz="quarter" idx="15"/>
          </p:nvPr>
        </p:nvSpPr>
        <p:spPr>
          <a:xfrm>
            <a:off x="0" y="0"/>
            <a:ext cx="12193200" cy="6400800"/>
          </a:xfrm>
        </p:spPr>
        <p:txBody>
          <a:bodyPr rtlCol="0" anchor="ctr" anchorCtr="0"/>
          <a:lstStyle>
            <a:lvl1pPr algn="ctr">
              <a:defRPr lang="zh-TW"/>
            </a:lvl1pPr>
          </a:lstStyle>
          <a:p>
            <a:pPr rtl="0"/>
            <a:r>
              <a:rPr lang="zh-TW"/>
              <a:t>按一下圖示以新增圖片</a:t>
            </a:r>
          </a:p>
        </p:txBody>
      </p:sp>
      <p:sp>
        <p:nvSpPr>
          <p:cNvPr id="5" name="文字版面配置區 4">
            <a:extLst>
              <a:ext uri="{FF2B5EF4-FFF2-40B4-BE49-F238E27FC236}">
                <a16:creationId xmlns:a16="http://schemas.microsoft.com/office/drawing/2014/main" id="{3B957EED-32E8-4384-BFBB-06742F30AA87}"/>
              </a:ext>
            </a:extLst>
          </p:cNvPr>
          <p:cNvSpPr>
            <a:spLocks noGrp="1"/>
          </p:cNvSpPr>
          <p:nvPr>
            <p:ph type="body" sz="quarter" idx="14" hasCustomPrompt="1"/>
          </p:nvPr>
        </p:nvSpPr>
        <p:spPr>
          <a:xfrm>
            <a:off x="5356422" y="5034909"/>
            <a:ext cx="6835291" cy="817251"/>
          </a:xfrm>
          <a:solidFill>
            <a:srgbClr val="262626"/>
          </a:solidFill>
        </p:spPr>
        <p:txBody>
          <a:bodyPr lIns="396000" tIns="0" rtlCol="0" anchor="ctr" anchorCtr="0">
            <a:normAutofit/>
          </a:bodyPr>
          <a:lstStyle>
            <a:lvl1pPr>
              <a:defRPr lang="zh-TW" sz="2400">
                <a:solidFill>
                  <a:schemeClr val="accent1">
                    <a:lumMod val="40000"/>
                    <a:lumOff val="60000"/>
                  </a:schemeClr>
                </a:solidFill>
              </a:defRPr>
            </a:lvl1pPr>
            <a:lvl2pPr>
              <a:defRPr lang="zh-TW">
                <a:solidFill>
                  <a:schemeClr val="bg1"/>
                </a:solidFill>
              </a:defRPr>
            </a:lvl2pPr>
            <a:lvl3pPr>
              <a:defRPr lang="zh-TW">
                <a:solidFill>
                  <a:schemeClr val="bg1"/>
                </a:solidFill>
              </a:defRPr>
            </a:lvl3pPr>
            <a:lvl4pPr>
              <a:defRPr lang="zh-TW">
                <a:solidFill>
                  <a:schemeClr val="bg1"/>
                </a:solidFill>
              </a:defRPr>
            </a:lvl4pPr>
          </a:lstStyle>
          <a:p>
            <a:pPr lvl="0" rtl="0"/>
            <a:r>
              <a:rPr lang="zh-TW"/>
              <a:t>副標題</a:t>
            </a:r>
            <a:endParaRPr lang="zh-TW" dirty="0"/>
          </a:p>
        </p:txBody>
      </p:sp>
      <p:sp>
        <p:nvSpPr>
          <p:cNvPr id="15" name="標題 14">
            <a:extLst>
              <a:ext uri="{FF2B5EF4-FFF2-40B4-BE49-F238E27FC236}">
                <a16:creationId xmlns:a16="http://schemas.microsoft.com/office/drawing/2014/main" id="{23EC876B-6AD7-452A-94C9-45B89DA7D7D0}"/>
              </a:ext>
            </a:extLst>
          </p:cNvPr>
          <p:cNvSpPr>
            <a:spLocks noGrp="1"/>
          </p:cNvSpPr>
          <p:nvPr>
            <p:ph type="title" hasCustomPrompt="1"/>
          </p:nvPr>
        </p:nvSpPr>
        <p:spPr>
          <a:xfrm>
            <a:off x="5356143" y="3975295"/>
            <a:ext cx="6835858" cy="1089350"/>
          </a:xfrm>
          <a:custGeom>
            <a:avLst/>
            <a:gdLst>
              <a:gd name="connsiteX0" fmla="*/ 0 w 6906198"/>
              <a:gd name="connsiteY0" fmla="*/ 0 h 1089350"/>
              <a:gd name="connsiteX1" fmla="*/ 6906198 w 6906198"/>
              <a:gd name="connsiteY1" fmla="*/ 0 h 1089350"/>
              <a:gd name="connsiteX2" fmla="*/ 6906198 w 6906198"/>
              <a:gd name="connsiteY2" fmla="*/ 1089350 h 1089350"/>
              <a:gd name="connsiteX3" fmla="*/ 3805731 w 6906198"/>
              <a:gd name="connsiteY3" fmla="*/ 1089350 h 1089350"/>
              <a:gd name="connsiteX4" fmla="*/ 218470 w 6906198"/>
              <a:gd name="connsiteY4" fmla="*/ 1089350 h 1089350"/>
              <a:gd name="connsiteX5" fmla="*/ 0 w 6906198"/>
              <a:gd name="connsiteY5" fmla="*/ 1089350 h 108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06198" h="1089350">
                <a:moveTo>
                  <a:pt x="0" y="0"/>
                </a:moveTo>
                <a:lnTo>
                  <a:pt x="6906198" y="0"/>
                </a:lnTo>
                <a:lnTo>
                  <a:pt x="6906198" y="1089350"/>
                </a:lnTo>
                <a:lnTo>
                  <a:pt x="3805731" y="1089350"/>
                </a:lnTo>
                <a:lnTo>
                  <a:pt x="218470" y="1089350"/>
                </a:lnTo>
                <a:lnTo>
                  <a:pt x="0" y="1089350"/>
                </a:lnTo>
                <a:close/>
              </a:path>
            </a:pathLst>
          </a:custGeom>
          <a:solidFill>
            <a:srgbClr val="262626"/>
          </a:solidFill>
        </p:spPr>
        <p:txBody>
          <a:bodyPr wrap="square" lIns="396000" tIns="252000" rtlCol="0" anchor="t" anchorCtr="0">
            <a:noAutofit/>
          </a:bodyPr>
          <a:lstStyle>
            <a:lvl1pPr>
              <a:lnSpc>
                <a:spcPct val="90000"/>
              </a:lnSpc>
              <a:defRPr lang="zh-TW" sz="3600" b="0">
                <a:solidFill>
                  <a:schemeClr val="bg1"/>
                </a:solidFill>
              </a:defRPr>
            </a:lvl1pPr>
          </a:lstStyle>
          <a:p>
            <a:pPr rtl="0"/>
            <a:r>
              <a:rPr lang="zh-TW"/>
              <a:t>第一課摘要</a:t>
            </a:r>
          </a:p>
        </p:txBody>
      </p:sp>
      <p:sp>
        <p:nvSpPr>
          <p:cNvPr id="11" name="矩形 10">
            <a:extLst>
              <a:ext uri="{FF2B5EF4-FFF2-40B4-BE49-F238E27FC236}">
                <a16:creationId xmlns:a16="http://schemas.microsoft.com/office/drawing/2014/main" id="{D7110AB5-E047-427B-9192-3F2FCCB479A8}"/>
              </a:ext>
            </a:extLst>
          </p:cNvPr>
          <p:cNvSpPr/>
          <p:nvPr userDrawn="1"/>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文字版面配置區 3"/>
          <p:cNvSpPr>
            <a:spLocks noGrp="1"/>
          </p:cNvSpPr>
          <p:nvPr>
            <p:ph type="body" sz="half" idx="2"/>
          </p:nvPr>
        </p:nvSpPr>
        <p:spPr>
          <a:xfrm>
            <a:off x="678635" y="0"/>
            <a:ext cx="3998873" cy="5852160"/>
          </a:xfrm>
          <a:solidFill>
            <a:srgbClr val="262626"/>
          </a:solidFill>
        </p:spPr>
        <p:txBody>
          <a:bodyPr lIns="360000" tIns="46800" rIns="360000" rtlCol="0" anchor="ctr" anchorCtr="0">
            <a:normAutofit/>
          </a:bodyPr>
          <a:lstStyle>
            <a:lvl1pPr marL="0" indent="0">
              <a:buNone/>
              <a:defRPr lang="zh-TW" dirty="0">
                <a:solidFill>
                  <a:schemeClr val="bg1"/>
                </a:solidFill>
              </a:defRPr>
            </a:lvl1pPr>
            <a:lvl2pPr marL="457200" indent="0">
              <a:buNone/>
              <a:defRPr lang="zh-TW" sz="1200"/>
            </a:lvl2pPr>
            <a:lvl3pPr marL="914400" indent="0">
              <a:buNone/>
              <a:defRPr lang="zh-TW" sz="1000"/>
            </a:lvl3pPr>
            <a:lvl4pPr marL="1371600" indent="0">
              <a:buNone/>
              <a:defRPr lang="zh-TW" sz="900"/>
            </a:lvl4pPr>
            <a:lvl5pPr marL="1828800" indent="0">
              <a:buNone/>
              <a:defRPr lang="zh-TW" sz="900"/>
            </a:lvl5pPr>
            <a:lvl6pPr marL="2286000" indent="0">
              <a:buNone/>
              <a:defRPr lang="zh-TW" sz="900"/>
            </a:lvl6pPr>
            <a:lvl7pPr marL="2743200" indent="0">
              <a:buNone/>
              <a:defRPr lang="zh-TW" sz="900"/>
            </a:lvl7pPr>
            <a:lvl8pPr marL="3200400" indent="0">
              <a:buNone/>
              <a:defRPr lang="zh-TW" sz="900"/>
            </a:lvl8pPr>
            <a:lvl9pPr marL="3657600" indent="0">
              <a:buNone/>
              <a:defRPr lang="zh-TW" sz="900"/>
            </a:lvl9pPr>
          </a:lstStyle>
          <a:p>
            <a:pPr lvl="0" rtl="0"/>
            <a:r>
              <a:rPr lang="zh-TW"/>
              <a:t>按一下以編輯母片文字樣式</a:t>
            </a:r>
          </a:p>
        </p:txBody>
      </p:sp>
      <p:sp>
        <p:nvSpPr>
          <p:cNvPr id="12" name="日期版面配置區 5">
            <a:extLst>
              <a:ext uri="{FF2B5EF4-FFF2-40B4-BE49-F238E27FC236}">
                <a16:creationId xmlns:a16="http://schemas.microsoft.com/office/drawing/2014/main" id="{00A2BA60-500D-4BD0-8C7F-2936FDDD1586}"/>
              </a:ext>
            </a:extLst>
          </p:cNvPr>
          <p:cNvSpPr>
            <a:spLocks noGrp="1"/>
          </p:cNvSpPr>
          <p:nvPr>
            <p:ph type="dt" sz="half" idx="10"/>
          </p:nvPr>
        </p:nvSpPr>
        <p:spPr>
          <a:xfrm>
            <a:off x="8218426" y="6446838"/>
            <a:ext cx="2584850" cy="365125"/>
          </a:xfrm>
        </p:spPr>
        <p:txBody>
          <a:bodyPr rtlCol="0"/>
          <a:lstStyle>
            <a:defPPr>
              <a:defRPr lang="zh-TW"/>
            </a:defPPr>
          </a:lstStyle>
          <a:p>
            <a:pPr rtl="0"/>
            <a:fld id="{EFB511EA-F866-4F5F-890B-838D69D8D31B}" type="datetime1">
              <a:rPr lang="zh-TW" altLang="en-US" smtClean="0"/>
              <a:t>2026/1/8</a:t>
            </a:fld>
            <a:endParaRPr lang="zh-TW" dirty="0"/>
          </a:p>
        </p:txBody>
      </p:sp>
      <p:sp>
        <p:nvSpPr>
          <p:cNvPr id="13" name="頁尾版面配置區 6">
            <a:extLst>
              <a:ext uri="{FF2B5EF4-FFF2-40B4-BE49-F238E27FC236}">
                <a16:creationId xmlns:a16="http://schemas.microsoft.com/office/drawing/2014/main" id="{371A0A82-5458-43A1-AD4C-A4FF7CD09F10}"/>
              </a:ext>
            </a:extLst>
          </p:cNvPr>
          <p:cNvSpPr>
            <a:spLocks noGrp="1"/>
          </p:cNvSpPr>
          <p:nvPr>
            <p:ph type="ftr" sz="quarter" idx="11"/>
          </p:nvPr>
        </p:nvSpPr>
        <p:spPr>
          <a:xfrm>
            <a:off x="643051" y="6446838"/>
            <a:ext cx="6818262" cy="365125"/>
          </a:xfrm>
        </p:spPr>
        <p:txBody>
          <a:bodyPr rtlCol="0"/>
          <a:lstStyle>
            <a:defPPr>
              <a:defRPr lang="zh-TW"/>
            </a:defPPr>
          </a:lstStyle>
          <a:p>
            <a:pPr rtl="0"/>
            <a:r>
              <a:rPr lang="zh-TW"/>
              <a:t>教授課程</a:t>
            </a:r>
          </a:p>
        </p:txBody>
      </p:sp>
      <p:sp>
        <p:nvSpPr>
          <p:cNvPr id="14" name="投影片編號版面配置區 7">
            <a:extLst>
              <a:ext uri="{FF2B5EF4-FFF2-40B4-BE49-F238E27FC236}">
                <a16:creationId xmlns:a16="http://schemas.microsoft.com/office/drawing/2014/main" id="{2ABD9582-0263-41AF-B003-2E748948571F}"/>
              </a:ext>
            </a:extLst>
          </p:cNvPr>
          <p:cNvSpPr>
            <a:spLocks noGrp="1"/>
          </p:cNvSpPr>
          <p:nvPr>
            <p:ph type="sldNum" sz="quarter" idx="12"/>
          </p:nvPr>
        </p:nvSpPr>
        <p:spPr>
          <a:xfrm>
            <a:off x="10930596" y="6446838"/>
            <a:ext cx="617912" cy="365125"/>
          </a:xfrm>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99412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圖片版面配置區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lang="zh-TW" sz="3200"/>
            </a:lvl1pPr>
            <a:lvl2pPr marL="457200" indent="0">
              <a:buNone/>
              <a:defRPr lang="zh-TW" sz="2800"/>
            </a:lvl2pPr>
            <a:lvl3pPr marL="914400" indent="0">
              <a:buNone/>
              <a:defRPr lang="zh-TW" sz="2400"/>
            </a:lvl3pPr>
            <a:lvl4pPr marL="1371600" indent="0">
              <a:buNone/>
              <a:defRPr lang="zh-TW" sz="2000"/>
            </a:lvl4pPr>
            <a:lvl5pPr marL="1828800" indent="0">
              <a:buNone/>
              <a:defRPr lang="zh-TW" sz="2000"/>
            </a:lvl5pPr>
            <a:lvl6pPr marL="2286000" indent="0">
              <a:buNone/>
              <a:defRPr lang="zh-TW" sz="2000"/>
            </a:lvl6pPr>
            <a:lvl7pPr marL="2743200" indent="0">
              <a:buNone/>
              <a:defRPr lang="zh-TW" sz="2000"/>
            </a:lvl7pPr>
            <a:lvl8pPr marL="3200400" indent="0">
              <a:buNone/>
              <a:defRPr lang="zh-TW" sz="2000"/>
            </a:lvl8pPr>
            <a:lvl9pPr marL="3657600" indent="0">
              <a:buNone/>
              <a:defRPr lang="zh-TW" sz="2000"/>
            </a:lvl9pPr>
          </a:lstStyle>
          <a:p>
            <a:pPr rtl="0"/>
            <a:r>
              <a:rPr lang="zh-TW"/>
              <a:t>按一下圖示以新增圖片</a:t>
            </a:r>
          </a:p>
        </p:txBody>
      </p:sp>
      <p:sp>
        <p:nvSpPr>
          <p:cNvPr id="2" name="標題 1"/>
          <p:cNvSpPr>
            <a:spLocks noGrp="1"/>
          </p:cNvSpPr>
          <p:nvPr>
            <p:ph type="title"/>
          </p:nvPr>
        </p:nvSpPr>
        <p:spPr>
          <a:xfrm>
            <a:off x="1097279" y="4799362"/>
            <a:ext cx="10113645" cy="743682"/>
          </a:xfrm>
        </p:spPr>
        <p:txBody>
          <a:bodyPr tIns="0" bIns="0" rtlCol="0" anchor="b">
            <a:noAutofit/>
          </a:bodyPr>
          <a:lstStyle>
            <a:lvl1pPr>
              <a:defRPr lang="zh-TW" sz="3600" b="0">
                <a:solidFill>
                  <a:srgbClr val="FFFFFF"/>
                </a:solidFill>
              </a:defRPr>
            </a:lvl1pPr>
          </a:lstStyle>
          <a:p>
            <a:pPr rtl="0"/>
            <a:r>
              <a:rPr lang="zh-TW"/>
              <a:t>按一下以編輯母片標題樣式</a:t>
            </a:r>
            <a:endParaRPr lang="zh-TW" dirty="0"/>
          </a:p>
        </p:txBody>
      </p:sp>
      <p:sp>
        <p:nvSpPr>
          <p:cNvPr id="4" name="文字預留位置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lang="zh-TW" sz="1800">
                <a:solidFill>
                  <a:schemeClr val="accent1">
                    <a:lumMod val="40000"/>
                    <a:lumOff val="60000"/>
                  </a:schemeClr>
                </a:solidFill>
              </a:defRPr>
            </a:lvl1pPr>
            <a:lvl2pPr marL="457200" indent="0">
              <a:buNone/>
              <a:defRPr lang="zh-TW" sz="1200"/>
            </a:lvl2pPr>
            <a:lvl3pPr marL="914400" indent="0">
              <a:buNone/>
              <a:defRPr lang="zh-TW" sz="1000"/>
            </a:lvl3pPr>
            <a:lvl4pPr marL="1371600" indent="0">
              <a:buNone/>
              <a:defRPr lang="zh-TW" sz="900"/>
            </a:lvl4pPr>
            <a:lvl5pPr marL="1828800" indent="0">
              <a:buNone/>
              <a:defRPr lang="zh-TW" sz="900"/>
            </a:lvl5pPr>
            <a:lvl6pPr marL="2286000" indent="0">
              <a:buNone/>
              <a:defRPr lang="zh-TW" sz="900"/>
            </a:lvl6pPr>
            <a:lvl7pPr marL="2743200" indent="0">
              <a:buNone/>
              <a:defRPr lang="zh-TW" sz="900"/>
            </a:lvl7pPr>
            <a:lvl8pPr marL="3200400" indent="0">
              <a:buNone/>
              <a:defRPr lang="zh-TW" sz="900"/>
            </a:lvl8pPr>
            <a:lvl9pPr marL="3657600" indent="0">
              <a:buNone/>
              <a:defRPr lang="zh-TW" sz="900"/>
            </a:lvl9pPr>
          </a:lstStyle>
          <a:p>
            <a:pPr lvl="0" rtl="0"/>
            <a:r>
              <a:rPr lang="zh-TW"/>
              <a:t>按一下以編輯母片文字樣式</a:t>
            </a:r>
          </a:p>
        </p:txBody>
      </p:sp>
      <p:sp>
        <p:nvSpPr>
          <p:cNvPr id="5" name="日期版面配置區 4"/>
          <p:cNvSpPr>
            <a:spLocks noGrp="1"/>
          </p:cNvSpPr>
          <p:nvPr>
            <p:ph type="dt" sz="half" idx="10"/>
          </p:nvPr>
        </p:nvSpPr>
        <p:spPr/>
        <p:txBody>
          <a:bodyPr rtlCol="0"/>
          <a:lstStyle>
            <a:lvl1pPr>
              <a:defRPr lang="zh-TW"/>
            </a:lvl1pPr>
          </a:lstStyle>
          <a:p>
            <a:pPr rtl="0"/>
            <a:fld id="{4E7E525B-45A8-4A78-90D6-7D1A82684CFB}" type="datetime1">
              <a:rPr lang="zh-TW" altLang="en-US" smtClean="0"/>
              <a:t>2026/1/8</a:t>
            </a:fld>
            <a:endParaRPr lang="zh-TW" dirty="0"/>
          </a:p>
        </p:txBody>
      </p:sp>
      <p:sp>
        <p:nvSpPr>
          <p:cNvPr id="6" name="頁尾版面配置區 5"/>
          <p:cNvSpPr>
            <a:spLocks noGrp="1"/>
          </p:cNvSpPr>
          <p:nvPr>
            <p:ph type="ftr" sz="quarter" idx="11"/>
          </p:nvPr>
        </p:nvSpPr>
        <p:spPr>
          <a:xfrm>
            <a:off x="1097279" y="6446838"/>
            <a:ext cx="6818262" cy="365125"/>
          </a:xfrm>
        </p:spPr>
        <p:txBody>
          <a:bodyPr rtlCol="0"/>
          <a:lstStyle>
            <a:defPPr>
              <a:defRPr lang="zh-TW"/>
            </a:defPPr>
          </a:lstStyle>
          <a:p>
            <a:pPr algn="l" rtl="0"/>
            <a:r>
              <a:rPr lang="zh-TW"/>
              <a:t>教授課程</a:t>
            </a:r>
          </a:p>
        </p:txBody>
      </p:sp>
      <p:sp>
        <p:nvSpPr>
          <p:cNvPr id="7" name="投影片編號版面配置區 6"/>
          <p:cNvSpPr>
            <a:spLocks noGrp="1"/>
          </p:cNvSpPr>
          <p:nvPr>
            <p:ph type="sldNum" sz="quarter" idx="12"/>
          </p:nvPr>
        </p:nvSpPr>
        <p:spPr/>
        <p:txBody>
          <a:bodyPr rtlCol="0"/>
          <a:lstStyle>
            <a:defPPr>
              <a:defRPr lang="zh-TW"/>
            </a:defPPr>
          </a:lstStyle>
          <a:p>
            <a:pPr rtl="0"/>
            <a:fld id="{3A98EE3D-8CD1-4C3F-BD1C-C98C9596463C}" type="slidenum">
              <a:rPr lang="zh-TW" smtClean="0"/>
              <a:t>‹#›</a:t>
            </a:fld>
            <a:endParaRPr lang="zh-TW" dirty="0"/>
          </a:p>
        </p:txBody>
      </p:sp>
    </p:spTree>
    <p:extLst>
      <p:ext uri="{BB962C8B-B14F-4D97-AF65-F5344CB8AC3E}">
        <p14:creationId xmlns:p14="http://schemas.microsoft.com/office/powerpoint/2010/main" val="2192319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版面配置區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defPPr>
              <a:defRPr lang="zh-TW"/>
            </a:defPPr>
          </a:lstStyle>
          <a:p>
            <a:pPr rtl="0"/>
            <a:r>
              <a:rPr lang="zh-TW"/>
              <a:t>按一下以編輯母片標題樣式</a:t>
            </a:r>
            <a:endParaRPr lang="zh-TW" dirty="0"/>
          </a:p>
        </p:txBody>
      </p:sp>
      <p:sp>
        <p:nvSpPr>
          <p:cNvPr id="3" name="文字預留位置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defPPr>
              <a:defRPr lang="zh-TW"/>
            </a:defPPr>
          </a:lstStyle>
          <a:p>
            <a:pPr lvl="0" rtl="0"/>
            <a:r>
              <a:rPr lang="zh-TW"/>
              <a:t>按一下以編輯母片文字樣式</a:t>
            </a:r>
          </a:p>
          <a:p>
            <a:pPr lvl="1" rtl="0"/>
            <a:r>
              <a:rPr lang="zh-TW"/>
              <a:t>第二層</a:t>
            </a:r>
          </a:p>
          <a:p>
            <a:pPr lvl="2" rtl="0"/>
            <a:r>
              <a:rPr lang="zh-TW"/>
              <a:t>第三層</a:t>
            </a:r>
          </a:p>
          <a:p>
            <a:pPr lvl="3" rtl="0"/>
            <a:r>
              <a:rPr lang="zh-TW"/>
              <a:t>第四層</a:t>
            </a:r>
          </a:p>
          <a:p>
            <a:pPr lvl="4" rtl="0"/>
            <a:r>
              <a:rPr lang="zh-TW"/>
              <a:t>第五層</a:t>
            </a:r>
            <a:endParaRPr lang="zh-TW" dirty="0"/>
          </a:p>
        </p:txBody>
      </p:sp>
      <p:sp>
        <p:nvSpPr>
          <p:cNvPr id="4" name="日期版面配置區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lang="zh-TW" sz="900">
                <a:solidFill>
                  <a:srgbClr val="FFFFFF"/>
                </a:solidFill>
              </a:defRPr>
            </a:lvl1pPr>
          </a:lstStyle>
          <a:p>
            <a:pPr rtl="0"/>
            <a:fld id="{C6CADDFD-CCEF-45B3-BE99-99ABB47E1A75}" type="datetime1">
              <a:rPr lang="zh-TW" altLang="en-US" smtClean="0"/>
              <a:t>2026/1/8</a:t>
            </a:fld>
            <a:endParaRPr lang="zh-TW" dirty="0"/>
          </a:p>
        </p:txBody>
      </p:sp>
      <p:sp>
        <p:nvSpPr>
          <p:cNvPr id="5" name="頁尾版面配置區 4"/>
          <p:cNvSpPr>
            <a:spLocks noGrp="1"/>
          </p:cNvSpPr>
          <p:nvPr>
            <p:ph type="ftr" sz="quarter" idx="3"/>
          </p:nvPr>
        </p:nvSpPr>
        <p:spPr>
          <a:xfrm>
            <a:off x="643051" y="6446838"/>
            <a:ext cx="6818262" cy="365125"/>
          </a:xfrm>
          <a:prstGeom prst="rect">
            <a:avLst/>
          </a:prstGeom>
        </p:spPr>
        <p:txBody>
          <a:bodyPr vert="horz" lIns="91440" tIns="45720" rIns="91440" bIns="45720" rtlCol="0" anchor="ctr"/>
          <a:lstStyle>
            <a:lvl1pPr algn="l">
              <a:defRPr lang="zh-TW" sz="900" cap="all" baseline="0">
                <a:solidFill>
                  <a:schemeClr val="accent1">
                    <a:lumMod val="40000"/>
                    <a:lumOff val="60000"/>
                  </a:schemeClr>
                </a:solidFill>
              </a:defRPr>
            </a:lvl1pPr>
          </a:lstStyle>
          <a:p>
            <a:pPr rtl="0"/>
            <a:r>
              <a:rPr lang="zh-TW"/>
              <a:t>教授課程</a:t>
            </a:r>
          </a:p>
        </p:txBody>
      </p:sp>
      <p:sp>
        <p:nvSpPr>
          <p:cNvPr id="6" name="投影片編號版面配置區 5"/>
          <p:cNvSpPr>
            <a:spLocks noGrp="1"/>
          </p:cNvSpPr>
          <p:nvPr>
            <p:ph type="sldNum" sz="quarter" idx="4"/>
          </p:nvPr>
        </p:nvSpPr>
        <p:spPr>
          <a:xfrm>
            <a:off x="10930596" y="6446838"/>
            <a:ext cx="617912" cy="365125"/>
          </a:xfrm>
          <a:prstGeom prst="rect">
            <a:avLst/>
          </a:prstGeom>
        </p:spPr>
        <p:txBody>
          <a:bodyPr vert="horz" lIns="91440" tIns="45720" rIns="91440" bIns="45720" rtlCol="0" anchor="ctr"/>
          <a:lstStyle>
            <a:lvl1pPr algn="r">
              <a:defRPr lang="zh-TW" sz="1050">
                <a:solidFill>
                  <a:srgbClr val="FFFFFF"/>
                </a:solidFill>
              </a:defRPr>
            </a:lvl1pPr>
          </a:lstStyle>
          <a:p>
            <a:pPr rtl="0"/>
            <a:fld id="{3A98EE3D-8CD1-4C3F-BD1C-C98C9596463C}" type="slidenum">
              <a:rPr lang="zh-TW" smtClean="0"/>
              <a:pPr/>
              <a:t>‹#›</a:t>
            </a:fld>
            <a:endParaRPr lang="zh-TW" dirty="0"/>
          </a:p>
        </p:txBody>
      </p:sp>
      <p:cxnSp>
        <p:nvCxnSpPr>
          <p:cNvPr id="10" name="直線接點​​(S)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232827"/>
      </p:ext>
    </p:extLst>
  </p:cSld>
  <p:clrMap bg1="lt1" tx1="dk1" bg2="lt2" tx2="dk2" accent1="accent1" accent2="accent2" accent3="accent3" accent4="accent4" accent5="accent5" accent6="accent6" hlink="hlink" folHlink="folHlink"/>
  <p:sldLayoutIdLst>
    <p:sldLayoutId id="2147483714" r:id="rId1"/>
    <p:sldLayoutId id="2147483734" r:id="rId2"/>
    <p:sldLayoutId id="2147483728" r:id="rId3"/>
    <p:sldLayoutId id="2147483740" r:id="rId4"/>
    <p:sldLayoutId id="2147483741" r:id="rId5"/>
    <p:sldLayoutId id="2147483735" r:id="rId6"/>
    <p:sldLayoutId id="2147483738" r:id="rId7"/>
    <p:sldLayoutId id="2147483730" r:id="rId8"/>
    <p:sldLayoutId id="2147483731" r:id="rId9"/>
    <p:sldLayoutId id="2147483732" r:id="rId10"/>
    <p:sldLayoutId id="2147483736" r:id="rId11"/>
    <p:sldLayoutId id="2147483737" r:id="rId12"/>
    <p:sldLayoutId id="2147483733" r:id="rId13"/>
  </p:sldLayoutIdLst>
  <p:hf hdr="0" dt="0"/>
  <p:txStyles>
    <p:titleStyle>
      <a:lvl1pPr algn="l" defTabSz="914400" rtl="0" eaLnBrk="1" latinLnBrk="0" hangingPunct="1">
        <a:lnSpc>
          <a:spcPct val="90000"/>
        </a:lnSpc>
        <a:spcBef>
          <a:spcPct val="0"/>
        </a:spcBef>
        <a:buNone/>
        <a:defRPr lang="zh-TW" sz="3600" kern="1200" spc="-50" baseline="0">
          <a:solidFill>
            <a:schemeClr val="tx1">
              <a:lumMod val="75000"/>
              <a:lumOff val="25000"/>
            </a:schemeClr>
          </a:solidFill>
          <a:latin typeface="+mj-ea"/>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lang="zh-TW" sz="2000" kern="1200">
          <a:solidFill>
            <a:schemeClr val="tx1">
              <a:lumMod val="75000"/>
              <a:lumOff val="25000"/>
            </a:schemeClr>
          </a:solidFill>
          <a:latin typeface="+mn-ea"/>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lang="zh-TW" sz="1800" kern="1200">
          <a:solidFill>
            <a:schemeClr val="tx1">
              <a:lumMod val="75000"/>
              <a:lumOff val="25000"/>
            </a:schemeClr>
          </a:solidFill>
          <a:latin typeface="+mn-ea"/>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lang="zh-TW" sz="1400" kern="1200">
          <a:solidFill>
            <a:schemeClr val="tx1">
              <a:lumMod val="75000"/>
              <a:lumOff val="25000"/>
            </a:schemeClr>
          </a:solidFill>
          <a:latin typeface="+mn-ea"/>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lang="zh-TW" sz="1400" kern="1200">
          <a:solidFill>
            <a:schemeClr val="tx1">
              <a:lumMod val="75000"/>
              <a:lumOff val="25000"/>
            </a:schemeClr>
          </a:solidFill>
          <a:latin typeface="+mn-ea"/>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lang="zh-TW" sz="1400" kern="1200">
          <a:solidFill>
            <a:schemeClr val="tx1">
              <a:lumMod val="75000"/>
              <a:lumOff val="25000"/>
            </a:schemeClr>
          </a:solidFill>
          <a:latin typeface="+mn-ea"/>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zh-TW" sz="1400" kern="1200">
          <a:solidFill>
            <a:schemeClr val="tx1">
              <a:lumMod val="75000"/>
              <a:lumOff val="25000"/>
            </a:schemeClr>
          </a:solidFill>
          <a:latin typeface="+mn-ea"/>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zh-TW" sz="1400" kern="1200">
          <a:solidFill>
            <a:schemeClr val="tx1">
              <a:lumMod val="75000"/>
              <a:lumOff val="25000"/>
            </a:schemeClr>
          </a:solidFill>
          <a:latin typeface="+mn-ea"/>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zh-TW" sz="1400" kern="1200">
          <a:solidFill>
            <a:schemeClr val="tx1">
              <a:lumMod val="75000"/>
              <a:lumOff val="25000"/>
            </a:schemeClr>
          </a:solidFill>
          <a:latin typeface="+mn-ea"/>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lang="zh-TW" sz="1400" kern="1200">
          <a:solidFill>
            <a:schemeClr val="tx1">
              <a:lumMod val="75000"/>
              <a:lumOff val="25000"/>
            </a:schemeClr>
          </a:solidFill>
          <a:latin typeface="+mn-ea"/>
          <a:ea typeface="+mn-ea"/>
          <a:cs typeface="+mn-cs"/>
        </a:defRPr>
      </a:lvl9pPr>
    </p:bodyStyle>
    <p:otherStyle>
      <a:defPPr>
        <a:defRPr lang="zh-TW"/>
      </a:defPPr>
      <a:lvl1pPr marL="0" algn="l" defTabSz="914400" rtl="0" eaLnBrk="1" latinLnBrk="0" hangingPunct="1">
        <a:defRPr lang="zh-TW" sz="1800" kern="1200">
          <a:solidFill>
            <a:schemeClr val="tx1"/>
          </a:solidFill>
          <a:latin typeface="+mn-ea"/>
          <a:ea typeface="+mn-ea"/>
          <a:cs typeface="+mn-cs"/>
        </a:defRPr>
      </a:lvl1pPr>
      <a:lvl2pPr marL="457200" algn="l" defTabSz="914400" rtl="0" eaLnBrk="1" latinLnBrk="0" hangingPunct="1">
        <a:defRPr lang="zh-TW" sz="1800" kern="1200">
          <a:solidFill>
            <a:schemeClr val="tx1"/>
          </a:solidFill>
          <a:latin typeface="+mn-ea"/>
          <a:ea typeface="+mn-ea"/>
          <a:cs typeface="+mn-cs"/>
        </a:defRPr>
      </a:lvl2pPr>
      <a:lvl3pPr marL="914400" algn="l" defTabSz="914400" rtl="0" eaLnBrk="1" latinLnBrk="0" hangingPunct="1">
        <a:defRPr lang="zh-TW" sz="1800" kern="1200">
          <a:solidFill>
            <a:schemeClr val="tx1"/>
          </a:solidFill>
          <a:latin typeface="+mn-ea"/>
          <a:ea typeface="+mn-ea"/>
          <a:cs typeface="+mn-cs"/>
        </a:defRPr>
      </a:lvl3pPr>
      <a:lvl4pPr marL="1371600" algn="l" defTabSz="914400" rtl="0" eaLnBrk="1" latinLnBrk="0" hangingPunct="1">
        <a:defRPr lang="zh-TW" sz="1800" kern="1200">
          <a:solidFill>
            <a:schemeClr val="tx1"/>
          </a:solidFill>
          <a:latin typeface="+mn-ea"/>
          <a:ea typeface="+mn-ea"/>
          <a:cs typeface="+mn-cs"/>
        </a:defRPr>
      </a:lvl4pPr>
      <a:lvl5pPr marL="1828800" algn="l" defTabSz="914400" rtl="0" eaLnBrk="1" latinLnBrk="0" hangingPunct="1">
        <a:defRPr lang="zh-TW" sz="1800" kern="1200">
          <a:solidFill>
            <a:schemeClr val="tx1"/>
          </a:solidFill>
          <a:latin typeface="+mn-ea"/>
          <a:ea typeface="+mn-ea"/>
          <a:cs typeface="+mn-cs"/>
        </a:defRPr>
      </a:lvl5pPr>
      <a:lvl6pPr marL="2286000" algn="l" defTabSz="914400" rtl="0" eaLnBrk="1" latinLnBrk="0" hangingPunct="1">
        <a:defRPr lang="zh-TW" sz="1800" kern="1200">
          <a:solidFill>
            <a:schemeClr val="tx1"/>
          </a:solidFill>
          <a:latin typeface="+mn-ea"/>
          <a:ea typeface="+mn-ea"/>
          <a:cs typeface="+mn-cs"/>
        </a:defRPr>
      </a:lvl6pPr>
      <a:lvl7pPr marL="2743200" algn="l" defTabSz="914400" rtl="0" eaLnBrk="1" latinLnBrk="0" hangingPunct="1">
        <a:defRPr lang="zh-TW" sz="1800" kern="1200">
          <a:solidFill>
            <a:schemeClr val="tx1"/>
          </a:solidFill>
          <a:latin typeface="+mn-ea"/>
          <a:ea typeface="+mn-ea"/>
          <a:cs typeface="+mn-cs"/>
        </a:defRPr>
      </a:lvl7pPr>
      <a:lvl8pPr marL="3200400" algn="l" defTabSz="914400" rtl="0" eaLnBrk="1" latinLnBrk="0" hangingPunct="1">
        <a:defRPr lang="zh-TW" sz="1800" kern="1200">
          <a:solidFill>
            <a:schemeClr val="tx1"/>
          </a:solidFill>
          <a:latin typeface="+mn-ea"/>
          <a:ea typeface="+mn-ea"/>
          <a:cs typeface="+mn-cs"/>
        </a:defRPr>
      </a:lvl8pPr>
      <a:lvl9pPr marL="3657600" algn="l" defTabSz="914400" rtl="0" eaLnBrk="1" latinLnBrk="0" hangingPunct="1">
        <a:defRPr lang="zh-TW" sz="1800" kern="1200">
          <a:solidFill>
            <a:schemeClr val="tx1"/>
          </a:solidFill>
          <a:latin typeface="+mn-ea"/>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3.jpg"/></Relationships>
</file>

<file path=ppt/slides/_rels/slide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6.jp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30.jpg"/></Relationships>
</file>

<file path=ppt/slides/_rels/slide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2.jpg"/><Relationship Id="rId7" Type="http://schemas.openxmlformats.org/officeDocument/2006/relationships/diagramColors" Target="../diagrams/colors5.xml"/><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矩形 17">
            <a:extLst>
              <a:ext uri="{FF2B5EF4-FFF2-40B4-BE49-F238E27FC236}">
                <a16:creationId xmlns:a16="http://schemas.microsoft.com/office/drawing/2014/main" id="{0B4FB531-34DA-4777-9BD5-5B885DC3819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white">
          <a:xfrm>
            <a:off x="1507" y="4915076"/>
            <a:ext cx="12188952" cy="1942924"/>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a:extLst>
              <a:ext uri="{FF2B5EF4-FFF2-40B4-BE49-F238E27FC236}">
                <a16:creationId xmlns:a16="http://schemas.microsoft.com/office/drawing/2014/main" id="{AB512D56-3115-4658-A559-1918ADBF37B8}"/>
              </a:ext>
            </a:extLst>
          </p:cNvPr>
          <p:cNvSpPr>
            <a:spLocks noGrp="1"/>
          </p:cNvSpPr>
          <p:nvPr>
            <p:ph type="ctrTitle"/>
          </p:nvPr>
        </p:nvSpPr>
        <p:spPr>
          <a:xfrm>
            <a:off x="828675" y="5120639"/>
            <a:ext cx="7137263" cy="1280161"/>
          </a:xfrm>
        </p:spPr>
        <p:txBody>
          <a:bodyPr rtlCol="0" anchor="ctr">
            <a:normAutofit/>
          </a:bodyPr>
          <a:lstStyle>
            <a:defPPr>
              <a:defRPr lang="zh-TW"/>
            </a:defPPr>
          </a:lstStyle>
          <a:p>
            <a:pPr algn="r" rtl="0"/>
            <a:r>
              <a:rPr lang="zh-TW" sz="4800" dirty="0">
                <a:solidFill>
                  <a:srgbClr val="FFFFFF"/>
                </a:solidFill>
              </a:rPr>
              <a:t>教授課程</a:t>
            </a:r>
          </a:p>
        </p:txBody>
      </p:sp>
      <p:cxnSp>
        <p:nvCxnSpPr>
          <p:cNvPr id="25" name="直線接點​​(S) 19">
            <a:extLst>
              <a:ext uri="{FF2B5EF4-FFF2-40B4-BE49-F238E27FC236}">
                <a16:creationId xmlns:a16="http://schemas.microsoft.com/office/drawing/2014/main" id="{D5B557D3-D7B4-404B-84A1-9BD182BE5B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532813" y="5760720"/>
            <a:ext cx="11887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副標題 2">
            <a:extLst>
              <a:ext uri="{FF2B5EF4-FFF2-40B4-BE49-F238E27FC236}">
                <a16:creationId xmlns:a16="http://schemas.microsoft.com/office/drawing/2014/main" id="{9548BE92-E817-4C9A-B197-64FAE3ED7D63}"/>
              </a:ext>
            </a:extLst>
          </p:cNvPr>
          <p:cNvSpPr>
            <a:spLocks noGrp="1"/>
          </p:cNvSpPr>
          <p:nvPr>
            <p:ph type="subTitle" idx="1"/>
          </p:nvPr>
        </p:nvSpPr>
        <p:spPr>
          <a:xfrm>
            <a:off x="8289581" y="5166359"/>
            <a:ext cx="2575644" cy="1188721"/>
          </a:xfrm>
        </p:spPr>
        <p:txBody>
          <a:bodyPr rtlCol="0" anchor="ctr">
            <a:normAutofit/>
          </a:bodyPr>
          <a:lstStyle>
            <a:defPPr>
              <a:defRPr lang="zh-TW"/>
            </a:defPPr>
          </a:lstStyle>
          <a:p>
            <a:pPr rtl="0"/>
            <a:r>
              <a:rPr lang="zh-TW" sz="1500" dirty="0"/>
              <a:t>簡報副標題</a:t>
            </a:r>
          </a:p>
        </p:txBody>
      </p:sp>
      <p:pic>
        <p:nvPicPr>
          <p:cNvPr id="4" name="圖片 3" descr="實驗室中的兩名女工程師">
            <a:extLst>
              <a:ext uri="{FF2B5EF4-FFF2-40B4-BE49-F238E27FC236}">
                <a16:creationId xmlns:a16="http://schemas.microsoft.com/office/drawing/2014/main" id="{801D26BD-C777-4D54-BB49-2E97776B30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 y="87"/>
            <a:ext cx="12192031" cy="4914912"/>
          </a:xfrm>
          <a:prstGeom prst="rect">
            <a:avLst/>
          </a:prstGeom>
        </p:spPr>
      </p:pic>
    </p:spTree>
    <p:extLst>
      <p:ext uri="{BB962C8B-B14F-4D97-AF65-F5344CB8AC3E}">
        <p14:creationId xmlns:p14="http://schemas.microsoft.com/office/powerpoint/2010/main" val="334068584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圖片版面配置區 16" descr="正在使用電腦的人">
            <a:extLst>
              <a:ext uri="{FF2B5EF4-FFF2-40B4-BE49-F238E27FC236}">
                <a16:creationId xmlns:a16="http://schemas.microsoft.com/office/drawing/2014/main" id="{1FE05F69-81FE-41EC-874F-C9DA7048A589}"/>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15" name="標題 14">
            <a:extLst>
              <a:ext uri="{FF2B5EF4-FFF2-40B4-BE49-F238E27FC236}">
                <a16:creationId xmlns:a16="http://schemas.microsoft.com/office/drawing/2014/main" id="{66F458A5-2AF5-4290-8A07-8B68C223F81D}"/>
              </a:ext>
            </a:extLst>
          </p:cNvPr>
          <p:cNvSpPr>
            <a:spLocks noGrp="1"/>
          </p:cNvSpPr>
          <p:nvPr>
            <p:ph type="title"/>
          </p:nvPr>
        </p:nvSpPr>
        <p:spPr/>
        <p:txBody>
          <a:bodyPr rtlCol="0"/>
          <a:lstStyle>
            <a:defPPr>
              <a:defRPr lang="zh-TW"/>
            </a:defPPr>
          </a:lstStyle>
          <a:p>
            <a:pPr rtl="0"/>
            <a:r>
              <a:rPr lang="zh-TW"/>
              <a:t>課程大綱​​</a:t>
            </a:r>
            <a:endParaRPr lang="zh-TW" dirty="0"/>
          </a:p>
        </p:txBody>
      </p:sp>
      <p:graphicFrame>
        <p:nvGraphicFramePr>
          <p:cNvPr id="10" name="內容版面配置區 2" descr="Smart Art 物件">
            <a:extLst>
              <a:ext uri="{FF2B5EF4-FFF2-40B4-BE49-F238E27FC236}">
                <a16:creationId xmlns:a16="http://schemas.microsoft.com/office/drawing/2014/main" id="{00E51AD9-52AC-49A5-BF0E-64F1B769CE85}"/>
              </a:ext>
            </a:extLst>
          </p:cNvPr>
          <p:cNvGraphicFramePr>
            <a:graphicFrameLocks noGrp="1"/>
          </p:cNvGraphicFramePr>
          <p:nvPr>
            <p:ph sz="half" idx="1"/>
            <p:extLst>
              <p:ext uri="{D42A27DB-BD31-4B8C-83A1-F6EECF244321}">
                <p14:modId xmlns:p14="http://schemas.microsoft.com/office/powerpoint/2010/main" val="100794934"/>
              </p:ext>
            </p:extLst>
          </p:nvPr>
        </p:nvGraphicFramePr>
        <p:xfrm>
          <a:off x="744538" y="1985990"/>
          <a:ext cx="4954587" cy="37480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內容版面配置區 5" descr="使用膝上型電腦的女人">
            <a:extLst>
              <a:ext uri="{FF2B5EF4-FFF2-40B4-BE49-F238E27FC236}">
                <a16:creationId xmlns:a16="http://schemas.microsoft.com/office/drawing/2014/main" id="{BF79C0FC-6A53-48FD-A2FB-DC1F7E6C6B69}"/>
              </a:ext>
            </a:extLst>
          </p:cNvPr>
          <p:cNvPicPr>
            <a:picLocks noGrp="1" noChangeAspect="1"/>
          </p:cNvPicPr>
          <p:nvPr>
            <p:ph sz="half" idx="2"/>
          </p:nvPr>
        </p:nvPicPr>
        <p:blipFill>
          <a:blip r:embed="rId9">
            <a:extLst>
              <a:ext uri="{28A0092B-C50C-407E-A947-70E740481C1C}">
                <a14:useLocalDpi xmlns:a14="http://schemas.microsoft.com/office/drawing/2010/main" val="0"/>
              </a:ext>
            </a:extLst>
          </a:blip>
          <a:srcRect/>
          <a:stretch/>
        </p:blipFill>
        <p:spPr>
          <a:xfrm>
            <a:off x="6096000" y="1986706"/>
            <a:ext cx="5357813" cy="3746655"/>
          </a:xfrm>
        </p:spPr>
      </p:pic>
      <p:sp>
        <p:nvSpPr>
          <p:cNvPr id="3" name="頁尾版面配置區 2">
            <a:extLst>
              <a:ext uri="{FF2B5EF4-FFF2-40B4-BE49-F238E27FC236}">
                <a16:creationId xmlns:a16="http://schemas.microsoft.com/office/drawing/2014/main" id="{4EF15B35-3E87-AB47-A668-38DD000ADF27}"/>
              </a:ext>
            </a:extLst>
          </p:cNvPr>
          <p:cNvSpPr>
            <a:spLocks noGrp="1"/>
          </p:cNvSpPr>
          <p:nvPr>
            <p:ph type="ftr" sz="quarter" idx="11"/>
          </p:nvPr>
        </p:nvSpPr>
        <p:spPr/>
        <p:txBody>
          <a:bodyPr rtlCol="0"/>
          <a:lstStyle>
            <a:defPPr>
              <a:defRPr lang="zh-TW"/>
            </a:defPPr>
          </a:lstStyle>
          <a:p>
            <a:pPr rtl="0"/>
            <a:r>
              <a:rPr lang="zh-TW"/>
              <a:t>教授課程</a:t>
            </a:r>
          </a:p>
        </p:txBody>
      </p:sp>
      <p:sp>
        <p:nvSpPr>
          <p:cNvPr id="18" name="投影片編號版面配置區 17">
            <a:extLst>
              <a:ext uri="{FF2B5EF4-FFF2-40B4-BE49-F238E27FC236}">
                <a16:creationId xmlns:a16="http://schemas.microsoft.com/office/drawing/2014/main" id="{41B78239-2280-4550-A468-F95E90299A5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pPr/>
              <a:t>2</a:t>
            </a:fld>
            <a:endParaRPr lang="zh-TW" dirty="0"/>
          </a:p>
        </p:txBody>
      </p:sp>
    </p:spTree>
    <p:extLst>
      <p:ext uri="{BB962C8B-B14F-4D97-AF65-F5344CB8AC3E}">
        <p14:creationId xmlns:p14="http://schemas.microsoft.com/office/powerpoint/2010/main" val="359849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標題 1">
            <a:extLst>
              <a:ext uri="{FF2B5EF4-FFF2-40B4-BE49-F238E27FC236}">
                <a16:creationId xmlns:a16="http://schemas.microsoft.com/office/drawing/2014/main" id="{87071E00-ABE1-44FD-92BD-2769C2C9C727}"/>
              </a:ext>
            </a:extLst>
          </p:cNvPr>
          <p:cNvSpPr>
            <a:spLocks noGrp="1"/>
          </p:cNvSpPr>
          <p:nvPr>
            <p:ph type="title"/>
          </p:nvPr>
        </p:nvSpPr>
        <p:spPr>
          <a:xfrm>
            <a:off x="598202" y="516835"/>
            <a:ext cx="3448259" cy="1666501"/>
          </a:xfrm>
        </p:spPr>
        <p:txBody>
          <a:bodyPr vert="horz" lIns="91440" tIns="45720" rIns="91440" bIns="45720" rtlCol="0" anchor="b">
            <a:normAutofit/>
          </a:bodyPr>
          <a:lstStyle>
            <a:defPPr>
              <a:defRPr lang="zh-TW"/>
            </a:defPPr>
          </a:lstStyle>
          <a:p>
            <a:pPr rtl="0"/>
            <a:r>
              <a:rPr lang="zh-TW" sz="4000">
                <a:solidFill>
                  <a:srgbClr val="FFFFFF"/>
                </a:solidFill>
              </a:rPr>
              <a:t>第一課</a:t>
            </a:r>
          </a:p>
        </p:txBody>
      </p:sp>
      <p:cxnSp>
        <p:nvCxnSpPr>
          <p:cNvPr id="28" name="直線接點​​(S) 27">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內容版面配置區 2">
            <a:extLst>
              <a:ext uri="{FF2B5EF4-FFF2-40B4-BE49-F238E27FC236}">
                <a16:creationId xmlns:a16="http://schemas.microsoft.com/office/drawing/2014/main" id="{6A7BD30D-629F-49D4-AE04-2D99B365E4B8}"/>
              </a:ext>
            </a:extLst>
          </p:cNvPr>
          <p:cNvSpPr>
            <a:spLocks noGrp="1"/>
          </p:cNvSpPr>
          <p:nvPr>
            <p:ph sz="half" idx="1"/>
          </p:nvPr>
        </p:nvSpPr>
        <p:spPr>
          <a:xfrm>
            <a:off x="505657" y="2604280"/>
            <a:ext cx="3448259" cy="3342747"/>
          </a:xfrm>
        </p:spPr>
        <p:txBody>
          <a:bodyPr vert="horz" lIns="0" tIns="45720" rIns="0" bIns="45720" rtlCol="0">
            <a:normAutofit/>
          </a:bodyPr>
          <a:lstStyle>
            <a:defPPr>
              <a:defRPr lang="zh-TW"/>
            </a:defPPr>
          </a:lstStyle>
          <a:p>
            <a:pPr marL="216000" indent="0" rtl="0">
              <a:spcAft>
                <a:spcPts val="0"/>
              </a:spcAft>
              <a:buFont typeface="Calibri" panose="020F0502020204030204" pitchFamily="34" charset="0"/>
              <a:buNone/>
            </a:pPr>
            <a:r>
              <a:rPr lang="zh-TW" sz="1800">
                <a:solidFill>
                  <a:schemeClr val="accent1">
                    <a:lumMod val="40000"/>
                    <a:lumOff val="60000"/>
                  </a:schemeClr>
                </a:solidFill>
              </a:rPr>
              <a:t>我們將介紹這些技能：</a:t>
            </a:r>
          </a:p>
          <a:p>
            <a:pPr marL="404813" indent="-215900" rtl="0">
              <a:spcBef>
                <a:spcPts val="600"/>
              </a:spcBef>
              <a:spcAft>
                <a:spcPts val="0"/>
              </a:spcAft>
              <a:buFont typeface="Wingdings" panose="05000000000000000000" pitchFamily="2" charset="2"/>
              <a:buChar char="§"/>
            </a:pPr>
            <a:r>
              <a:rPr lang="zh-TW">
                <a:solidFill>
                  <a:srgbClr val="FFFFFF"/>
                </a:solidFill>
              </a:rPr>
              <a:t>第一個技能</a:t>
            </a:r>
          </a:p>
          <a:p>
            <a:pPr marL="404813" indent="-215900" rtl="0">
              <a:spcBef>
                <a:spcPts val="600"/>
              </a:spcBef>
              <a:spcAft>
                <a:spcPts val="0"/>
              </a:spcAft>
              <a:buFont typeface="Wingdings" panose="05000000000000000000" pitchFamily="2" charset="2"/>
              <a:buChar char="§"/>
            </a:pPr>
            <a:r>
              <a:rPr lang="zh-TW">
                <a:solidFill>
                  <a:srgbClr val="FFFFFF"/>
                </a:solidFill>
              </a:rPr>
              <a:t>第二個技能</a:t>
            </a:r>
          </a:p>
          <a:p>
            <a:pPr marL="404813" indent="-215900" rtl="0">
              <a:spcBef>
                <a:spcPts val="600"/>
              </a:spcBef>
              <a:spcAft>
                <a:spcPts val="0"/>
              </a:spcAft>
              <a:buFont typeface="Wingdings" panose="05000000000000000000" pitchFamily="2" charset="2"/>
              <a:buChar char="§"/>
            </a:pPr>
            <a:r>
              <a:rPr lang="zh-TW">
                <a:solidFill>
                  <a:srgbClr val="FFFFFF"/>
                </a:solidFill>
              </a:rPr>
              <a:t>第三個技能</a:t>
            </a:r>
          </a:p>
        </p:txBody>
      </p:sp>
      <p:sp>
        <p:nvSpPr>
          <p:cNvPr id="4" name="頁尾版面配置區 3">
            <a:extLst>
              <a:ext uri="{FF2B5EF4-FFF2-40B4-BE49-F238E27FC236}">
                <a16:creationId xmlns:a16="http://schemas.microsoft.com/office/drawing/2014/main" id="{94E186FA-5C4C-4ED3-90C4-8DB38BD9C85F}"/>
              </a:ext>
            </a:extLst>
          </p:cNvPr>
          <p:cNvSpPr>
            <a:spLocks noGrp="1"/>
          </p:cNvSpPr>
          <p:nvPr>
            <p:ph type="ftr" sz="quarter" idx="11"/>
          </p:nvPr>
        </p:nvSpPr>
        <p:spPr/>
        <p:txBody>
          <a:bodyPr rtlCol="0"/>
          <a:lstStyle>
            <a:defPPr>
              <a:defRPr lang="zh-TW"/>
            </a:defPPr>
          </a:lstStyle>
          <a:p>
            <a:pPr rtl="0"/>
            <a:r>
              <a:rPr lang="zh-TW"/>
              <a:t>教授課程</a:t>
            </a:r>
          </a:p>
        </p:txBody>
      </p:sp>
      <p:pic>
        <p:nvPicPr>
          <p:cNvPr id="6" name="內容版面配置區 5" descr="顯示一些代碼的膝上型電腦螢幕">
            <a:extLst>
              <a:ext uri="{FF2B5EF4-FFF2-40B4-BE49-F238E27FC236}">
                <a16:creationId xmlns:a16="http://schemas.microsoft.com/office/drawing/2014/main" id="{BF79C0FC-6A53-48FD-A2FB-DC1F7E6C6B6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4656015" y="10"/>
            <a:ext cx="7534264" cy="6857990"/>
          </a:xfrm>
          <a:prstGeom prst="rect">
            <a:avLst/>
          </a:prstGeom>
        </p:spPr>
      </p:pic>
      <p:sp>
        <p:nvSpPr>
          <p:cNvPr id="5" name="投影片編號版面配置區 4">
            <a:extLst>
              <a:ext uri="{FF2B5EF4-FFF2-40B4-BE49-F238E27FC236}">
                <a16:creationId xmlns:a16="http://schemas.microsoft.com/office/drawing/2014/main" id="{486B821F-B541-46B1-BC2A-76D9C1FC48EB}"/>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3</a:t>
            </a:fld>
            <a:endParaRPr lang="zh-TW" dirty="0"/>
          </a:p>
        </p:txBody>
      </p:sp>
    </p:spTree>
    <p:extLst>
      <p:ext uri="{BB962C8B-B14F-4D97-AF65-F5344CB8AC3E}">
        <p14:creationId xmlns:p14="http://schemas.microsoft.com/office/powerpoint/2010/main" val="330971913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版面配置區 15" descr="男人在膝上型電腦上顯示東西">
            <a:extLst>
              <a:ext uri="{FF2B5EF4-FFF2-40B4-BE49-F238E27FC236}">
                <a16:creationId xmlns:a16="http://schemas.microsoft.com/office/drawing/2014/main" id="{22FB2237-B866-4C19-BF30-A9BFA8E15C02}"/>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5" name="標題 4">
            <a:extLst>
              <a:ext uri="{FF2B5EF4-FFF2-40B4-BE49-F238E27FC236}">
                <a16:creationId xmlns:a16="http://schemas.microsoft.com/office/drawing/2014/main" id="{8AD2E63C-40F7-4CF4-BE57-F002221AABF4}"/>
              </a:ext>
            </a:extLst>
          </p:cNvPr>
          <p:cNvSpPr>
            <a:spLocks noGrp="1"/>
          </p:cNvSpPr>
          <p:nvPr>
            <p:ph type="title"/>
          </p:nvPr>
        </p:nvSpPr>
        <p:spPr/>
        <p:txBody>
          <a:bodyPr rtlCol="0"/>
          <a:lstStyle>
            <a:defPPr>
              <a:defRPr lang="zh-TW"/>
            </a:defPPr>
          </a:lstStyle>
          <a:p>
            <a:pPr rtl="0"/>
            <a:r>
              <a:rPr lang="zh-TW"/>
              <a:t>第一個技能</a:t>
            </a:r>
            <a:endParaRPr lang="zh-TW" dirty="0"/>
          </a:p>
        </p:txBody>
      </p:sp>
      <p:sp>
        <p:nvSpPr>
          <p:cNvPr id="6" name="內容版面配置區 5">
            <a:extLst>
              <a:ext uri="{FF2B5EF4-FFF2-40B4-BE49-F238E27FC236}">
                <a16:creationId xmlns:a16="http://schemas.microsoft.com/office/drawing/2014/main" id="{F3317B3A-F74B-4C4D-837E-EF535894307C}"/>
              </a:ext>
            </a:extLst>
          </p:cNvPr>
          <p:cNvSpPr>
            <a:spLocks noGrp="1"/>
          </p:cNvSpPr>
          <p:nvPr>
            <p:ph sz="half" idx="1"/>
          </p:nvPr>
        </p:nvSpPr>
        <p:spPr>
          <a:xfrm>
            <a:off x="514715" y="1812758"/>
            <a:ext cx="10905457" cy="2759241"/>
          </a:xfrm>
        </p:spPr>
        <p:txBody>
          <a:bodyPr numCol="2" spcCol="540000" rtlCol="0"/>
          <a:lstStyle>
            <a:defPPr>
              <a:defRPr lang="zh-TW"/>
            </a:defPPr>
          </a:lstStyle>
          <a:p>
            <a:pPr marL="171450" indent="-171450" rtl="0">
              <a:spcBef>
                <a:spcPts val="1800"/>
              </a:spcBef>
              <a:spcAft>
                <a:spcPts val="0"/>
              </a:spcAft>
              <a:buFont typeface="Wingdings" panose="05000000000000000000" pitchFamily="2" charset="2"/>
              <a:buChar char="§"/>
            </a:pPr>
            <a:r>
              <a:rPr lang="zh-TW" sz="1600" dirty="0"/>
              <a:t>Lorem ipsum dolor sit amet, consectetuer adipiscing elit.Maecenas porttitor congue massa.Fusce posuere, magna sed pulvinar ultricies, purus lectus malesuada libero, sit amet commodo magna eros quis urna.</a:t>
            </a:r>
          </a:p>
          <a:p>
            <a:pPr marL="171450" indent="-171450" rtl="0">
              <a:spcBef>
                <a:spcPts val="1800"/>
              </a:spcBef>
              <a:spcAft>
                <a:spcPts val="0"/>
              </a:spcAft>
              <a:buFont typeface="Wingdings" panose="05000000000000000000" pitchFamily="2" charset="2"/>
              <a:buChar char="§"/>
            </a:pPr>
            <a:r>
              <a:rPr lang="zh-TW" sz="1600" dirty="0"/>
              <a:t>Nunc viverra imperdiet enim.Fusce est.Vivamus a tellus.Sed ut perspiciatis unde omnis iste natus error sit voluptatem accusantium doloremque laudantium, totam rem aperiam, eaque ipsa quae ab illo inventore veritatis et quasi architecto beatae vitae dicta sunt explicabo.</a:t>
            </a:r>
          </a:p>
          <a:p>
            <a:pPr marL="171450" indent="-171450" rtl="0">
              <a:spcBef>
                <a:spcPts val="1800"/>
              </a:spcBef>
              <a:spcAft>
                <a:spcPts val="0"/>
              </a:spcAft>
              <a:buFont typeface="Wingdings" panose="05000000000000000000" pitchFamily="2" charset="2"/>
              <a:buChar char="§"/>
            </a:pPr>
            <a:r>
              <a:rPr lang="zh-TW" sz="1600" dirty="0"/>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p>
        </p:txBody>
      </p:sp>
      <p:sp>
        <p:nvSpPr>
          <p:cNvPr id="2" name="頁尾版面配置區 1">
            <a:extLst>
              <a:ext uri="{FF2B5EF4-FFF2-40B4-BE49-F238E27FC236}">
                <a16:creationId xmlns:a16="http://schemas.microsoft.com/office/drawing/2014/main" id="{C4B22FA0-BA43-4FB3-B8B8-40528C0A9633}"/>
              </a:ext>
            </a:extLst>
          </p:cNvPr>
          <p:cNvSpPr>
            <a:spLocks noGrp="1"/>
          </p:cNvSpPr>
          <p:nvPr>
            <p:ph type="ftr" sz="quarter" idx="11"/>
          </p:nvPr>
        </p:nvSpPr>
        <p:spPr/>
        <p:txBody>
          <a:bodyPr rtlCol="0"/>
          <a:lstStyle>
            <a:defPPr>
              <a:defRPr lang="zh-TW"/>
            </a:defPPr>
          </a:lstStyle>
          <a:p>
            <a:pPr rtl="0"/>
            <a:r>
              <a:rPr lang="zh-TW"/>
              <a:t>教授課程</a:t>
            </a:r>
          </a:p>
        </p:txBody>
      </p:sp>
      <p:sp>
        <p:nvSpPr>
          <p:cNvPr id="17" name="投影片編號版面配置區 16">
            <a:extLst>
              <a:ext uri="{FF2B5EF4-FFF2-40B4-BE49-F238E27FC236}">
                <a16:creationId xmlns:a16="http://schemas.microsoft.com/office/drawing/2014/main" id="{19D203D7-52C0-41AB-9238-F69D51235EC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pPr/>
              <a:t>4</a:t>
            </a:fld>
            <a:endParaRPr lang="zh-TW" dirty="0"/>
          </a:p>
        </p:txBody>
      </p:sp>
    </p:spTree>
    <p:extLst>
      <p:ext uri="{BB962C8B-B14F-4D97-AF65-F5344CB8AC3E}">
        <p14:creationId xmlns:p14="http://schemas.microsoft.com/office/powerpoint/2010/main" val="3007568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版面配置區 11" descr="男人和女人討論某些文件">
            <a:extLst>
              <a:ext uri="{FF2B5EF4-FFF2-40B4-BE49-F238E27FC236}">
                <a16:creationId xmlns:a16="http://schemas.microsoft.com/office/drawing/2014/main" id="{34A80249-1835-46E9-87C9-48F4BEE1EC64}"/>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2" name="標題 1">
            <a:extLst>
              <a:ext uri="{FF2B5EF4-FFF2-40B4-BE49-F238E27FC236}">
                <a16:creationId xmlns:a16="http://schemas.microsoft.com/office/drawing/2014/main" id="{EC6C92D3-8AE6-4260-8F63-97ED33A064D5}"/>
              </a:ext>
            </a:extLst>
          </p:cNvPr>
          <p:cNvSpPr>
            <a:spLocks noGrp="1"/>
          </p:cNvSpPr>
          <p:nvPr>
            <p:ph type="title"/>
          </p:nvPr>
        </p:nvSpPr>
        <p:spPr/>
        <p:txBody>
          <a:bodyPr rtlCol="0"/>
          <a:lstStyle>
            <a:defPPr>
              <a:defRPr lang="zh-TW"/>
            </a:defPPr>
          </a:lstStyle>
          <a:p>
            <a:pPr rtl="0"/>
            <a:r>
              <a:rPr lang="zh-TW"/>
              <a:t>第二個技能</a:t>
            </a:r>
          </a:p>
        </p:txBody>
      </p:sp>
      <p:graphicFrame>
        <p:nvGraphicFramePr>
          <p:cNvPr id="13" name="內容版面配置區 5" descr="Smart Art 物件">
            <a:extLst>
              <a:ext uri="{FF2B5EF4-FFF2-40B4-BE49-F238E27FC236}">
                <a16:creationId xmlns:a16="http://schemas.microsoft.com/office/drawing/2014/main" id="{4FB62979-011B-4BFB-BCF9-8CD712EA2332}"/>
              </a:ext>
            </a:extLst>
          </p:cNvPr>
          <p:cNvGraphicFramePr>
            <a:graphicFrameLocks noGrp="1"/>
          </p:cNvGraphicFramePr>
          <p:nvPr>
            <p:ph sz="half" idx="1"/>
            <p:extLst>
              <p:ext uri="{D42A27DB-BD31-4B8C-83A1-F6EECF244321}">
                <p14:modId xmlns:p14="http://schemas.microsoft.com/office/powerpoint/2010/main" val="1650119757"/>
              </p:ext>
            </p:extLst>
          </p:nvPr>
        </p:nvGraphicFramePr>
        <p:xfrm>
          <a:off x="707104" y="1508126"/>
          <a:ext cx="11420727" cy="40878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頁尾版面配置區 2">
            <a:extLst>
              <a:ext uri="{FF2B5EF4-FFF2-40B4-BE49-F238E27FC236}">
                <a16:creationId xmlns:a16="http://schemas.microsoft.com/office/drawing/2014/main" id="{74F887AB-AE63-4AD3-BA85-0F4412B6598D}"/>
              </a:ext>
            </a:extLst>
          </p:cNvPr>
          <p:cNvSpPr>
            <a:spLocks noGrp="1"/>
          </p:cNvSpPr>
          <p:nvPr>
            <p:ph type="ftr" sz="quarter" idx="11"/>
          </p:nvPr>
        </p:nvSpPr>
        <p:spPr/>
        <p:txBody>
          <a:bodyPr rtlCol="0"/>
          <a:lstStyle>
            <a:defPPr>
              <a:defRPr lang="zh-TW"/>
            </a:defPPr>
          </a:lstStyle>
          <a:p>
            <a:pPr rtl="0"/>
            <a:r>
              <a:rPr lang="zh-TW"/>
              <a:t>教授課程</a:t>
            </a:r>
          </a:p>
        </p:txBody>
      </p:sp>
      <p:sp>
        <p:nvSpPr>
          <p:cNvPr id="14" name="投影片編號版面配置區 13">
            <a:extLst>
              <a:ext uri="{FF2B5EF4-FFF2-40B4-BE49-F238E27FC236}">
                <a16:creationId xmlns:a16="http://schemas.microsoft.com/office/drawing/2014/main" id="{D59E194F-ECD6-4685-8562-5B7AB400EC93}"/>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pPr/>
              <a:t>5</a:t>
            </a:fld>
            <a:endParaRPr lang="zh-TW" dirty="0"/>
          </a:p>
        </p:txBody>
      </p:sp>
    </p:spTree>
    <p:extLst>
      <p:ext uri="{BB962C8B-B14F-4D97-AF65-F5344CB8AC3E}">
        <p14:creationId xmlns:p14="http://schemas.microsoft.com/office/powerpoint/2010/main" val="2075827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標題 4">
            <a:extLst>
              <a:ext uri="{FF2B5EF4-FFF2-40B4-BE49-F238E27FC236}">
                <a16:creationId xmlns:a16="http://schemas.microsoft.com/office/drawing/2014/main" id="{2C9DFBED-0159-4EAC-AAAF-5AA47CA2F8AE}"/>
              </a:ext>
            </a:extLst>
          </p:cNvPr>
          <p:cNvSpPr>
            <a:spLocks noGrp="1"/>
          </p:cNvSpPr>
          <p:nvPr>
            <p:ph type="title"/>
          </p:nvPr>
        </p:nvSpPr>
        <p:spPr>
          <a:xfrm>
            <a:off x="0" y="0"/>
            <a:ext cx="12192000" cy="1296537"/>
          </a:xfrm>
        </p:spPr>
        <p:txBody>
          <a:bodyPr rtlCol="0"/>
          <a:lstStyle>
            <a:defPPr>
              <a:defRPr lang="zh-TW"/>
            </a:defPPr>
          </a:lstStyle>
          <a:p>
            <a:pPr rtl="0"/>
            <a:r>
              <a:rPr lang="zh-TW"/>
              <a:t>第二個技能 </a:t>
            </a:r>
          </a:p>
        </p:txBody>
      </p:sp>
      <p:graphicFrame>
        <p:nvGraphicFramePr>
          <p:cNvPr id="15" name="內容版面配置區 14" descr="SmartArt 圖形">
            <a:extLst>
              <a:ext uri="{FF2B5EF4-FFF2-40B4-BE49-F238E27FC236}">
                <a16:creationId xmlns:a16="http://schemas.microsoft.com/office/drawing/2014/main" id="{64E2DA81-64A0-4DD0-AB09-53AE3F4EA8FB}"/>
              </a:ext>
            </a:extLst>
          </p:cNvPr>
          <p:cNvGraphicFramePr>
            <a:graphicFrameLocks noGrp="1"/>
          </p:cNvGraphicFramePr>
          <p:nvPr>
            <p:ph sz="half" idx="1"/>
            <p:extLst>
              <p:ext uri="{D42A27DB-BD31-4B8C-83A1-F6EECF244321}">
                <p14:modId xmlns:p14="http://schemas.microsoft.com/office/powerpoint/2010/main" val="2593797302"/>
              </p:ext>
            </p:extLst>
          </p:nvPr>
        </p:nvGraphicFramePr>
        <p:xfrm>
          <a:off x="747713" y="1812925"/>
          <a:ext cx="10906125" cy="4087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頁尾版面配置區 1">
            <a:extLst>
              <a:ext uri="{FF2B5EF4-FFF2-40B4-BE49-F238E27FC236}">
                <a16:creationId xmlns:a16="http://schemas.microsoft.com/office/drawing/2014/main" id="{4B405FD7-7249-418C-81A0-22605891937A}"/>
              </a:ext>
            </a:extLst>
          </p:cNvPr>
          <p:cNvSpPr>
            <a:spLocks noGrp="1"/>
          </p:cNvSpPr>
          <p:nvPr>
            <p:ph type="ftr" sz="quarter" idx="11"/>
          </p:nvPr>
        </p:nvSpPr>
        <p:spPr>
          <a:xfrm>
            <a:off x="643051" y="6446838"/>
            <a:ext cx="6818262" cy="365125"/>
          </a:xfrm>
          <a:prstGeom prst="rect">
            <a:avLst/>
          </a:prstGeom>
        </p:spPr>
        <p:txBody>
          <a:bodyPr rtlCol="0" anchor="ctr">
            <a:normAutofit/>
          </a:bodyPr>
          <a:lstStyle>
            <a:defPPr>
              <a:defRPr lang="zh-TW"/>
            </a:defPPr>
          </a:lstStyle>
          <a:p>
            <a:pPr rtl="0">
              <a:spcAft>
                <a:spcPts val="600"/>
              </a:spcAft>
            </a:pPr>
            <a:r>
              <a:rPr lang="zh-TW"/>
              <a:t>教授課程</a:t>
            </a:r>
          </a:p>
        </p:txBody>
      </p:sp>
      <p:sp>
        <p:nvSpPr>
          <p:cNvPr id="3" name="投影片編號版面配置區 2">
            <a:extLst>
              <a:ext uri="{FF2B5EF4-FFF2-40B4-BE49-F238E27FC236}">
                <a16:creationId xmlns:a16="http://schemas.microsoft.com/office/drawing/2014/main" id="{937BB364-4E7C-4A74-9C1B-A29DA61C1487}"/>
              </a:ext>
            </a:extLst>
          </p:cNvPr>
          <p:cNvSpPr>
            <a:spLocks noGrp="1"/>
          </p:cNvSpPr>
          <p:nvPr>
            <p:ph type="sldNum" sz="quarter" idx="12"/>
          </p:nvPr>
        </p:nvSpPr>
        <p:spPr>
          <a:xfrm>
            <a:off x="10930596" y="6446838"/>
            <a:ext cx="617912" cy="365125"/>
          </a:xfrm>
          <a:prstGeom prst="rect">
            <a:avLst/>
          </a:prstGeom>
        </p:spPr>
        <p:txBody>
          <a:bodyPr rtlCol="0" anchor="ctr">
            <a:normAutofit/>
          </a:bodyPr>
          <a:lstStyle>
            <a:defPPr>
              <a:defRPr lang="zh-TW"/>
            </a:defPPr>
          </a:lstStyle>
          <a:p>
            <a:pPr rtl="0">
              <a:spcAft>
                <a:spcPts val="600"/>
              </a:spcAft>
            </a:pPr>
            <a:fld id="{3A98EE3D-8CD1-4C3F-BD1C-C98C9596463C}" type="slidenum">
              <a:rPr lang="zh-TW" smtClean="0"/>
              <a:pPr>
                <a:spcAft>
                  <a:spcPts val="600"/>
                </a:spcAft>
              </a:pPr>
              <a:t>6</a:t>
            </a:fld>
            <a:endParaRPr lang="zh-TW" dirty="0"/>
          </a:p>
        </p:txBody>
      </p:sp>
    </p:spTree>
    <p:extLst>
      <p:ext uri="{BB962C8B-B14F-4D97-AF65-F5344CB8AC3E}">
        <p14:creationId xmlns:p14="http://schemas.microsoft.com/office/powerpoint/2010/main" val="111588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版面配置區 8" descr="一群人在討論事情">
            <a:extLst>
              <a:ext uri="{FF2B5EF4-FFF2-40B4-BE49-F238E27FC236}">
                <a16:creationId xmlns:a16="http://schemas.microsoft.com/office/drawing/2014/main" id="{8E4315D2-4A95-4A93-B1F8-7FD58C7B2BD0}"/>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9662" y="0"/>
            <a:ext cx="12172676" cy="6400165"/>
          </a:xfrm>
        </p:spPr>
      </p:pic>
      <p:sp>
        <p:nvSpPr>
          <p:cNvPr id="3" name="標題 2">
            <a:extLst>
              <a:ext uri="{FF2B5EF4-FFF2-40B4-BE49-F238E27FC236}">
                <a16:creationId xmlns:a16="http://schemas.microsoft.com/office/drawing/2014/main" id="{DA019A2A-640A-4285-BA5E-7A47E95D04EC}"/>
              </a:ext>
            </a:extLst>
          </p:cNvPr>
          <p:cNvSpPr>
            <a:spLocks noGrp="1"/>
          </p:cNvSpPr>
          <p:nvPr>
            <p:ph type="title"/>
          </p:nvPr>
        </p:nvSpPr>
        <p:spPr/>
        <p:txBody>
          <a:bodyPr rtlCol="0"/>
          <a:lstStyle>
            <a:defPPr>
              <a:defRPr lang="zh-TW"/>
            </a:defPPr>
          </a:lstStyle>
          <a:p>
            <a:pPr rtl="0"/>
            <a:r>
              <a:rPr lang="zh-TW" dirty="0"/>
              <a:t>第三個技能</a:t>
            </a:r>
          </a:p>
        </p:txBody>
      </p:sp>
      <p:sp>
        <p:nvSpPr>
          <p:cNvPr id="4" name="文字版面配置區 3">
            <a:extLst>
              <a:ext uri="{FF2B5EF4-FFF2-40B4-BE49-F238E27FC236}">
                <a16:creationId xmlns:a16="http://schemas.microsoft.com/office/drawing/2014/main" id="{FBA1D6E0-6A9C-4ADB-984E-B54DD59C6DF0}"/>
              </a:ext>
            </a:extLst>
          </p:cNvPr>
          <p:cNvSpPr>
            <a:spLocks noGrp="1"/>
          </p:cNvSpPr>
          <p:nvPr>
            <p:ph type="body" sz="half" idx="2"/>
          </p:nvPr>
        </p:nvSpPr>
        <p:spPr>
          <a:xfrm>
            <a:off x="403625" y="2083690"/>
            <a:ext cx="3757408" cy="3885930"/>
          </a:xfrm>
        </p:spPr>
        <p:txBody>
          <a:bodyPr rtlCol="0">
            <a:noAutofit/>
          </a:bodyPr>
          <a:lstStyle>
            <a:defPPr>
              <a:defRPr lang="zh-TW"/>
            </a:defPPr>
          </a:lstStyle>
          <a:p>
            <a:pPr rtl="0"/>
            <a:r>
              <a:rPr lang="zh-TW" sz="1600" dirty="0"/>
              <a:t>Lorem ipsum dolor sit amet, consectetuer adipiscing elit.Maecenas porttitor congue massa.Fusce posuere, magna sed pulvinar ultricies, purus lectus malesuada libero, sit amet commodo magna eros quis urna.</a:t>
            </a:r>
          </a:p>
          <a:p>
            <a:pPr rtl="0"/>
            <a:r>
              <a:rPr lang="zh-TW" sz="1600" dirty="0"/>
              <a:t>Nunc viverra imperdiet enim.Fusce est.Vivamus a tellus.</a:t>
            </a:r>
          </a:p>
          <a:p>
            <a:pPr rtl="0"/>
            <a:r>
              <a:rPr lang="zh-TW" sz="1600" dirty="0"/>
              <a:t>Pellentesque habitant morbi tristique senectus et netus et malesuada fames ac turpis egestas.Proin pharetra nonummy pede.Mauris et orci.</a:t>
            </a:r>
          </a:p>
        </p:txBody>
      </p:sp>
      <p:sp>
        <p:nvSpPr>
          <p:cNvPr id="5" name="頁尾版面配置區 4">
            <a:extLst>
              <a:ext uri="{FF2B5EF4-FFF2-40B4-BE49-F238E27FC236}">
                <a16:creationId xmlns:a16="http://schemas.microsoft.com/office/drawing/2014/main" id="{8DD3FEC5-159E-43A5-9588-54A48A0C2BCE}"/>
              </a:ext>
            </a:extLst>
          </p:cNvPr>
          <p:cNvSpPr>
            <a:spLocks noGrp="1"/>
          </p:cNvSpPr>
          <p:nvPr>
            <p:ph type="ftr" sz="quarter" idx="11"/>
          </p:nvPr>
        </p:nvSpPr>
        <p:spPr/>
        <p:txBody>
          <a:bodyPr rtlCol="0"/>
          <a:lstStyle>
            <a:defPPr>
              <a:defRPr lang="zh-TW"/>
            </a:defPPr>
          </a:lstStyle>
          <a:p>
            <a:pPr rtl="0"/>
            <a:r>
              <a:rPr lang="zh-TW"/>
              <a:t>教授課程</a:t>
            </a:r>
          </a:p>
        </p:txBody>
      </p:sp>
      <p:pic>
        <p:nvPicPr>
          <p:cNvPr id="23" name="圖片版面配置區 22" descr="鍵盤上的雙手">
            <a:extLst>
              <a:ext uri="{FF2B5EF4-FFF2-40B4-BE49-F238E27FC236}">
                <a16:creationId xmlns:a16="http://schemas.microsoft.com/office/drawing/2014/main" id="{F00E1472-27F6-44F9-9FC8-BE4D077BF742}"/>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a:stretch/>
        </p:blipFill>
        <p:spPr>
          <a:xfrm>
            <a:off x="5599906" y="1692275"/>
            <a:ext cx="6591300" cy="3190875"/>
          </a:xfrm>
        </p:spPr>
      </p:pic>
      <p:sp>
        <p:nvSpPr>
          <p:cNvPr id="2" name="投影片編號版面配置區 1">
            <a:extLst>
              <a:ext uri="{FF2B5EF4-FFF2-40B4-BE49-F238E27FC236}">
                <a16:creationId xmlns:a16="http://schemas.microsoft.com/office/drawing/2014/main" id="{70E83EE9-686B-49B9-8CF4-6F5F84A0A42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7</a:t>
            </a:fld>
            <a:endParaRPr lang="zh-TW" dirty="0"/>
          </a:p>
        </p:txBody>
      </p:sp>
    </p:spTree>
    <p:extLst>
      <p:ext uri="{BB962C8B-B14F-4D97-AF65-F5344CB8AC3E}">
        <p14:creationId xmlns:p14="http://schemas.microsoft.com/office/powerpoint/2010/main" val="3189316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版面配置區 8" descr="男人正在寫作">
            <a:extLst>
              <a:ext uri="{FF2B5EF4-FFF2-40B4-BE49-F238E27FC236}">
                <a16:creationId xmlns:a16="http://schemas.microsoft.com/office/drawing/2014/main" id="{0A33CFDA-BCA7-49BA-9355-8A965303C93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a:stretch/>
        </p:blipFill>
        <p:spPr>
          <a:xfrm>
            <a:off x="9658" y="0"/>
            <a:ext cx="12173884" cy="6400800"/>
          </a:xfrm>
        </p:spPr>
      </p:pic>
      <p:sp>
        <p:nvSpPr>
          <p:cNvPr id="3" name="標題 2">
            <a:extLst>
              <a:ext uri="{FF2B5EF4-FFF2-40B4-BE49-F238E27FC236}">
                <a16:creationId xmlns:a16="http://schemas.microsoft.com/office/drawing/2014/main" id="{5D346076-8F22-4F03-8E34-958F0BBF9C63}"/>
              </a:ext>
            </a:extLst>
          </p:cNvPr>
          <p:cNvSpPr>
            <a:spLocks noGrp="1"/>
          </p:cNvSpPr>
          <p:nvPr>
            <p:ph type="title"/>
          </p:nvPr>
        </p:nvSpPr>
        <p:spPr>
          <a:xfrm>
            <a:off x="5356143" y="3975295"/>
            <a:ext cx="6835858" cy="1089350"/>
          </a:xfrm>
        </p:spPr>
        <p:txBody>
          <a:bodyPr rtlCol="0"/>
          <a:lstStyle>
            <a:defPPr>
              <a:defRPr lang="zh-TW"/>
            </a:defPPr>
          </a:lstStyle>
          <a:p>
            <a:pPr rtl="0"/>
            <a:r>
              <a:rPr lang="zh-TW"/>
              <a:t>第一課摘要</a:t>
            </a:r>
          </a:p>
        </p:txBody>
      </p:sp>
      <p:sp>
        <p:nvSpPr>
          <p:cNvPr id="4" name="文字版面配置區 3">
            <a:extLst>
              <a:ext uri="{FF2B5EF4-FFF2-40B4-BE49-F238E27FC236}">
                <a16:creationId xmlns:a16="http://schemas.microsoft.com/office/drawing/2014/main" id="{ACE4EF85-69A0-4736-9657-2914C80CE08F}"/>
              </a:ext>
            </a:extLst>
          </p:cNvPr>
          <p:cNvSpPr>
            <a:spLocks noGrp="1"/>
          </p:cNvSpPr>
          <p:nvPr>
            <p:ph type="body" sz="half" idx="2"/>
          </p:nvPr>
        </p:nvSpPr>
        <p:spPr>
          <a:xfrm>
            <a:off x="678635" y="0"/>
            <a:ext cx="3998873" cy="5852160"/>
          </a:xfrm>
        </p:spPr>
        <p:txBody>
          <a:bodyPr rtlCol="0">
            <a:normAutofit/>
          </a:bodyPr>
          <a:lstStyle>
            <a:defPPr>
              <a:defRPr lang="zh-TW"/>
            </a:defPPr>
          </a:lstStyle>
          <a:p>
            <a:pPr rtl="0"/>
            <a:r>
              <a:rPr lang="zh-TW" sz="1600" dirty="0"/>
              <a:t>第一個技能</a:t>
            </a:r>
            <a:br>
              <a:rPr lang="zh-TW" sz="1600" dirty="0"/>
            </a:br>
            <a:r>
              <a:rPr lang="zh-TW" sz="1600" dirty="0">
                <a:solidFill>
                  <a:schemeClr val="accent1">
                    <a:lumMod val="40000"/>
                    <a:lumOff val="60000"/>
                  </a:schemeClr>
                </a:solidFill>
              </a:rPr>
              <a:t>Lorem ipsum dolor sit amet, consectetuer adipiscing elit.Maecenas porttitor congue massa.Fusce posuere, magna sed pulvinar ultricies, purus lectus malesuada libero.</a:t>
            </a:r>
          </a:p>
          <a:p>
            <a:pPr rtl="0"/>
            <a:r>
              <a:rPr lang="zh-TW" sz="1600" dirty="0"/>
              <a:t>第二個技能</a:t>
            </a:r>
            <a:br>
              <a:rPr lang="zh-TW" sz="1600" dirty="0"/>
            </a:br>
            <a:r>
              <a:rPr lang="zh-TW" sz="1600" dirty="0">
                <a:solidFill>
                  <a:schemeClr val="accent1">
                    <a:lumMod val="40000"/>
                    <a:lumOff val="60000"/>
                  </a:schemeClr>
                </a:solidFill>
              </a:rPr>
              <a:t>Nunc viverra imperdiet enim.Fusce est.Vivamus a tellus.Pellentesque habitant morbi tristique senectus et netus et malesuada fames ac turpis egestas.</a:t>
            </a:r>
          </a:p>
          <a:p>
            <a:pPr rtl="0"/>
            <a:r>
              <a:rPr lang="zh-TW" sz="1600" dirty="0"/>
              <a:t>第三個技能</a:t>
            </a:r>
            <a:br>
              <a:rPr lang="zh-TW" sz="1600" dirty="0"/>
            </a:br>
            <a:r>
              <a:rPr lang="zh-TW" sz="1600" dirty="0">
                <a:solidFill>
                  <a:schemeClr val="accent1">
                    <a:lumMod val="40000"/>
                    <a:lumOff val="60000"/>
                  </a:schemeClr>
                </a:solidFill>
              </a:rPr>
              <a:t>Lorem ipsum dolor sit amet, consectetuer adipiscing elit.Maecenas porttitor congue massa.</a:t>
            </a:r>
          </a:p>
        </p:txBody>
      </p:sp>
      <p:cxnSp>
        <p:nvCxnSpPr>
          <p:cNvPr id="24" name="直線接點​​(S) 23" descr="線條">
            <a:extLst>
              <a:ext uri="{FF2B5EF4-FFF2-40B4-BE49-F238E27FC236}">
                <a16:creationId xmlns:a16="http://schemas.microsoft.com/office/drawing/2014/main" id="{D1EE87BC-47EA-4487-9066-EB3C39096F51}"/>
              </a:ext>
            </a:extLst>
          </p:cNvPr>
          <p:cNvCxnSpPr>
            <a:cxnSpLocks/>
          </p:cNvCxnSpPr>
          <p:nvPr/>
        </p:nvCxnSpPr>
        <p:spPr>
          <a:xfrm>
            <a:off x="5770474" y="4973957"/>
            <a:ext cx="3291840"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36" name="文字版面配置區 35">
            <a:extLst>
              <a:ext uri="{FF2B5EF4-FFF2-40B4-BE49-F238E27FC236}">
                <a16:creationId xmlns:a16="http://schemas.microsoft.com/office/drawing/2014/main" id="{D8BB1268-1039-4D54-B4AA-86EDC245C814}"/>
              </a:ext>
            </a:extLst>
          </p:cNvPr>
          <p:cNvSpPr>
            <a:spLocks noGrp="1"/>
          </p:cNvSpPr>
          <p:nvPr>
            <p:ph type="body" sz="quarter" idx="14"/>
          </p:nvPr>
        </p:nvSpPr>
        <p:spPr/>
        <p:txBody>
          <a:bodyPr rtlCol="0"/>
          <a:lstStyle>
            <a:defPPr>
              <a:defRPr lang="zh-TW"/>
            </a:defPPr>
          </a:lstStyle>
          <a:p>
            <a:pPr marL="0" indent="0" rtl="0">
              <a:buNone/>
            </a:pPr>
            <a:r>
              <a:rPr lang="zh-TW"/>
              <a:t>以下是我們學到的內容</a:t>
            </a:r>
          </a:p>
        </p:txBody>
      </p:sp>
      <p:sp>
        <p:nvSpPr>
          <p:cNvPr id="5" name="頁尾版面配置區 4">
            <a:extLst>
              <a:ext uri="{FF2B5EF4-FFF2-40B4-BE49-F238E27FC236}">
                <a16:creationId xmlns:a16="http://schemas.microsoft.com/office/drawing/2014/main" id="{AA222FA7-2183-4CD3-91EF-85FD4580E649}"/>
              </a:ext>
            </a:extLst>
          </p:cNvPr>
          <p:cNvSpPr>
            <a:spLocks noGrp="1"/>
          </p:cNvSpPr>
          <p:nvPr>
            <p:ph type="ftr" sz="quarter" idx="11"/>
          </p:nvPr>
        </p:nvSpPr>
        <p:spPr/>
        <p:txBody>
          <a:bodyPr rtlCol="0"/>
          <a:lstStyle>
            <a:defPPr>
              <a:defRPr lang="zh-TW"/>
            </a:defPPr>
          </a:lstStyle>
          <a:p>
            <a:pPr rtl="0"/>
            <a:r>
              <a:rPr lang="zh-TW"/>
              <a:t>教授課程</a:t>
            </a:r>
          </a:p>
        </p:txBody>
      </p:sp>
      <p:sp>
        <p:nvSpPr>
          <p:cNvPr id="2" name="投影片編號版面配置區 1">
            <a:extLst>
              <a:ext uri="{FF2B5EF4-FFF2-40B4-BE49-F238E27FC236}">
                <a16:creationId xmlns:a16="http://schemas.microsoft.com/office/drawing/2014/main" id="{6CB6A36E-F0DA-4D85-BCF8-6898A25A79C2}"/>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t>8</a:t>
            </a:fld>
            <a:endParaRPr lang="zh-TW" dirty="0"/>
          </a:p>
        </p:txBody>
      </p:sp>
    </p:spTree>
    <p:extLst>
      <p:ext uri="{BB962C8B-B14F-4D97-AF65-F5344CB8AC3E}">
        <p14:creationId xmlns:p14="http://schemas.microsoft.com/office/powerpoint/2010/main" val="2716836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DC6CC32-12E2-40AB-91E7-E065E3B54AA8}"/>
              </a:ext>
            </a:extLst>
          </p:cNvPr>
          <p:cNvSpPr>
            <a:spLocks noGrp="1"/>
          </p:cNvSpPr>
          <p:nvPr>
            <p:ph type="title"/>
          </p:nvPr>
        </p:nvSpPr>
        <p:spPr/>
        <p:txBody>
          <a:bodyPr rtlCol="0"/>
          <a:lstStyle>
            <a:defPPr>
              <a:defRPr lang="zh-TW"/>
            </a:defPPr>
          </a:lstStyle>
          <a:p>
            <a:pPr rtl="0"/>
            <a:r>
              <a:rPr lang="zh-TW"/>
              <a:t>課程進度</a:t>
            </a:r>
          </a:p>
        </p:txBody>
      </p:sp>
      <p:graphicFrame>
        <p:nvGraphicFramePr>
          <p:cNvPr id="5" name="內容版面配置區 2" descr="Smart Art 物件">
            <a:extLst>
              <a:ext uri="{FF2B5EF4-FFF2-40B4-BE49-F238E27FC236}">
                <a16:creationId xmlns:a16="http://schemas.microsoft.com/office/drawing/2014/main" id="{59405A29-4A0F-429B-A6BA-2D3E9946C76A}"/>
              </a:ext>
            </a:extLst>
          </p:cNvPr>
          <p:cNvGraphicFramePr>
            <a:graphicFrameLocks noGrp="1"/>
          </p:cNvGraphicFramePr>
          <p:nvPr>
            <p:ph sz="half" idx="1"/>
            <p:extLst>
              <p:ext uri="{D42A27DB-BD31-4B8C-83A1-F6EECF244321}">
                <p14:modId xmlns:p14="http://schemas.microsoft.com/office/powerpoint/2010/main" val="1484704006"/>
              </p:ext>
            </p:extLst>
          </p:nvPr>
        </p:nvGraphicFramePr>
        <p:xfrm>
          <a:off x="675021" y="1812925"/>
          <a:ext cx="11160000" cy="4087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頁尾版面配置區 2">
            <a:extLst>
              <a:ext uri="{FF2B5EF4-FFF2-40B4-BE49-F238E27FC236}">
                <a16:creationId xmlns:a16="http://schemas.microsoft.com/office/drawing/2014/main" id="{A09C2CC8-7675-4EA7-B0DF-8BB3BBD066C4}"/>
              </a:ext>
            </a:extLst>
          </p:cNvPr>
          <p:cNvSpPr>
            <a:spLocks noGrp="1"/>
          </p:cNvSpPr>
          <p:nvPr>
            <p:ph type="ftr" sz="quarter" idx="11"/>
          </p:nvPr>
        </p:nvSpPr>
        <p:spPr/>
        <p:txBody>
          <a:bodyPr rtlCol="0"/>
          <a:lstStyle>
            <a:defPPr>
              <a:defRPr lang="zh-TW"/>
            </a:defPPr>
          </a:lstStyle>
          <a:p>
            <a:pPr rtl="0"/>
            <a:r>
              <a:rPr lang="zh-TW"/>
              <a:t>教授課程</a:t>
            </a:r>
          </a:p>
        </p:txBody>
      </p:sp>
      <p:sp>
        <p:nvSpPr>
          <p:cNvPr id="9" name="投影片編號版面配置區 8">
            <a:extLst>
              <a:ext uri="{FF2B5EF4-FFF2-40B4-BE49-F238E27FC236}">
                <a16:creationId xmlns:a16="http://schemas.microsoft.com/office/drawing/2014/main" id="{6468A8EB-D811-4893-84F0-8DC998D6908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pPr/>
              <a:t>9</a:t>
            </a:fld>
            <a:endParaRPr lang="zh-TW" dirty="0"/>
          </a:p>
        </p:txBody>
      </p:sp>
    </p:spTree>
    <p:extLst>
      <p:ext uri="{BB962C8B-B14F-4D97-AF65-F5344CB8AC3E}">
        <p14:creationId xmlns:p14="http://schemas.microsoft.com/office/powerpoint/2010/main" val="2570347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圖片版面配置區 6" descr="使用膝上型電腦的男人">
            <a:extLst>
              <a:ext uri="{FF2B5EF4-FFF2-40B4-BE49-F238E27FC236}">
                <a16:creationId xmlns:a16="http://schemas.microsoft.com/office/drawing/2014/main" id="{4E80E6EE-AA75-4A4E-BB8E-4A4D152D04AA}"/>
              </a:ext>
            </a:extLst>
          </p:cNvPr>
          <p:cNvPicPr>
            <a:picLocks noGrp="1" noChangeAspect="1"/>
          </p:cNvPicPr>
          <p:nvPr>
            <p:ph type="pic" sz="quarter" idx="13"/>
          </p:nvPr>
        </p:nvPicPr>
        <p:blipFill>
          <a:blip r:embed="rId3">
            <a:duotone>
              <a:prstClr val="black"/>
              <a:schemeClr val="accent1">
                <a:tint val="45000"/>
                <a:satMod val="400000"/>
              </a:schemeClr>
            </a:duotone>
            <a:alphaModFix amt="10000"/>
            <a:extLst>
              <a:ext uri="{28A0092B-C50C-407E-A947-70E740481C1C}">
                <a14:useLocalDpi xmlns:a14="http://schemas.microsoft.com/office/drawing/2010/main" val="0"/>
              </a:ext>
            </a:extLst>
          </a:blip>
          <a:srcRect/>
          <a:stretch/>
        </p:blipFill>
        <p:spPr>
          <a:xfrm>
            <a:off x="2211" y="0"/>
            <a:ext cx="12187578" cy="6408000"/>
          </a:xfrm>
        </p:spPr>
      </p:pic>
      <p:sp>
        <p:nvSpPr>
          <p:cNvPr id="2" name="標題 1">
            <a:extLst>
              <a:ext uri="{FF2B5EF4-FFF2-40B4-BE49-F238E27FC236}">
                <a16:creationId xmlns:a16="http://schemas.microsoft.com/office/drawing/2014/main" id="{3DC6CC32-12E2-40AB-91E7-E065E3B54AA8}"/>
              </a:ext>
            </a:extLst>
          </p:cNvPr>
          <p:cNvSpPr>
            <a:spLocks noGrp="1"/>
          </p:cNvSpPr>
          <p:nvPr>
            <p:ph type="title"/>
          </p:nvPr>
        </p:nvSpPr>
        <p:spPr/>
        <p:txBody>
          <a:bodyPr rtlCol="0"/>
          <a:lstStyle>
            <a:defPPr>
              <a:defRPr lang="zh-TW"/>
            </a:defPPr>
          </a:lstStyle>
          <a:p>
            <a:pPr rtl="0"/>
            <a:r>
              <a:rPr lang="zh-TW"/>
              <a:t>課程進度  </a:t>
            </a:r>
          </a:p>
        </p:txBody>
      </p:sp>
      <p:graphicFrame>
        <p:nvGraphicFramePr>
          <p:cNvPr id="5" name="內容版面配置區 2" descr="Smart Art 物件">
            <a:extLst>
              <a:ext uri="{FF2B5EF4-FFF2-40B4-BE49-F238E27FC236}">
                <a16:creationId xmlns:a16="http://schemas.microsoft.com/office/drawing/2014/main" id="{59405A29-4A0F-429B-A6BA-2D3E9946C76A}"/>
              </a:ext>
            </a:extLst>
          </p:cNvPr>
          <p:cNvGraphicFramePr>
            <a:graphicFrameLocks noGrp="1"/>
          </p:cNvGraphicFramePr>
          <p:nvPr>
            <p:ph sz="half" idx="1"/>
            <p:extLst>
              <p:ext uri="{D42A27DB-BD31-4B8C-83A1-F6EECF244321}">
                <p14:modId xmlns:p14="http://schemas.microsoft.com/office/powerpoint/2010/main" val="2374927949"/>
              </p:ext>
            </p:extLst>
          </p:nvPr>
        </p:nvGraphicFramePr>
        <p:xfrm>
          <a:off x="675021" y="1812925"/>
          <a:ext cx="11160000" cy="40878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頁尾版面配置區 2">
            <a:extLst>
              <a:ext uri="{FF2B5EF4-FFF2-40B4-BE49-F238E27FC236}">
                <a16:creationId xmlns:a16="http://schemas.microsoft.com/office/drawing/2014/main" id="{A09C2CC8-7675-4EA7-B0DF-8BB3BBD066C4}"/>
              </a:ext>
            </a:extLst>
          </p:cNvPr>
          <p:cNvSpPr>
            <a:spLocks noGrp="1"/>
          </p:cNvSpPr>
          <p:nvPr>
            <p:ph type="ftr" sz="quarter" idx="11"/>
          </p:nvPr>
        </p:nvSpPr>
        <p:spPr/>
        <p:txBody>
          <a:bodyPr rtlCol="0"/>
          <a:lstStyle>
            <a:defPPr>
              <a:defRPr lang="zh-TW"/>
            </a:defPPr>
          </a:lstStyle>
          <a:p>
            <a:pPr rtl="0"/>
            <a:r>
              <a:rPr lang="zh-TW"/>
              <a:t>教授課程</a:t>
            </a:r>
          </a:p>
        </p:txBody>
      </p:sp>
      <p:sp>
        <p:nvSpPr>
          <p:cNvPr id="9" name="投影片編號版面配置區 8">
            <a:extLst>
              <a:ext uri="{FF2B5EF4-FFF2-40B4-BE49-F238E27FC236}">
                <a16:creationId xmlns:a16="http://schemas.microsoft.com/office/drawing/2014/main" id="{6468A8EB-D811-4893-84F0-8DC998D69080}"/>
              </a:ext>
            </a:extLst>
          </p:cNvPr>
          <p:cNvSpPr>
            <a:spLocks noGrp="1"/>
          </p:cNvSpPr>
          <p:nvPr>
            <p:ph type="sldNum" sz="quarter" idx="12"/>
          </p:nvPr>
        </p:nvSpPr>
        <p:spPr/>
        <p:txBody>
          <a:bodyPr rtlCol="0"/>
          <a:lstStyle>
            <a:defPPr>
              <a:defRPr lang="zh-TW"/>
            </a:defPPr>
          </a:lstStyle>
          <a:p>
            <a:pPr rtl="0"/>
            <a:fld id="{3A98EE3D-8CD1-4C3F-BD1C-C98C9596463C}" type="slidenum">
              <a:rPr lang="zh-TW" smtClean="0"/>
              <a:pPr/>
              <a:t>10</a:t>
            </a:fld>
            <a:endParaRPr lang="zh-TW" dirty="0"/>
          </a:p>
        </p:txBody>
      </p:sp>
    </p:spTree>
    <p:extLst>
      <p:ext uri="{BB962C8B-B14F-4D97-AF65-F5344CB8AC3E}">
        <p14:creationId xmlns:p14="http://schemas.microsoft.com/office/powerpoint/2010/main" val="2514384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a:extLst>
              <a:ext uri="{FF2B5EF4-FFF2-40B4-BE49-F238E27FC236}">
                <a16:creationId xmlns:a16="http://schemas.microsoft.com/office/drawing/2014/main" id="{B628FE7D-043F-42AF-B4AB-DB9AFF936B28}"/>
              </a:ext>
            </a:extLst>
          </p:cNvPr>
          <p:cNvSpPr>
            <a:spLocks noGrp="1"/>
          </p:cNvSpPr>
          <p:nvPr>
            <p:ph type="title"/>
          </p:nvPr>
        </p:nvSpPr>
        <p:spPr>
          <a:xfrm>
            <a:off x="1097279" y="4892956"/>
            <a:ext cx="10113645" cy="743682"/>
          </a:xfrm>
        </p:spPr>
        <p:txBody>
          <a:bodyPr rtlCol="0"/>
          <a:lstStyle>
            <a:defPPr>
              <a:defRPr lang="zh-TW"/>
            </a:defPPr>
          </a:lstStyle>
          <a:p>
            <a:pPr rtl="0"/>
            <a:r>
              <a:rPr lang="zh-TW"/>
              <a:t>感謝您！</a:t>
            </a:r>
          </a:p>
        </p:txBody>
      </p:sp>
      <p:sp>
        <p:nvSpPr>
          <p:cNvPr id="4" name="文字版面配置區 3">
            <a:extLst>
              <a:ext uri="{FF2B5EF4-FFF2-40B4-BE49-F238E27FC236}">
                <a16:creationId xmlns:a16="http://schemas.microsoft.com/office/drawing/2014/main" id="{FD26EF91-820B-4DA2-B398-3E168AFF17A9}"/>
              </a:ext>
            </a:extLst>
          </p:cNvPr>
          <p:cNvSpPr>
            <a:spLocks noGrp="1"/>
          </p:cNvSpPr>
          <p:nvPr>
            <p:ph type="body" sz="half" idx="2"/>
          </p:nvPr>
        </p:nvSpPr>
        <p:spPr>
          <a:xfrm>
            <a:off x="1097279" y="5808594"/>
            <a:ext cx="10113264" cy="609600"/>
          </a:xfrm>
        </p:spPr>
        <p:txBody>
          <a:bodyPr rtlCol="0">
            <a:normAutofit fontScale="85000" lnSpcReduction="10000"/>
          </a:bodyPr>
          <a:lstStyle>
            <a:defPPr>
              <a:defRPr lang="zh-TW"/>
            </a:defPPr>
          </a:lstStyle>
          <a:p>
            <a:pPr rtl="0"/>
            <a:r>
              <a:rPr lang="zh-TW">
                <a:solidFill>
                  <a:schemeClr val="accent1">
                    <a:lumMod val="40000"/>
                    <a:lumOff val="60000"/>
                  </a:schemeClr>
                </a:solidFill>
              </a:rPr>
              <a:t>Lorem ipsum dolor sit amet, consectetuer adipiscing elit.Maecenas porttitor congue massa.Fusce posuere, magna sed pulvinar ultricies, purus lectus malesuada libero, sit amet commodo magna eros quis urna.</a:t>
            </a:r>
          </a:p>
        </p:txBody>
      </p:sp>
      <p:pic>
        <p:nvPicPr>
          <p:cNvPr id="14" name="圖片版面配置區 13" descr="學生群組&#10;">
            <a:extLst>
              <a:ext uri="{FF2B5EF4-FFF2-40B4-BE49-F238E27FC236}">
                <a16:creationId xmlns:a16="http://schemas.microsoft.com/office/drawing/2014/main" id="{E923BD5B-22B6-4E92-B95F-5F7B6467380E}"/>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a:stretch/>
        </p:blipFill>
        <p:spPr>
          <a:xfrm>
            <a:off x="4232" y="0"/>
            <a:ext cx="12183550" cy="4578350"/>
          </a:xfrm>
        </p:spPr>
      </p:pic>
    </p:spTree>
    <p:extLst>
      <p:ext uri="{BB962C8B-B14F-4D97-AF65-F5344CB8AC3E}">
        <p14:creationId xmlns:p14="http://schemas.microsoft.com/office/powerpoint/2010/main" val="1409899035"/>
      </p:ext>
    </p:extLst>
  </p:cSld>
  <p:clrMapOvr>
    <a:masterClrMapping/>
  </p:clrMapOvr>
</p:sld>
</file>

<file path=ppt/theme/theme1.xml><?xml version="1.0" encoding="utf-8"?>
<a:theme xmlns:a="http://schemas.openxmlformats.org/drawingml/2006/main" name="RetrospectVTI">
  <a:themeElements>
    <a:clrScheme name="Custom 62">
      <a:dk1>
        <a:srgbClr val="000000"/>
      </a:dk1>
      <a:lt1>
        <a:srgbClr val="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Retrospect">
      <a:majorFont>
        <a:latin typeface="Microsoft JhengHei UI Light" panose="020F0302020204030204"/>
        <a:ea typeface=""/>
        <a:cs typeface=""/>
        <a:font script="Jpan" typeface="ＭＳ Ｐゴシック"/>
        <a:font script="Hang" typeface="맑은 고딕"/>
        <a:font script="Hans" typeface="宋体"/>
        <a:font script="Hant" typeface="Microsoft JhengHei UI Light"/>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JhengHei UI" panose="020F0502020204030204"/>
        <a:ea typeface=""/>
        <a:cs typeface=""/>
        <a:font script="Jpan" typeface="ＭＳ Ｐゴシック"/>
        <a:font script="Hang" typeface="맑은 고딕"/>
        <a:font script="Hans" typeface="宋体"/>
        <a:font script="Hant" typeface="Microsoft JhengHei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1534312_win32_fixed" id="{7DA952F3-BC8E-4B7B-859D-A36E039201B7}" vid="{8E772A5C-93BE-4922-8D82-53E2DDEA557B}"/>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JhengHei UI Light" panose="020F0302020204030204"/>
        <a:ea typeface=""/>
        <a:cs typeface=""/>
        <a:font script="Jpan" typeface="游ゴシック Light"/>
        <a:font script="Hang" typeface="맑은 고딕"/>
        <a:font script="Hans" typeface="等线 Light"/>
        <a:font script="Hant" typeface="Microsoft JhengHei UI Light"/>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JhengHei UI" panose="020F0502020204030204"/>
        <a:ea typeface=""/>
        <a:cs typeface=""/>
        <a:font script="Jpan" typeface="游ゴシック"/>
        <a:font script="Hang" typeface="맑은 고딕"/>
        <a:font script="Hans" typeface="等线"/>
        <a:font script="Hant" typeface="Microsoft JhengHei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JhengHei UI Light" panose="020F0302020204030204"/>
        <a:ea typeface=""/>
        <a:cs typeface=""/>
        <a:font script="Jpan" typeface="游ゴシック Light"/>
        <a:font script="Hang" typeface="맑은 고딕"/>
        <a:font script="Hans" typeface="等线 Light"/>
        <a:font script="Hant" typeface="Microsoft JhengHei UI Light"/>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JhengHei UI" panose="020F0502020204030204"/>
        <a:ea typeface=""/>
        <a:cs typeface=""/>
        <a:font script="Jpan" typeface="游ゴシック"/>
        <a:font script="Hang" typeface="맑은 고딕"/>
        <a:font script="Hans" typeface="等线"/>
        <a:font script="Hant" typeface="Microsoft JhengHei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620</Words>
  <Application>Microsoft Office PowerPoint</Application>
  <PresentationFormat>寬螢幕</PresentationFormat>
  <Paragraphs>80</Paragraphs>
  <Slides>11</Slides>
  <Notes>11</Notes>
  <HiddenSlides>0</HiddenSlides>
  <MMClips>0</MMClips>
  <ScaleCrop>false</ScaleCrop>
  <HeadingPairs>
    <vt:vector size="4" baseType="variant">
      <vt:variant>
        <vt:lpstr>佈景主題</vt:lpstr>
      </vt:variant>
      <vt:variant>
        <vt:i4>1</vt:i4>
      </vt:variant>
      <vt:variant>
        <vt:lpstr>投影片標題</vt:lpstr>
      </vt:variant>
      <vt:variant>
        <vt:i4>11</vt:i4>
      </vt:variant>
    </vt:vector>
  </HeadingPairs>
  <TitlesOfParts>
    <vt:vector size="12" baseType="lpstr">
      <vt:lpstr>RetrospectVTI</vt:lpstr>
      <vt:lpstr>教授課程</vt:lpstr>
      <vt:lpstr>課程大綱​​</vt:lpstr>
      <vt:lpstr>第一課</vt:lpstr>
      <vt:lpstr>第一個技能</vt:lpstr>
      <vt:lpstr>第二個技能</vt:lpstr>
      <vt:lpstr>第二個技能 </vt:lpstr>
      <vt:lpstr>第三個技能</vt:lpstr>
      <vt:lpstr>第一課摘要</vt:lpstr>
      <vt:lpstr>課程進度</vt:lpstr>
      <vt:lpstr>課程進度  </vt:lpstr>
      <vt:lpstr>感謝您！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2026-01-09T05:06:47Z</dcterms:created>
  <dcterms:modified xsi:type="dcterms:W3CDTF">2026-01-09T05:07:01Z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